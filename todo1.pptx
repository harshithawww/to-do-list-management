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</p:sldIdLst>
  <p:sldSz cx="18288000" cy="10287000"/>
  <p:notesSz cx="6858000" cy="9144000"/>
  <p:embeddedFontLst>
    <p:embeddedFont>
      <p:font typeface="Arial Bold" panose="020B0704020202020204" pitchFamily="34" charset="0"/>
      <p:regular r:id="rId21"/>
      <p:bold r:id="rId22"/>
    </p:embeddedFont>
    <p:embeddedFont>
      <p:font typeface="Carlito Bold" panose="020F0502020204030204" pitchFamily="34" charset="0"/>
      <p:regular r:id="rId23"/>
      <p:bold r:id="rId24"/>
    </p:embeddedFont>
    <p:embeddedFont>
      <p:font typeface="DejaVu Sans Light" panose="020B0203030804020204" pitchFamily="34" charset="0"/>
      <p:regular r:id="rId25"/>
    </p:embeddedFont>
    <p:embeddedFont>
      <p:font typeface="Garet" panose="020B0604020202020204" charset="0"/>
      <p:regular r:id="rId26"/>
    </p:embeddedFont>
    <p:embeddedFont>
      <p:font typeface="Garet Bold" panose="020B0604020202020204" charset="0"/>
      <p:regular r:id="rId27"/>
    </p:embeddedFont>
    <p:embeddedFont>
      <p:font typeface="Noto Sans" panose="020B0502040504020204" pitchFamily="3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22" autoAdjust="0"/>
  </p:normalViewPr>
  <p:slideViewPr>
    <p:cSldViewPr>
      <p:cViewPr>
        <p:scale>
          <a:sx n="25" d="100"/>
          <a:sy n="25" d="100"/>
        </p:scale>
        <p:origin x="2414" y="8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jpeg"/><Relationship Id="rId4" Type="http://schemas.openxmlformats.org/officeDocument/2006/relationships/image" Target="../media/image48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7" Type="http://schemas.openxmlformats.org/officeDocument/2006/relationships/image" Target="../media/image58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svg"/><Relationship Id="rId5" Type="http://schemas.openxmlformats.org/officeDocument/2006/relationships/image" Target="../media/image56.jpeg"/><Relationship Id="rId4" Type="http://schemas.openxmlformats.org/officeDocument/2006/relationships/image" Target="../media/image5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8795" y="59331"/>
            <a:ext cx="17910410" cy="10023681"/>
          </a:xfrm>
          <a:custGeom>
            <a:avLst/>
            <a:gdLst/>
            <a:ahLst/>
            <a:cxnLst/>
            <a:rect l="l" t="t" r="r" b="b"/>
            <a:pathLst>
              <a:path w="17910410" h="10023681">
                <a:moveTo>
                  <a:pt x="0" y="0"/>
                </a:moveTo>
                <a:lnTo>
                  <a:pt x="17910410" y="0"/>
                </a:lnTo>
                <a:lnTo>
                  <a:pt x="17910410" y="10023682"/>
                </a:lnTo>
                <a:lnTo>
                  <a:pt x="0" y="100236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3" b="-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1381" y="1848869"/>
            <a:ext cx="10747629" cy="126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880"/>
              </a:lnSpc>
            </a:pPr>
            <a:r>
              <a:rPr lang="en-US" sz="10608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TO DO LIST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1381" y="3091577"/>
            <a:ext cx="10500122" cy="135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880"/>
              </a:lnSpc>
            </a:pPr>
            <a:r>
              <a:rPr lang="en-US" sz="10608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MANAGEMENT </a:t>
            </a:r>
          </a:p>
        </p:txBody>
      </p:sp>
      <p:sp>
        <p:nvSpPr>
          <p:cNvPr id="5" name="Freeform 5"/>
          <p:cNvSpPr/>
          <p:nvPr/>
        </p:nvSpPr>
        <p:spPr>
          <a:xfrm>
            <a:off x="372723" y="333880"/>
            <a:ext cx="3039142" cy="1006097"/>
          </a:xfrm>
          <a:custGeom>
            <a:avLst/>
            <a:gdLst/>
            <a:ahLst/>
            <a:cxnLst/>
            <a:rect l="l" t="t" r="r" b="b"/>
            <a:pathLst>
              <a:path w="3039142" h="1006097">
                <a:moveTo>
                  <a:pt x="0" y="0"/>
                </a:moveTo>
                <a:lnTo>
                  <a:pt x="3039142" y="0"/>
                </a:lnTo>
                <a:lnTo>
                  <a:pt x="3039142" y="1006097"/>
                </a:lnTo>
                <a:lnTo>
                  <a:pt x="0" y="1006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30" b="-3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990777" y="-4153757"/>
            <a:ext cx="9335357" cy="9335357"/>
          </a:xfrm>
          <a:custGeom>
            <a:avLst/>
            <a:gdLst/>
            <a:ahLst/>
            <a:cxnLst/>
            <a:rect l="l" t="t" r="r" b="b"/>
            <a:pathLst>
              <a:path w="9335357" h="9335357">
                <a:moveTo>
                  <a:pt x="0" y="0"/>
                </a:moveTo>
                <a:lnTo>
                  <a:pt x="9335357" y="0"/>
                </a:lnTo>
                <a:lnTo>
                  <a:pt x="9335357" y="9335357"/>
                </a:lnTo>
                <a:lnTo>
                  <a:pt x="0" y="93353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557400" y="4297718"/>
            <a:ext cx="5351612" cy="5351612"/>
          </a:xfrm>
          <a:custGeom>
            <a:avLst/>
            <a:gdLst/>
            <a:ahLst/>
            <a:cxnLst/>
            <a:rect l="l" t="t" r="r" b="b"/>
            <a:pathLst>
              <a:path w="5351612" h="5351612">
                <a:moveTo>
                  <a:pt x="0" y="0"/>
                </a:moveTo>
                <a:lnTo>
                  <a:pt x="5351612" y="0"/>
                </a:lnTo>
                <a:lnTo>
                  <a:pt x="5351612" y="5351612"/>
                </a:lnTo>
                <a:lnTo>
                  <a:pt x="0" y="53516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627890" y="-511312"/>
            <a:ext cx="3648323" cy="3648323"/>
          </a:xfrm>
          <a:custGeom>
            <a:avLst/>
            <a:gdLst/>
            <a:ahLst/>
            <a:cxnLst/>
            <a:rect l="l" t="t" r="r" b="b"/>
            <a:pathLst>
              <a:path w="3648323" h="3648323">
                <a:moveTo>
                  <a:pt x="0" y="0"/>
                </a:moveTo>
                <a:lnTo>
                  <a:pt x="3648323" y="0"/>
                </a:lnTo>
                <a:lnTo>
                  <a:pt x="3648323" y="3648323"/>
                </a:lnTo>
                <a:lnTo>
                  <a:pt x="0" y="36483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580265" y="5822156"/>
            <a:ext cx="4919405" cy="4919405"/>
          </a:xfrm>
          <a:custGeom>
            <a:avLst/>
            <a:gdLst/>
            <a:ahLst/>
            <a:cxnLst/>
            <a:rect l="l" t="t" r="r" b="b"/>
            <a:pathLst>
              <a:path w="4919405" h="4919405">
                <a:moveTo>
                  <a:pt x="0" y="0"/>
                </a:moveTo>
                <a:lnTo>
                  <a:pt x="4919406" y="0"/>
                </a:lnTo>
                <a:lnTo>
                  <a:pt x="4919406" y="4919406"/>
                </a:lnTo>
                <a:lnTo>
                  <a:pt x="0" y="4919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160931" y="8428006"/>
            <a:ext cx="4919405" cy="4919405"/>
          </a:xfrm>
          <a:custGeom>
            <a:avLst/>
            <a:gdLst/>
            <a:ahLst/>
            <a:cxnLst/>
            <a:rect l="l" t="t" r="r" b="b"/>
            <a:pathLst>
              <a:path w="4919405" h="4919405">
                <a:moveTo>
                  <a:pt x="0" y="0"/>
                </a:moveTo>
                <a:lnTo>
                  <a:pt x="4919405" y="0"/>
                </a:lnTo>
                <a:lnTo>
                  <a:pt x="4919405" y="4919405"/>
                </a:lnTo>
                <a:lnTo>
                  <a:pt x="0" y="49194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1757279" y="1505969"/>
            <a:ext cx="5365432" cy="5365432"/>
            <a:chOff x="0" y="0"/>
            <a:chExt cx="7153910" cy="71539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153910" cy="7153910"/>
            </a:xfrm>
            <a:custGeom>
              <a:avLst/>
              <a:gdLst/>
              <a:ahLst/>
              <a:cxnLst/>
              <a:rect l="l" t="t" r="r" b="b"/>
              <a:pathLst>
                <a:path w="7153910" h="7153910">
                  <a:moveTo>
                    <a:pt x="3576955" y="0"/>
                  </a:moveTo>
                  <a:lnTo>
                    <a:pt x="7153910" y="3576955"/>
                  </a:lnTo>
                  <a:lnTo>
                    <a:pt x="3576955" y="7153910"/>
                  </a:lnTo>
                  <a:lnTo>
                    <a:pt x="0" y="3576955"/>
                  </a:lnTo>
                  <a:lnTo>
                    <a:pt x="3576955" y="0"/>
                  </a:lnTo>
                  <a:close/>
                </a:path>
              </a:pathLst>
            </a:custGeom>
            <a:blipFill>
              <a:blip r:embed="rId9"/>
              <a:stretch>
                <a:fillRect l="-16743" r="-16743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028700" y="5762111"/>
            <a:ext cx="10330310" cy="2360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85"/>
              </a:lnSpc>
            </a:pPr>
            <a:r>
              <a:rPr lang="en-US" sz="35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ABINAYA A                            (811325243004)</a:t>
            </a:r>
          </a:p>
          <a:p>
            <a:pPr algn="l">
              <a:lnSpc>
                <a:spcPts val="4585"/>
              </a:lnSpc>
            </a:pPr>
            <a:r>
              <a:rPr lang="en-US" sz="35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HARSHITHA KUMARI M    (811325104070)</a:t>
            </a:r>
          </a:p>
          <a:p>
            <a:pPr algn="l">
              <a:lnSpc>
                <a:spcPts val="4585"/>
              </a:lnSpc>
            </a:pPr>
            <a:r>
              <a:rPr lang="en-US" sz="35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HASHINI S                             (811325104071)</a:t>
            </a:r>
          </a:p>
          <a:p>
            <a:pPr algn="l">
              <a:lnSpc>
                <a:spcPts val="4585"/>
              </a:lnSpc>
            </a:pPr>
            <a:r>
              <a:rPr lang="en-US" sz="35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JAYAVARSINI J P                 (811325104086)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1628775"/>
            <a:ext cx="2857500" cy="28575"/>
            <a:chOff x="0" y="0"/>
            <a:chExt cx="1905000" cy="19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05000" cy="19050"/>
            </a:xfrm>
            <a:custGeom>
              <a:avLst/>
              <a:gdLst/>
              <a:ahLst/>
              <a:cxnLst/>
              <a:rect l="l" t="t" r="r" b="b"/>
              <a:pathLst>
                <a:path w="1905000" h="19050">
                  <a:moveTo>
                    <a:pt x="0" y="0"/>
                  </a:moveTo>
                  <a:lnTo>
                    <a:pt x="1905000" y="0"/>
                  </a:lnTo>
                  <a:lnTo>
                    <a:pt x="1905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2657475"/>
            <a:ext cx="171450" cy="171450"/>
            <a:chOff x="0" y="0"/>
            <a:chExt cx="114300" cy="1143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57250" y="3629025"/>
            <a:ext cx="171450" cy="171450"/>
            <a:chOff x="0" y="0"/>
            <a:chExt cx="114300" cy="1143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857250" y="5072062"/>
            <a:ext cx="171450" cy="171450"/>
            <a:chOff x="0" y="0"/>
            <a:chExt cx="114300" cy="1143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57250" y="6043612"/>
            <a:ext cx="171450" cy="171450"/>
            <a:chOff x="0" y="0"/>
            <a:chExt cx="114300" cy="114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257532" y="2542032"/>
            <a:ext cx="5376672" cy="6231636"/>
            <a:chOff x="0" y="0"/>
            <a:chExt cx="4779264" cy="55392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779264" cy="5539232"/>
            </a:xfrm>
            <a:custGeom>
              <a:avLst/>
              <a:gdLst/>
              <a:ahLst/>
              <a:cxnLst/>
              <a:rect l="l" t="t" r="r" b="b"/>
              <a:pathLst>
                <a:path w="4779264" h="5539232">
                  <a:moveTo>
                    <a:pt x="4344416" y="242316"/>
                  </a:moveTo>
                  <a:cubicBezTo>
                    <a:pt x="4361942" y="242316"/>
                    <a:pt x="4376928" y="248539"/>
                    <a:pt x="4389374" y="260858"/>
                  </a:cubicBezTo>
                  <a:cubicBezTo>
                    <a:pt x="4401820" y="273177"/>
                    <a:pt x="4407916" y="288163"/>
                    <a:pt x="4407916" y="305816"/>
                  </a:cubicBezTo>
                  <a:lnTo>
                    <a:pt x="4407916" y="4979416"/>
                  </a:lnTo>
                  <a:cubicBezTo>
                    <a:pt x="4407916" y="4996942"/>
                    <a:pt x="4401693" y="5011928"/>
                    <a:pt x="4389374" y="5024374"/>
                  </a:cubicBezTo>
                  <a:cubicBezTo>
                    <a:pt x="4377055" y="5036820"/>
                    <a:pt x="4362069" y="5042916"/>
                    <a:pt x="4344416" y="5042916"/>
                  </a:cubicBezTo>
                  <a:lnTo>
                    <a:pt x="432816" y="5042916"/>
                  </a:lnTo>
                  <a:cubicBezTo>
                    <a:pt x="415290" y="5042916"/>
                    <a:pt x="400304" y="5036693"/>
                    <a:pt x="387858" y="5024374"/>
                  </a:cubicBezTo>
                  <a:cubicBezTo>
                    <a:pt x="375412" y="5012055"/>
                    <a:pt x="369316" y="4997069"/>
                    <a:pt x="369316" y="4979416"/>
                  </a:cubicBezTo>
                  <a:lnTo>
                    <a:pt x="369316" y="305816"/>
                  </a:lnTo>
                  <a:cubicBezTo>
                    <a:pt x="369316" y="288290"/>
                    <a:pt x="375539" y="273304"/>
                    <a:pt x="387858" y="260858"/>
                  </a:cubicBezTo>
                  <a:cubicBezTo>
                    <a:pt x="400177" y="248412"/>
                    <a:pt x="415163" y="242316"/>
                    <a:pt x="432816" y="242316"/>
                  </a:cubicBezTo>
                  <a:close/>
                  <a:moveTo>
                    <a:pt x="0" y="0"/>
                  </a:moveTo>
                  <a:lnTo>
                    <a:pt x="0" y="5539232"/>
                  </a:lnTo>
                  <a:lnTo>
                    <a:pt x="4779264" y="5539232"/>
                  </a:lnTo>
                  <a:lnTo>
                    <a:pt x="4779264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2162277" y="2446777"/>
            <a:ext cx="5567167" cy="6422131"/>
          </a:xfrm>
          <a:custGeom>
            <a:avLst/>
            <a:gdLst/>
            <a:ahLst/>
            <a:cxnLst/>
            <a:rect l="l" t="t" r="r" b="b"/>
            <a:pathLst>
              <a:path w="5567167" h="6422131">
                <a:moveTo>
                  <a:pt x="0" y="0"/>
                </a:moveTo>
                <a:lnTo>
                  <a:pt x="5567167" y="0"/>
                </a:lnTo>
                <a:lnTo>
                  <a:pt x="5567167" y="6422131"/>
                </a:lnTo>
                <a:lnTo>
                  <a:pt x="0" y="64221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57250" y="734982"/>
            <a:ext cx="1817527" cy="74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Abstract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4450" y="4956077"/>
            <a:ext cx="1050917" cy="444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Logic:</a:t>
            </a: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14450" y="2541489"/>
            <a:ext cx="1407276" cy="444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Product:</a:t>
            </a: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4450" y="5927627"/>
            <a:ext cx="1639305" cy="444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Objective:</a:t>
            </a: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76792" y="2541489"/>
            <a:ext cx="7145979" cy="427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lightweight CLI utility for organized task tracking.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14450" y="3484464"/>
            <a:ext cx="9082507" cy="927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Framework:</a:t>
            </a: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Built using C fundamentals for efficient productivity management.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44750" y="4956077"/>
            <a:ext cx="8322440" cy="427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Focuses on modular logic and sequential memory storage.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04263" y="5927627"/>
            <a:ext cx="8412137" cy="427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Aims to solve daily organizational challenges through code.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030200" y="3145217"/>
            <a:ext cx="1745875" cy="283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SYSTEM_CORE.C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7250" y="9127184"/>
            <a:ext cx="4496305" cy="32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 2026 To-Do Management System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58625" y="3857625"/>
            <a:ext cx="6429375" cy="6429375"/>
            <a:chOff x="0" y="0"/>
            <a:chExt cx="5715000" cy="571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0" cy="5715000"/>
            </a:xfrm>
            <a:custGeom>
              <a:avLst/>
              <a:gdLst/>
              <a:ahLst/>
              <a:cxnLst/>
              <a:rect l="l" t="t" r="r" b="b"/>
              <a:pathLst>
                <a:path w="5715000" h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5715000"/>
                  </a:lnTo>
                  <a:lnTo>
                    <a:pt x="0" y="571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000"/>
              </a:blip>
              <a:stretch>
                <a:fillRect r="-33333" b="-3333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1628775"/>
            <a:ext cx="1428750" cy="28575"/>
            <a:chOff x="0" y="0"/>
            <a:chExt cx="952500" cy="19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52500" cy="19050"/>
            </a:xfrm>
            <a:custGeom>
              <a:avLst/>
              <a:gdLst/>
              <a:ahLst/>
              <a:cxnLst/>
              <a:rect l="l" t="t" r="r" b="b"/>
              <a:pathLst>
                <a:path w="952500" h="19050">
                  <a:moveTo>
                    <a:pt x="0" y="0"/>
                  </a:moveTo>
                  <a:lnTo>
                    <a:pt x="952500" y="0"/>
                  </a:lnTo>
                  <a:lnTo>
                    <a:pt x="952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61995" y="2276470"/>
            <a:ext cx="8191495" cy="3433758"/>
            <a:chOff x="0" y="0"/>
            <a:chExt cx="5461000" cy="2289175"/>
          </a:xfrm>
        </p:grpSpPr>
        <p:sp>
          <p:nvSpPr>
            <p:cNvPr id="7" name="Freeform 7"/>
            <p:cNvSpPr/>
            <p:nvPr/>
          </p:nvSpPr>
          <p:spPr>
            <a:xfrm>
              <a:off x="68326" y="68453"/>
              <a:ext cx="5324094" cy="2152269"/>
            </a:xfrm>
            <a:custGeom>
              <a:avLst/>
              <a:gdLst/>
              <a:ahLst/>
              <a:cxnLst/>
              <a:rect l="l" t="t" r="r" b="b"/>
              <a:pathLst>
                <a:path w="5324094" h="2152269">
                  <a:moveTo>
                    <a:pt x="0" y="2100072"/>
                  </a:moveTo>
                  <a:lnTo>
                    <a:pt x="0" y="52197"/>
                  </a:lnTo>
                  <a:cubicBezTo>
                    <a:pt x="0" y="48768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lnTo>
                    <a:pt x="5271897" y="0"/>
                  </a:lnTo>
                  <a:cubicBezTo>
                    <a:pt x="5275326" y="0"/>
                    <a:pt x="5278755" y="381"/>
                    <a:pt x="5282057" y="1016"/>
                  </a:cubicBezTo>
                  <a:cubicBezTo>
                    <a:pt x="5285359" y="1651"/>
                    <a:pt x="5288661" y="2667"/>
                    <a:pt x="5291836" y="3937"/>
                  </a:cubicBezTo>
                  <a:cubicBezTo>
                    <a:pt x="5295011" y="5207"/>
                    <a:pt x="5298059" y="6858"/>
                    <a:pt x="5300853" y="8763"/>
                  </a:cubicBezTo>
                  <a:cubicBezTo>
                    <a:pt x="5303647" y="10668"/>
                    <a:pt x="5306314" y="12827"/>
                    <a:pt x="5308854" y="15240"/>
                  </a:cubicBezTo>
                  <a:cubicBezTo>
                    <a:pt x="5311394" y="17653"/>
                    <a:pt x="5313426" y="20320"/>
                    <a:pt x="5315331" y="23241"/>
                  </a:cubicBezTo>
                  <a:cubicBezTo>
                    <a:pt x="5317236" y="26162"/>
                    <a:pt x="5318887" y="29083"/>
                    <a:pt x="5320157" y="32258"/>
                  </a:cubicBezTo>
                  <a:cubicBezTo>
                    <a:pt x="5321427" y="35433"/>
                    <a:pt x="5322443" y="38735"/>
                    <a:pt x="5323078" y="42037"/>
                  </a:cubicBezTo>
                  <a:cubicBezTo>
                    <a:pt x="5323713" y="45339"/>
                    <a:pt x="5324094" y="48768"/>
                    <a:pt x="5324094" y="52197"/>
                  </a:cubicBezTo>
                  <a:lnTo>
                    <a:pt x="5324094" y="2100072"/>
                  </a:lnTo>
                  <a:cubicBezTo>
                    <a:pt x="5324094" y="2103501"/>
                    <a:pt x="5323713" y="2106930"/>
                    <a:pt x="5323078" y="2110232"/>
                  </a:cubicBezTo>
                  <a:cubicBezTo>
                    <a:pt x="5322443" y="2113534"/>
                    <a:pt x="5321427" y="2116836"/>
                    <a:pt x="5320157" y="2120011"/>
                  </a:cubicBezTo>
                  <a:cubicBezTo>
                    <a:pt x="5318887" y="2123186"/>
                    <a:pt x="5317236" y="2126234"/>
                    <a:pt x="5315331" y="2129028"/>
                  </a:cubicBezTo>
                  <a:cubicBezTo>
                    <a:pt x="5313426" y="2131822"/>
                    <a:pt x="5311267" y="2134489"/>
                    <a:pt x="5308854" y="2137029"/>
                  </a:cubicBezTo>
                  <a:cubicBezTo>
                    <a:pt x="5306441" y="2139569"/>
                    <a:pt x="5303774" y="2141601"/>
                    <a:pt x="5300853" y="2143506"/>
                  </a:cubicBezTo>
                  <a:cubicBezTo>
                    <a:pt x="5297932" y="2145411"/>
                    <a:pt x="5295011" y="2147062"/>
                    <a:pt x="5291836" y="2148332"/>
                  </a:cubicBezTo>
                  <a:cubicBezTo>
                    <a:pt x="5288661" y="2149602"/>
                    <a:pt x="5285359" y="2150618"/>
                    <a:pt x="5282057" y="2151253"/>
                  </a:cubicBezTo>
                  <a:cubicBezTo>
                    <a:pt x="5278755" y="2151888"/>
                    <a:pt x="5275326" y="2152269"/>
                    <a:pt x="5271897" y="2152269"/>
                  </a:cubicBezTo>
                  <a:lnTo>
                    <a:pt x="52324" y="2152269"/>
                  </a:lnTo>
                  <a:cubicBezTo>
                    <a:pt x="48895" y="2152269"/>
                    <a:pt x="45466" y="2151888"/>
                    <a:pt x="42164" y="2151253"/>
                  </a:cubicBezTo>
                  <a:cubicBezTo>
                    <a:pt x="38862" y="2150618"/>
                    <a:pt x="35560" y="2149602"/>
                    <a:pt x="32385" y="2148332"/>
                  </a:cubicBezTo>
                  <a:cubicBezTo>
                    <a:pt x="29210" y="2147062"/>
                    <a:pt x="26162" y="2145411"/>
                    <a:pt x="23368" y="2143506"/>
                  </a:cubicBezTo>
                  <a:cubicBezTo>
                    <a:pt x="20574" y="2141601"/>
                    <a:pt x="17907" y="2139442"/>
                    <a:pt x="15367" y="2137029"/>
                  </a:cubicBezTo>
                  <a:cubicBezTo>
                    <a:pt x="12827" y="2134616"/>
                    <a:pt x="10795" y="2131949"/>
                    <a:pt x="8890" y="2129028"/>
                  </a:cubicBezTo>
                  <a:cubicBezTo>
                    <a:pt x="6985" y="2126107"/>
                    <a:pt x="5334" y="2123186"/>
                    <a:pt x="4064" y="2120011"/>
                  </a:cubicBezTo>
                  <a:cubicBezTo>
                    <a:pt x="2794" y="2116836"/>
                    <a:pt x="1778" y="2113534"/>
                    <a:pt x="1143" y="2110232"/>
                  </a:cubicBezTo>
                  <a:cubicBezTo>
                    <a:pt x="508" y="2106930"/>
                    <a:pt x="127" y="2103501"/>
                    <a:pt x="127" y="2100072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373" y="63500"/>
              <a:ext cx="5334254" cy="2162302"/>
            </a:xfrm>
            <a:custGeom>
              <a:avLst/>
              <a:gdLst/>
              <a:ahLst/>
              <a:cxnLst/>
              <a:rect l="l" t="t" r="r" b="b"/>
              <a:pathLst>
                <a:path w="5334254" h="2162302">
                  <a:moveTo>
                    <a:pt x="127" y="2105025"/>
                  </a:moveTo>
                  <a:lnTo>
                    <a:pt x="127" y="57150"/>
                  </a:lnTo>
                  <a:lnTo>
                    <a:pt x="4953" y="57150"/>
                  </a:lnTo>
                  <a:lnTo>
                    <a:pt x="127" y="57150"/>
                  </a:lnTo>
                  <a:cubicBezTo>
                    <a:pt x="127" y="53340"/>
                    <a:pt x="508" y="49657"/>
                    <a:pt x="1270" y="45974"/>
                  </a:cubicBezTo>
                  <a:lnTo>
                    <a:pt x="5969" y="46863"/>
                  </a:lnTo>
                  <a:lnTo>
                    <a:pt x="1270" y="45974"/>
                  </a:lnTo>
                  <a:cubicBezTo>
                    <a:pt x="2032" y="42291"/>
                    <a:pt x="3048" y="38735"/>
                    <a:pt x="4572" y="35306"/>
                  </a:cubicBezTo>
                  <a:cubicBezTo>
                    <a:pt x="5969" y="31877"/>
                    <a:pt x="7747" y="28575"/>
                    <a:pt x="9906" y="25400"/>
                  </a:cubicBezTo>
                  <a:lnTo>
                    <a:pt x="13843" y="28067"/>
                  </a:lnTo>
                  <a:lnTo>
                    <a:pt x="9779" y="25400"/>
                  </a:lnTo>
                  <a:cubicBezTo>
                    <a:pt x="11811" y="22225"/>
                    <a:pt x="14224" y="19431"/>
                    <a:pt x="16891" y="16764"/>
                  </a:cubicBezTo>
                  <a:lnTo>
                    <a:pt x="20320" y="20193"/>
                  </a:lnTo>
                  <a:lnTo>
                    <a:pt x="16891" y="16764"/>
                  </a:lnTo>
                  <a:cubicBezTo>
                    <a:pt x="19558" y="14097"/>
                    <a:pt x="22479" y="11684"/>
                    <a:pt x="25527" y="9652"/>
                  </a:cubicBezTo>
                  <a:lnTo>
                    <a:pt x="28194" y="13589"/>
                  </a:lnTo>
                  <a:lnTo>
                    <a:pt x="25527" y="9652"/>
                  </a:lnTo>
                  <a:cubicBezTo>
                    <a:pt x="28702" y="7620"/>
                    <a:pt x="32004" y="5842"/>
                    <a:pt x="35433" y="4318"/>
                  </a:cubicBezTo>
                  <a:lnTo>
                    <a:pt x="37211" y="8763"/>
                  </a:lnTo>
                  <a:lnTo>
                    <a:pt x="35433" y="4318"/>
                  </a:lnTo>
                  <a:cubicBezTo>
                    <a:pt x="38862" y="2921"/>
                    <a:pt x="42418" y="1778"/>
                    <a:pt x="46101" y="1016"/>
                  </a:cubicBezTo>
                  <a:cubicBezTo>
                    <a:pt x="49784" y="381"/>
                    <a:pt x="53467" y="0"/>
                    <a:pt x="57277" y="0"/>
                  </a:cubicBezTo>
                  <a:lnTo>
                    <a:pt x="57277" y="4826"/>
                  </a:lnTo>
                  <a:lnTo>
                    <a:pt x="57277" y="0"/>
                  </a:lnTo>
                  <a:lnTo>
                    <a:pt x="5276977" y="0"/>
                  </a:lnTo>
                  <a:lnTo>
                    <a:pt x="5276977" y="4826"/>
                  </a:lnTo>
                  <a:lnTo>
                    <a:pt x="5276977" y="0"/>
                  </a:lnTo>
                  <a:cubicBezTo>
                    <a:pt x="5280787" y="0"/>
                    <a:pt x="5284470" y="381"/>
                    <a:pt x="5288153" y="1143"/>
                  </a:cubicBezTo>
                  <a:cubicBezTo>
                    <a:pt x="5291836" y="1905"/>
                    <a:pt x="5295392" y="2921"/>
                    <a:pt x="5298821" y="4445"/>
                  </a:cubicBezTo>
                  <a:lnTo>
                    <a:pt x="5297043" y="8890"/>
                  </a:lnTo>
                  <a:lnTo>
                    <a:pt x="5298821" y="4445"/>
                  </a:lnTo>
                  <a:cubicBezTo>
                    <a:pt x="5302250" y="5842"/>
                    <a:pt x="5305552" y="7620"/>
                    <a:pt x="5308727" y="9779"/>
                  </a:cubicBezTo>
                  <a:lnTo>
                    <a:pt x="5306060" y="13716"/>
                  </a:lnTo>
                  <a:lnTo>
                    <a:pt x="5308727" y="9779"/>
                  </a:lnTo>
                  <a:cubicBezTo>
                    <a:pt x="5311902" y="11811"/>
                    <a:pt x="5314696" y="14224"/>
                    <a:pt x="5317363" y="16891"/>
                  </a:cubicBezTo>
                  <a:lnTo>
                    <a:pt x="5313934" y="20320"/>
                  </a:lnTo>
                  <a:lnTo>
                    <a:pt x="5317363" y="16891"/>
                  </a:lnTo>
                  <a:cubicBezTo>
                    <a:pt x="5320030" y="19558"/>
                    <a:pt x="5322443" y="22479"/>
                    <a:pt x="5324475" y="25527"/>
                  </a:cubicBezTo>
                  <a:lnTo>
                    <a:pt x="5320538" y="28194"/>
                  </a:lnTo>
                  <a:lnTo>
                    <a:pt x="5324475" y="25527"/>
                  </a:lnTo>
                  <a:cubicBezTo>
                    <a:pt x="5326507" y="28702"/>
                    <a:pt x="5328285" y="32004"/>
                    <a:pt x="5329809" y="35433"/>
                  </a:cubicBezTo>
                  <a:cubicBezTo>
                    <a:pt x="5331206" y="38862"/>
                    <a:pt x="5332349" y="42418"/>
                    <a:pt x="5333111" y="46101"/>
                  </a:cubicBezTo>
                  <a:lnTo>
                    <a:pt x="5328412" y="46990"/>
                  </a:lnTo>
                  <a:lnTo>
                    <a:pt x="5333111" y="46101"/>
                  </a:lnTo>
                  <a:cubicBezTo>
                    <a:pt x="5333873" y="49784"/>
                    <a:pt x="5334254" y="53467"/>
                    <a:pt x="5334254" y="57277"/>
                  </a:cubicBezTo>
                  <a:lnTo>
                    <a:pt x="5329428" y="57277"/>
                  </a:lnTo>
                  <a:lnTo>
                    <a:pt x="5334254" y="57277"/>
                  </a:lnTo>
                  <a:lnTo>
                    <a:pt x="5334254" y="2105025"/>
                  </a:lnTo>
                  <a:lnTo>
                    <a:pt x="5329428" y="2105025"/>
                  </a:lnTo>
                  <a:lnTo>
                    <a:pt x="5334254" y="2105025"/>
                  </a:lnTo>
                  <a:cubicBezTo>
                    <a:pt x="5334254" y="2108835"/>
                    <a:pt x="5333873" y="2112518"/>
                    <a:pt x="5333111" y="2116201"/>
                  </a:cubicBezTo>
                  <a:lnTo>
                    <a:pt x="5328412" y="2115312"/>
                  </a:lnTo>
                  <a:lnTo>
                    <a:pt x="5333111" y="2116201"/>
                  </a:lnTo>
                  <a:cubicBezTo>
                    <a:pt x="5332349" y="2119884"/>
                    <a:pt x="5331333" y="2123440"/>
                    <a:pt x="5329809" y="2126869"/>
                  </a:cubicBezTo>
                  <a:lnTo>
                    <a:pt x="5325364" y="2125091"/>
                  </a:lnTo>
                  <a:lnTo>
                    <a:pt x="5329809" y="2126869"/>
                  </a:lnTo>
                  <a:cubicBezTo>
                    <a:pt x="5328412" y="2130298"/>
                    <a:pt x="5326634" y="2133600"/>
                    <a:pt x="5324475" y="2136775"/>
                  </a:cubicBezTo>
                  <a:lnTo>
                    <a:pt x="5320538" y="2134108"/>
                  </a:lnTo>
                  <a:lnTo>
                    <a:pt x="5324475" y="2136775"/>
                  </a:lnTo>
                  <a:cubicBezTo>
                    <a:pt x="5322443" y="2139950"/>
                    <a:pt x="5320030" y="2142744"/>
                    <a:pt x="5317363" y="2145411"/>
                  </a:cubicBezTo>
                  <a:cubicBezTo>
                    <a:pt x="5314696" y="2148078"/>
                    <a:pt x="5311775" y="2150491"/>
                    <a:pt x="5308727" y="2152523"/>
                  </a:cubicBezTo>
                  <a:lnTo>
                    <a:pt x="5306060" y="2148586"/>
                  </a:lnTo>
                  <a:lnTo>
                    <a:pt x="5308727" y="2152523"/>
                  </a:lnTo>
                  <a:cubicBezTo>
                    <a:pt x="5305552" y="2154555"/>
                    <a:pt x="5302250" y="2156333"/>
                    <a:pt x="5298821" y="2157857"/>
                  </a:cubicBezTo>
                  <a:lnTo>
                    <a:pt x="5297043" y="2153412"/>
                  </a:lnTo>
                  <a:lnTo>
                    <a:pt x="5298821" y="2157857"/>
                  </a:lnTo>
                  <a:cubicBezTo>
                    <a:pt x="5295392" y="2159254"/>
                    <a:pt x="5291836" y="2160397"/>
                    <a:pt x="5288153" y="2161159"/>
                  </a:cubicBezTo>
                  <a:cubicBezTo>
                    <a:pt x="5284470" y="2161921"/>
                    <a:pt x="5280787" y="2162302"/>
                    <a:pt x="5276977" y="2162302"/>
                  </a:cubicBezTo>
                  <a:lnTo>
                    <a:pt x="57277" y="2162302"/>
                  </a:lnTo>
                  <a:cubicBezTo>
                    <a:pt x="53467" y="2162302"/>
                    <a:pt x="49784" y="2161921"/>
                    <a:pt x="46101" y="2161159"/>
                  </a:cubicBezTo>
                  <a:lnTo>
                    <a:pt x="46990" y="2156460"/>
                  </a:lnTo>
                  <a:lnTo>
                    <a:pt x="46101" y="2161159"/>
                  </a:lnTo>
                  <a:cubicBezTo>
                    <a:pt x="42418" y="2160397"/>
                    <a:pt x="38862" y="2159381"/>
                    <a:pt x="35433" y="2157857"/>
                  </a:cubicBezTo>
                  <a:cubicBezTo>
                    <a:pt x="32004" y="2156460"/>
                    <a:pt x="28702" y="2154682"/>
                    <a:pt x="25527" y="2152523"/>
                  </a:cubicBezTo>
                  <a:lnTo>
                    <a:pt x="28194" y="2148586"/>
                  </a:lnTo>
                  <a:lnTo>
                    <a:pt x="25527" y="2152523"/>
                  </a:lnTo>
                  <a:cubicBezTo>
                    <a:pt x="22352" y="2150491"/>
                    <a:pt x="19558" y="2148078"/>
                    <a:pt x="16891" y="2145411"/>
                  </a:cubicBezTo>
                  <a:cubicBezTo>
                    <a:pt x="14224" y="2142744"/>
                    <a:pt x="11811" y="2139823"/>
                    <a:pt x="9779" y="2136775"/>
                  </a:cubicBezTo>
                  <a:cubicBezTo>
                    <a:pt x="7747" y="2133600"/>
                    <a:pt x="5969" y="2130298"/>
                    <a:pt x="4445" y="2126869"/>
                  </a:cubicBezTo>
                  <a:lnTo>
                    <a:pt x="8890" y="2125091"/>
                  </a:lnTo>
                  <a:lnTo>
                    <a:pt x="4445" y="2126869"/>
                  </a:lnTo>
                  <a:cubicBezTo>
                    <a:pt x="3048" y="2123440"/>
                    <a:pt x="1905" y="2119884"/>
                    <a:pt x="1143" y="2116201"/>
                  </a:cubicBezTo>
                  <a:lnTo>
                    <a:pt x="5842" y="2115312"/>
                  </a:lnTo>
                  <a:lnTo>
                    <a:pt x="1143" y="2116201"/>
                  </a:lnTo>
                  <a:cubicBezTo>
                    <a:pt x="381" y="2112518"/>
                    <a:pt x="0" y="2108835"/>
                    <a:pt x="0" y="2105025"/>
                  </a:cubicBezTo>
                  <a:lnTo>
                    <a:pt x="4826" y="2105025"/>
                  </a:lnTo>
                  <a:lnTo>
                    <a:pt x="127" y="2105025"/>
                  </a:lnTo>
                  <a:moveTo>
                    <a:pt x="9652" y="2105025"/>
                  </a:moveTo>
                  <a:cubicBezTo>
                    <a:pt x="9652" y="2108200"/>
                    <a:pt x="9906" y="2111248"/>
                    <a:pt x="10541" y="2114296"/>
                  </a:cubicBezTo>
                  <a:cubicBezTo>
                    <a:pt x="11176" y="2117344"/>
                    <a:pt x="12065" y="2120392"/>
                    <a:pt x="13208" y="2123186"/>
                  </a:cubicBezTo>
                  <a:cubicBezTo>
                    <a:pt x="14351" y="2126107"/>
                    <a:pt x="15875" y="2128774"/>
                    <a:pt x="17653" y="2131441"/>
                  </a:cubicBezTo>
                  <a:lnTo>
                    <a:pt x="13716" y="2134108"/>
                  </a:lnTo>
                  <a:lnTo>
                    <a:pt x="17653" y="2131441"/>
                  </a:lnTo>
                  <a:cubicBezTo>
                    <a:pt x="19431" y="2133981"/>
                    <a:pt x="21336" y="2136394"/>
                    <a:pt x="23622" y="2138680"/>
                  </a:cubicBezTo>
                  <a:lnTo>
                    <a:pt x="20193" y="2142109"/>
                  </a:lnTo>
                  <a:lnTo>
                    <a:pt x="23622" y="2138680"/>
                  </a:lnTo>
                  <a:cubicBezTo>
                    <a:pt x="25781" y="2140839"/>
                    <a:pt x="28194" y="2142871"/>
                    <a:pt x="30861" y="2144649"/>
                  </a:cubicBezTo>
                  <a:cubicBezTo>
                    <a:pt x="33528" y="2146427"/>
                    <a:pt x="36195" y="2147824"/>
                    <a:pt x="39116" y="2149094"/>
                  </a:cubicBezTo>
                  <a:lnTo>
                    <a:pt x="37338" y="2153539"/>
                  </a:lnTo>
                  <a:lnTo>
                    <a:pt x="39116" y="2149094"/>
                  </a:lnTo>
                  <a:cubicBezTo>
                    <a:pt x="42037" y="2150237"/>
                    <a:pt x="44958" y="2151253"/>
                    <a:pt x="48006" y="2151761"/>
                  </a:cubicBezTo>
                  <a:cubicBezTo>
                    <a:pt x="51054" y="2152269"/>
                    <a:pt x="54229" y="2152650"/>
                    <a:pt x="57277" y="2152650"/>
                  </a:cubicBezTo>
                  <a:lnTo>
                    <a:pt x="57277" y="2157349"/>
                  </a:lnTo>
                  <a:lnTo>
                    <a:pt x="57277" y="2152523"/>
                  </a:lnTo>
                  <a:lnTo>
                    <a:pt x="5276977" y="2152523"/>
                  </a:lnTo>
                  <a:lnTo>
                    <a:pt x="5276977" y="2157349"/>
                  </a:lnTo>
                  <a:lnTo>
                    <a:pt x="5276977" y="2152650"/>
                  </a:lnTo>
                  <a:cubicBezTo>
                    <a:pt x="5280152" y="2152650"/>
                    <a:pt x="5283200" y="2152396"/>
                    <a:pt x="5286248" y="2151761"/>
                  </a:cubicBezTo>
                  <a:lnTo>
                    <a:pt x="5287137" y="2156460"/>
                  </a:lnTo>
                  <a:lnTo>
                    <a:pt x="5286248" y="2151761"/>
                  </a:lnTo>
                  <a:cubicBezTo>
                    <a:pt x="5289296" y="2151126"/>
                    <a:pt x="5292344" y="2150237"/>
                    <a:pt x="5295138" y="2149094"/>
                  </a:cubicBezTo>
                  <a:cubicBezTo>
                    <a:pt x="5298059" y="2147951"/>
                    <a:pt x="5300726" y="2146427"/>
                    <a:pt x="5303393" y="2144649"/>
                  </a:cubicBezTo>
                  <a:cubicBezTo>
                    <a:pt x="5305933" y="2142871"/>
                    <a:pt x="5308346" y="2140966"/>
                    <a:pt x="5310632" y="2138680"/>
                  </a:cubicBezTo>
                  <a:lnTo>
                    <a:pt x="5314061" y="2142109"/>
                  </a:lnTo>
                  <a:lnTo>
                    <a:pt x="5310632" y="2138680"/>
                  </a:lnTo>
                  <a:cubicBezTo>
                    <a:pt x="5312791" y="2136521"/>
                    <a:pt x="5314823" y="2134108"/>
                    <a:pt x="5316601" y="2131441"/>
                  </a:cubicBezTo>
                  <a:cubicBezTo>
                    <a:pt x="5318379" y="2128901"/>
                    <a:pt x="5319776" y="2126107"/>
                    <a:pt x="5321046" y="2123186"/>
                  </a:cubicBezTo>
                  <a:cubicBezTo>
                    <a:pt x="5322189" y="2120265"/>
                    <a:pt x="5323205" y="2117344"/>
                    <a:pt x="5323713" y="2114296"/>
                  </a:cubicBezTo>
                  <a:cubicBezTo>
                    <a:pt x="5324348" y="2111248"/>
                    <a:pt x="5324602" y="2108073"/>
                    <a:pt x="5324602" y="2105025"/>
                  </a:cubicBezTo>
                  <a:lnTo>
                    <a:pt x="5324602" y="57150"/>
                  </a:lnTo>
                  <a:cubicBezTo>
                    <a:pt x="5324602" y="53975"/>
                    <a:pt x="5324348" y="50927"/>
                    <a:pt x="5323713" y="47879"/>
                  </a:cubicBezTo>
                  <a:cubicBezTo>
                    <a:pt x="5323078" y="44831"/>
                    <a:pt x="5322189" y="41783"/>
                    <a:pt x="5321046" y="38989"/>
                  </a:cubicBezTo>
                  <a:lnTo>
                    <a:pt x="5325491" y="37211"/>
                  </a:lnTo>
                  <a:lnTo>
                    <a:pt x="5321046" y="38989"/>
                  </a:lnTo>
                  <a:cubicBezTo>
                    <a:pt x="5319903" y="36068"/>
                    <a:pt x="5318379" y="33401"/>
                    <a:pt x="5316601" y="30734"/>
                  </a:cubicBezTo>
                  <a:cubicBezTo>
                    <a:pt x="5314823" y="28194"/>
                    <a:pt x="5312918" y="25781"/>
                    <a:pt x="5310632" y="23495"/>
                  </a:cubicBezTo>
                  <a:cubicBezTo>
                    <a:pt x="5308346" y="21209"/>
                    <a:pt x="5306060" y="19304"/>
                    <a:pt x="5303393" y="17526"/>
                  </a:cubicBezTo>
                  <a:cubicBezTo>
                    <a:pt x="5300853" y="15748"/>
                    <a:pt x="5298059" y="14351"/>
                    <a:pt x="5295138" y="13081"/>
                  </a:cubicBezTo>
                  <a:cubicBezTo>
                    <a:pt x="5292217" y="11938"/>
                    <a:pt x="5289296" y="10922"/>
                    <a:pt x="5286248" y="10414"/>
                  </a:cubicBezTo>
                  <a:lnTo>
                    <a:pt x="5287137" y="5715"/>
                  </a:lnTo>
                  <a:lnTo>
                    <a:pt x="5286248" y="10414"/>
                  </a:lnTo>
                  <a:cubicBezTo>
                    <a:pt x="5283200" y="9779"/>
                    <a:pt x="5280025" y="9525"/>
                    <a:pt x="5276977" y="9525"/>
                  </a:cubicBezTo>
                  <a:lnTo>
                    <a:pt x="57277" y="9525"/>
                  </a:lnTo>
                  <a:cubicBezTo>
                    <a:pt x="54102" y="9525"/>
                    <a:pt x="51054" y="9779"/>
                    <a:pt x="48006" y="10414"/>
                  </a:cubicBezTo>
                  <a:lnTo>
                    <a:pt x="47117" y="5715"/>
                  </a:lnTo>
                  <a:lnTo>
                    <a:pt x="48006" y="10414"/>
                  </a:lnTo>
                  <a:cubicBezTo>
                    <a:pt x="44958" y="11049"/>
                    <a:pt x="41910" y="11938"/>
                    <a:pt x="39116" y="13081"/>
                  </a:cubicBezTo>
                  <a:cubicBezTo>
                    <a:pt x="36195" y="14224"/>
                    <a:pt x="33528" y="15748"/>
                    <a:pt x="30861" y="17526"/>
                  </a:cubicBezTo>
                  <a:cubicBezTo>
                    <a:pt x="28194" y="19304"/>
                    <a:pt x="25908" y="21209"/>
                    <a:pt x="23622" y="23495"/>
                  </a:cubicBezTo>
                  <a:cubicBezTo>
                    <a:pt x="21336" y="25781"/>
                    <a:pt x="19431" y="28067"/>
                    <a:pt x="17653" y="30734"/>
                  </a:cubicBezTo>
                  <a:cubicBezTo>
                    <a:pt x="15875" y="33274"/>
                    <a:pt x="14478" y="36068"/>
                    <a:pt x="13208" y="38989"/>
                  </a:cubicBezTo>
                  <a:lnTo>
                    <a:pt x="8763" y="37211"/>
                  </a:lnTo>
                  <a:lnTo>
                    <a:pt x="13208" y="38989"/>
                  </a:lnTo>
                  <a:cubicBezTo>
                    <a:pt x="12065" y="41910"/>
                    <a:pt x="11049" y="44831"/>
                    <a:pt x="10541" y="47879"/>
                  </a:cubicBezTo>
                  <a:cubicBezTo>
                    <a:pt x="10033" y="50927"/>
                    <a:pt x="9652" y="54102"/>
                    <a:pt x="9652" y="57150"/>
                  </a:cubicBezTo>
                  <a:lnTo>
                    <a:pt x="9652" y="2105025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334495" y="2276470"/>
            <a:ext cx="8191495" cy="3433758"/>
            <a:chOff x="0" y="0"/>
            <a:chExt cx="5461000" cy="2289175"/>
          </a:xfrm>
        </p:grpSpPr>
        <p:sp>
          <p:nvSpPr>
            <p:cNvPr id="10" name="Freeform 10"/>
            <p:cNvSpPr/>
            <p:nvPr/>
          </p:nvSpPr>
          <p:spPr>
            <a:xfrm>
              <a:off x="68326" y="68453"/>
              <a:ext cx="5324094" cy="2152269"/>
            </a:xfrm>
            <a:custGeom>
              <a:avLst/>
              <a:gdLst/>
              <a:ahLst/>
              <a:cxnLst/>
              <a:rect l="l" t="t" r="r" b="b"/>
              <a:pathLst>
                <a:path w="5324094" h="2152269">
                  <a:moveTo>
                    <a:pt x="0" y="2100072"/>
                  </a:moveTo>
                  <a:lnTo>
                    <a:pt x="0" y="52197"/>
                  </a:lnTo>
                  <a:cubicBezTo>
                    <a:pt x="0" y="48768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lnTo>
                    <a:pt x="5271897" y="0"/>
                  </a:lnTo>
                  <a:cubicBezTo>
                    <a:pt x="5275326" y="0"/>
                    <a:pt x="5278755" y="381"/>
                    <a:pt x="5282057" y="1016"/>
                  </a:cubicBezTo>
                  <a:cubicBezTo>
                    <a:pt x="5285359" y="1651"/>
                    <a:pt x="5288661" y="2667"/>
                    <a:pt x="5291836" y="3937"/>
                  </a:cubicBezTo>
                  <a:cubicBezTo>
                    <a:pt x="5295011" y="5207"/>
                    <a:pt x="5298059" y="6858"/>
                    <a:pt x="5300853" y="8763"/>
                  </a:cubicBezTo>
                  <a:cubicBezTo>
                    <a:pt x="5303647" y="10668"/>
                    <a:pt x="5306314" y="12827"/>
                    <a:pt x="5308854" y="15240"/>
                  </a:cubicBezTo>
                  <a:cubicBezTo>
                    <a:pt x="5311394" y="17653"/>
                    <a:pt x="5313426" y="20320"/>
                    <a:pt x="5315331" y="23241"/>
                  </a:cubicBezTo>
                  <a:cubicBezTo>
                    <a:pt x="5317236" y="26162"/>
                    <a:pt x="5318887" y="29083"/>
                    <a:pt x="5320157" y="32258"/>
                  </a:cubicBezTo>
                  <a:cubicBezTo>
                    <a:pt x="5321427" y="35433"/>
                    <a:pt x="5322443" y="38735"/>
                    <a:pt x="5323078" y="42037"/>
                  </a:cubicBezTo>
                  <a:cubicBezTo>
                    <a:pt x="5323713" y="45339"/>
                    <a:pt x="5324094" y="48768"/>
                    <a:pt x="5324094" y="52197"/>
                  </a:cubicBezTo>
                  <a:lnTo>
                    <a:pt x="5324094" y="2100072"/>
                  </a:lnTo>
                  <a:cubicBezTo>
                    <a:pt x="5324094" y="2103501"/>
                    <a:pt x="5323713" y="2106930"/>
                    <a:pt x="5323078" y="2110232"/>
                  </a:cubicBezTo>
                  <a:cubicBezTo>
                    <a:pt x="5322443" y="2113534"/>
                    <a:pt x="5321427" y="2116836"/>
                    <a:pt x="5320157" y="2120011"/>
                  </a:cubicBezTo>
                  <a:cubicBezTo>
                    <a:pt x="5318887" y="2123186"/>
                    <a:pt x="5317236" y="2126234"/>
                    <a:pt x="5315331" y="2129028"/>
                  </a:cubicBezTo>
                  <a:cubicBezTo>
                    <a:pt x="5313426" y="2131822"/>
                    <a:pt x="5311267" y="2134489"/>
                    <a:pt x="5308854" y="2137029"/>
                  </a:cubicBezTo>
                  <a:cubicBezTo>
                    <a:pt x="5306441" y="2139569"/>
                    <a:pt x="5303774" y="2141601"/>
                    <a:pt x="5300853" y="2143506"/>
                  </a:cubicBezTo>
                  <a:cubicBezTo>
                    <a:pt x="5297932" y="2145411"/>
                    <a:pt x="5295011" y="2147062"/>
                    <a:pt x="5291836" y="2148332"/>
                  </a:cubicBezTo>
                  <a:cubicBezTo>
                    <a:pt x="5288661" y="2149602"/>
                    <a:pt x="5285359" y="2150618"/>
                    <a:pt x="5282057" y="2151253"/>
                  </a:cubicBezTo>
                  <a:cubicBezTo>
                    <a:pt x="5278755" y="2151888"/>
                    <a:pt x="5275326" y="2152269"/>
                    <a:pt x="5271897" y="2152269"/>
                  </a:cubicBezTo>
                  <a:lnTo>
                    <a:pt x="52324" y="2152269"/>
                  </a:lnTo>
                  <a:cubicBezTo>
                    <a:pt x="48895" y="2152269"/>
                    <a:pt x="45466" y="2151888"/>
                    <a:pt x="42164" y="2151253"/>
                  </a:cubicBezTo>
                  <a:cubicBezTo>
                    <a:pt x="38862" y="2150618"/>
                    <a:pt x="35560" y="2149602"/>
                    <a:pt x="32385" y="2148332"/>
                  </a:cubicBezTo>
                  <a:cubicBezTo>
                    <a:pt x="29210" y="2147062"/>
                    <a:pt x="26162" y="2145411"/>
                    <a:pt x="23368" y="2143506"/>
                  </a:cubicBezTo>
                  <a:cubicBezTo>
                    <a:pt x="20574" y="2141601"/>
                    <a:pt x="17907" y="2139442"/>
                    <a:pt x="15367" y="2137029"/>
                  </a:cubicBezTo>
                  <a:cubicBezTo>
                    <a:pt x="12827" y="2134616"/>
                    <a:pt x="10795" y="2131949"/>
                    <a:pt x="8890" y="2129028"/>
                  </a:cubicBezTo>
                  <a:cubicBezTo>
                    <a:pt x="6985" y="2126107"/>
                    <a:pt x="5334" y="2123186"/>
                    <a:pt x="4064" y="2120011"/>
                  </a:cubicBezTo>
                  <a:cubicBezTo>
                    <a:pt x="2794" y="2116836"/>
                    <a:pt x="1778" y="2113534"/>
                    <a:pt x="1143" y="2110232"/>
                  </a:cubicBezTo>
                  <a:cubicBezTo>
                    <a:pt x="508" y="2106930"/>
                    <a:pt x="127" y="2103501"/>
                    <a:pt x="127" y="2100072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63373" y="63500"/>
              <a:ext cx="5334254" cy="2162302"/>
            </a:xfrm>
            <a:custGeom>
              <a:avLst/>
              <a:gdLst/>
              <a:ahLst/>
              <a:cxnLst/>
              <a:rect l="l" t="t" r="r" b="b"/>
              <a:pathLst>
                <a:path w="5334254" h="2162302">
                  <a:moveTo>
                    <a:pt x="127" y="2105025"/>
                  </a:moveTo>
                  <a:lnTo>
                    <a:pt x="127" y="57150"/>
                  </a:lnTo>
                  <a:lnTo>
                    <a:pt x="4953" y="57150"/>
                  </a:lnTo>
                  <a:lnTo>
                    <a:pt x="127" y="57150"/>
                  </a:lnTo>
                  <a:cubicBezTo>
                    <a:pt x="127" y="53340"/>
                    <a:pt x="508" y="49657"/>
                    <a:pt x="1270" y="45974"/>
                  </a:cubicBezTo>
                  <a:cubicBezTo>
                    <a:pt x="2032" y="42291"/>
                    <a:pt x="3048" y="38735"/>
                    <a:pt x="4572" y="35306"/>
                  </a:cubicBezTo>
                  <a:cubicBezTo>
                    <a:pt x="5969" y="31877"/>
                    <a:pt x="7747" y="28575"/>
                    <a:pt x="9906" y="25400"/>
                  </a:cubicBezTo>
                  <a:lnTo>
                    <a:pt x="13843" y="28067"/>
                  </a:lnTo>
                  <a:lnTo>
                    <a:pt x="9779" y="25400"/>
                  </a:lnTo>
                  <a:cubicBezTo>
                    <a:pt x="11811" y="22225"/>
                    <a:pt x="14224" y="19431"/>
                    <a:pt x="16891" y="16764"/>
                  </a:cubicBezTo>
                  <a:lnTo>
                    <a:pt x="20320" y="20193"/>
                  </a:lnTo>
                  <a:lnTo>
                    <a:pt x="16891" y="16764"/>
                  </a:lnTo>
                  <a:cubicBezTo>
                    <a:pt x="19558" y="14097"/>
                    <a:pt x="22479" y="11684"/>
                    <a:pt x="25527" y="9652"/>
                  </a:cubicBezTo>
                  <a:lnTo>
                    <a:pt x="28194" y="13589"/>
                  </a:lnTo>
                  <a:lnTo>
                    <a:pt x="25527" y="9652"/>
                  </a:lnTo>
                  <a:cubicBezTo>
                    <a:pt x="28702" y="7620"/>
                    <a:pt x="32004" y="5842"/>
                    <a:pt x="35433" y="4318"/>
                  </a:cubicBezTo>
                  <a:cubicBezTo>
                    <a:pt x="38862" y="2921"/>
                    <a:pt x="42418" y="1778"/>
                    <a:pt x="46101" y="1016"/>
                  </a:cubicBezTo>
                  <a:cubicBezTo>
                    <a:pt x="49784" y="381"/>
                    <a:pt x="53467" y="0"/>
                    <a:pt x="57277" y="0"/>
                  </a:cubicBezTo>
                  <a:lnTo>
                    <a:pt x="57277" y="4826"/>
                  </a:lnTo>
                  <a:lnTo>
                    <a:pt x="57277" y="0"/>
                  </a:lnTo>
                  <a:lnTo>
                    <a:pt x="5276977" y="0"/>
                  </a:lnTo>
                  <a:lnTo>
                    <a:pt x="5276977" y="4826"/>
                  </a:lnTo>
                  <a:lnTo>
                    <a:pt x="5276977" y="0"/>
                  </a:lnTo>
                  <a:cubicBezTo>
                    <a:pt x="5280787" y="0"/>
                    <a:pt x="5284470" y="381"/>
                    <a:pt x="5288153" y="1143"/>
                  </a:cubicBezTo>
                  <a:cubicBezTo>
                    <a:pt x="5291836" y="1905"/>
                    <a:pt x="5295392" y="2921"/>
                    <a:pt x="5298821" y="4445"/>
                  </a:cubicBezTo>
                  <a:lnTo>
                    <a:pt x="5297043" y="8890"/>
                  </a:lnTo>
                  <a:lnTo>
                    <a:pt x="5298821" y="4445"/>
                  </a:lnTo>
                  <a:cubicBezTo>
                    <a:pt x="5302250" y="5842"/>
                    <a:pt x="5305552" y="7620"/>
                    <a:pt x="5308727" y="9779"/>
                  </a:cubicBezTo>
                  <a:lnTo>
                    <a:pt x="5306060" y="13716"/>
                  </a:lnTo>
                  <a:lnTo>
                    <a:pt x="5308727" y="9779"/>
                  </a:lnTo>
                  <a:cubicBezTo>
                    <a:pt x="5311902" y="11811"/>
                    <a:pt x="5314696" y="14224"/>
                    <a:pt x="5317363" y="16891"/>
                  </a:cubicBezTo>
                  <a:lnTo>
                    <a:pt x="5313934" y="20320"/>
                  </a:lnTo>
                  <a:lnTo>
                    <a:pt x="5317363" y="16891"/>
                  </a:lnTo>
                  <a:cubicBezTo>
                    <a:pt x="5320030" y="19558"/>
                    <a:pt x="5322443" y="22479"/>
                    <a:pt x="5324475" y="25527"/>
                  </a:cubicBezTo>
                  <a:lnTo>
                    <a:pt x="5320538" y="28194"/>
                  </a:lnTo>
                  <a:lnTo>
                    <a:pt x="5324475" y="25527"/>
                  </a:lnTo>
                  <a:cubicBezTo>
                    <a:pt x="5326507" y="28702"/>
                    <a:pt x="5328285" y="32004"/>
                    <a:pt x="5329809" y="35433"/>
                  </a:cubicBezTo>
                  <a:cubicBezTo>
                    <a:pt x="5331206" y="38862"/>
                    <a:pt x="5332349" y="42418"/>
                    <a:pt x="5333111" y="46101"/>
                  </a:cubicBezTo>
                  <a:lnTo>
                    <a:pt x="5328412" y="46990"/>
                  </a:lnTo>
                  <a:lnTo>
                    <a:pt x="5333111" y="46101"/>
                  </a:lnTo>
                  <a:cubicBezTo>
                    <a:pt x="5333873" y="49784"/>
                    <a:pt x="5334254" y="53467"/>
                    <a:pt x="5334254" y="57277"/>
                  </a:cubicBezTo>
                  <a:lnTo>
                    <a:pt x="5329428" y="57277"/>
                  </a:lnTo>
                  <a:lnTo>
                    <a:pt x="5334254" y="57277"/>
                  </a:lnTo>
                  <a:lnTo>
                    <a:pt x="5334254" y="2105025"/>
                  </a:lnTo>
                  <a:lnTo>
                    <a:pt x="5329428" y="2105025"/>
                  </a:lnTo>
                  <a:lnTo>
                    <a:pt x="5334254" y="2105025"/>
                  </a:lnTo>
                  <a:cubicBezTo>
                    <a:pt x="5334254" y="2108835"/>
                    <a:pt x="5333873" y="2112518"/>
                    <a:pt x="5333111" y="2116201"/>
                  </a:cubicBezTo>
                  <a:lnTo>
                    <a:pt x="5328412" y="2115312"/>
                  </a:lnTo>
                  <a:lnTo>
                    <a:pt x="5333111" y="2116201"/>
                  </a:lnTo>
                  <a:cubicBezTo>
                    <a:pt x="5332349" y="2119884"/>
                    <a:pt x="5331333" y="2123440"/>
                    <a:pt x="5329809" y="2126869"/>
                  </a:cubicBezTo>
                  <a:lnTo>
                    <a:pt x="5325364" y="2125091"/>
                  </a:lnTo>
                  <a:lnTo>
                    <a:pt x="5329809" y="2126869"/>
                  </a:lnTo>
                  <a:cubicBezTo>
                    <a:pt x="5328412" y="2130298"/>
                    <a:pt x="5326634" y="2133600"/>
                    <a:pt x="5324475" y="2136775"/>
                  </a:cubicBezTo>
                  <a:lnTo>
                    <a:pt x="5320538" y="2134108"/>
                  </a:lnTo>
                  <a:lnTo>
                    <a:pt x="5324475" y="2136775"/>
                  </a:lnTo>
                  <a:cubicBezTo>
                    <a:pt x="5322443" y="2139950"/>
                    <a:pt x="5320030" y="2142744"/>
                    <a:pt x="5317363" y="2145411"/>
                  </a:cubicBezTo>
                  <a:cubicBezTo>
                    <a:pt x="5314696" y="2148078"/>
                    <a:pt x="5311775" y="2150491"/>
                    <a:pt x="5308727" y="2152523"/>
                  </a:cubicBezTo>
                  <a:lnTo>
                    <a:pt x="5306060" y="2148586"/>
                  </a:lnTo>
                  <a:lnTo>
                    <a:pt x="5308727" y="2152523"/>
                  </a:lnTo>
                  <a:cubicBezTo>
                    <a:pt x="5305552" y="2154555"/>
                    <a:pt x="5302250" y="2156333"/>
                    <a:pt x="5298821" y="2157857"/>
                  </a:cubicBezTo>
                  <a:lnTo>
                    <a:pt x="5297043" y="2153412"/>
                  </a:lnTo>
                  <a:lnTo>
                    <a:pt x="5298821" y="2157857"/>
                  </a:lnTo>
                  <a:cubicBezTo>
                    <a:pt x="5295392" y="2159254"/>
                    <a:pt x="5291836" y="2160397"/>
                    <a:pt x="5288153" y="2161159"/>
                  </a:cubicBezTo>
                  <a:cubicBezTo>
                    <a:pt x="5284470" y="2161921"/>
                    <a:pt x="5280787" y="2162302"/>
                    <a:pt x="5276977" y="2162302"/>
                  </a:cubicBezTo>
                  <a:lnTo>
                    <a:pt x="57277" y="2162302"/>
                  </a:lnTo>
                  <a:cubicBezTo>
                    <a:pt x="53467" y="2162302"/>
                    <a:pt x="49784" y="2161921"/>
                    <a:pt x="46101" y="2161159"/>
                  </a:cubicBezTo>
                  <a:lnTo>
                    <a:pt x="46990" y="2156460"/>
                  </a:lnTo>
                  <a:lnTo>
                    <a:pt x="46101" y="2161159"/>
                  </a:lnTo>
                  <a:cubicBezTo>
                    <a:pt x="42418" y="2160397"/>
                    <a:pt x="38862" y="2159381"/>
                    <a:pt x="35433" y="2157857"/>
                  </a:cubicBezTo>
                  <a:cubicBezTo>
                    <a:pt x="32004" y="2156460"/>
                    <a:pt x="28702" y="2154682"/>
                    <a:pt x="25527" y="2152523"/>
                  </a:cubicBezTo>
                  <a:lnTo>
                    <a:pt x="28194" y="2148586"/>
                  </a:lnTo>
                  <a:lnTo>
                    <a:pt x="25527" y="2152523"/>
                  </a:lnTo>
                  <a:cubicBezTo>
                    <a:pt x="22352" y="2150491"/>
                    <a:pt x="19558" y="2148078"/>
                    <a:pt x="16891" y="2145411"/>
                  </a:cubicBezTo>
                  <a:cubicBezTo>
                    <a:pt x="14224" y="2142744"/>
                    <a:pt x="11811" y="2139823"/>
                    <a:pt x="9779" y="2136775"/>
                  </a:cubicBezTo>
                  <a:lnTo>
                    <a:pt x="13716" y="2134108"/>
                  </a:lnTo>
                  <a:lnTo>
                    <a:pt x="9779" y="2136775"/>
                  </a:lnTo>
                  <a:cubicBezTo>
                    <a:pt x="7747" y="2133600"/>
                    <a:pt x="5969" y="2130298"/>
                    <a:pt x="4445" y="2126869"/>
                  </a:cubicBezTo>
                  <a:lnTo>
                    <a:pt x="8890" y="2125091"/>
                  </a:lnTo>
                  <a:lnTo>
                    <a:pt x="4445" y="2126869"/>
                  </a:lnTo>
                  <a:cubicBezTo>
                    <a:pt x="3048" y="2123440"/>
                    <a:pt x="1905" y="2119884"/>
                    <a:pt x="1143" y="2116201"/>
                  </a:cubicBezTo>
                  <a:cubicBezTo>
                    <a:pt x="381" y="2112518"/>
                    <a:pt x="0" y="2108835"/>
                    <a:pt x="0" y="2105025"/>
                  </a:cubicBezTo>
                  <a:lnTo>
                    <a:pt x="4826" y="2105025"/>
                  </a:lnTo>
                  <a:lnTo>
                    <a:pt x="127" y="2105025"/>
                  </a:lnTo>
                  <a:moveTo>
                    <a:pt x="9652" y="2105025"/>
                  </a:moveTo>
                  <a:cubicBezTo>
                    <a:pt x="9652" y="2108200"/>
                    <a:pt x="9906" y="2111248"/>
                    <a:pt x="10541" y="2114296"/>
                  </a:cubicBezTo>
                  <a:lnTo>
                    <a:pt x="5842" y="2115185"/>
                  </a:lnTo>
                  <a:lnTo>
                    <a:pt x="10541" y="2114296"/>
                  </a:lnTo>
                  <a:cubicBezTo>
                    <a:pt x="11176" y="2117344"/>
                    <a:pt x="12065" y="2120392"/>
                    <a:pt x="13208" y="2123186"/>
                  </a:cubicBezTo>
                  <a:cubicBezTo>
                    <a:pt x="14351" y="2126107"/>
                    <a:pt x="15875" y="2128774"/>
                    <a:pt x="17653" y="2131441"/>
                  </a:cubicBezTo>
                  <a:cubicBezTo>
                    <a:pt x="19431" y="2134108"/>
                    <a:pt x="21336" y="2136394"/>
                    <a:pt x="23622" y="2138680"/>
                  </a:cubicBezTo>
                  <a:lnTo>
                    <a:pt x="20193" y="2142109"/>
                  </a:lnTo>
                  <a:lnTo>
                    <a:pt x="23622" y="2138680"/>
                  </a:lnTo>
                  <a:cubicBezTo>
                    <a:pt x="25781" y="2140839"/>
                    <a:pt x="28194" y="2142871"/>
                    <a:pt x="30861" y="2144649"/>
                  </a:cubicBezTo>
                  <a:cubicBezTo>
                    <a:pt x="33401" y="2146427"/>
                    <a:pt x="36195" y="2147824"/>
                    <a:pt x="39116" y="2149094"/>
                  </a:cubicBezTo>
                  <a:lnTo>
                    <a:pt x="37338" y="2153539"/>
                  </a:lnTo>
                  <a:lnTo>
                    <a:pt x="39116" y="2149094"/>
                  </a:lnTo>
                  <a:cubicBezTo>
                    <a:pt x="42037" y="2150237"/>
                    <a:pt x="44958" y="2151253"/>
                    <a:pt x="48006" y="2151761"/>
                  </a:cubicBezTo>
                  <a:cubicBezTo>
                    <a:pt x="51054" y="2152269"/>
                    <a:pt x="54229" y="2152650"/>
                    <a:pt x="57277" y="2152650"/>
                  </a:cubicBezTo>
                  <a:lnTo>
                    <a:pt x="57277" y="2157349"/>
                  </a:lnTo>
                  <a:lnTo>
                    <a:pt x="57277" y="2152523"/>
                  </a:lnTo>
                  <a:lnTo>
                    <a:pt x="5276977" y="2152523"/>
                  </a:lnTo>
                  <a:lnTo>
                    <a:pt x="5276977" y="2157349"/>
                  </a:lnTo>
                  <a:lnTo>
                    <a:pt x="5276977" y="2152650"/>
                  </a:lnTo>
                  <a:cubicBezTo>
                    <a:pt x="5280152" y="2152650"/>
                    <a:pt x="5283200" y="2152396"/>
                    <a:pt x="5286248" y="2151761"/>
                  </a:cubicBezTo>
                  <a:lnTo>
                    <a:pt x="5287137" y="2156460"/>
                  </a:lnTo>
                  <a:lnTo>
                    <a:pt x="5286248" y="2151761"/>
                  </a:lnTo>
                  <a:cubicBezTo>
                    <a:pt x="5289296" y="2151126"/>
                    <a:pt x="5292344" y="2150237"/>
                    <a:pt x="5295138" y="2149094"/>
                  </a:cubicBezTo>
                  <a:cubicBezTo>
                    <a:pt x="5298059" y="2147951"/>
                    <a:pt x="5300726" y="2146427"/>
                    <a:pt x="5303393" y="2144649"/>
                  </a:cubicBezTo>
                  <a:cubicBezTo>
                    <a:pt x="5305933" y="2142871"/>
                    <a:pt x="5308346" y="2140966"/>
                    <a:pt x="5310632" y="2138680"/>
                  </a:cubicBezTo>
                  <a:lnTo>
                    <a:pt x="5314061" y="2142109"/>
                  </a:lnTo>
                  <a:lnTo>
                    <a:pt x="5310632" y="2138680"/>
                  </a:lnTo>
                  <a:cubicBezTo>
                    <a:pt x="5312791" y="2136521"/>
                    <a:pt x="5314823" y="2134108"/>
                    <a:pt x="5316601" y="2131441"/>
                  </a:cubicBezTo>
                  <a:cubicBezTo>
                    <a:pt x="5318379" y="2128901"/>
                    <a:pt x="5319776" y="2126107"/>
                    <a:pt x="5321046" y="2123186"/>
                  </a:cubicBezTo>
                  <a:cubicBezTo>
                    <a:pt x="5322189" y="2120265"/>
                    <a:pt x="5323205" y="2117344"/>
                    <a:pt x="5323713" y="2114296"/>
                  </a:cubicBezTo>
                  <a:cubicBezTo>
                    <a:pt x="5324348" y="2111248"/>
                    <a:pt x="5324602" y="2108073"/>
                    <a:pt x="5324602" y="2105025"/>
                  </a:cubicBezTo>
                  <a:lnTo>
                    <a:pt x="5324602" y="57150"/>
                  </a:lnTo>
                  <a:cubicBezTo>
                    <a:pt x="5324602" y="53975"/>
                    <a:pt x="5324348" y="50927"/>
                    <a:pt x="5323713" y="47879"/>
                  </a:cubicBezTo>
                  <a:cubicBezTo>
                    <a:pt x="5323078" y="44831"/>
                    <a:pt x="5322189" y="41783"/>
                    <a:pt x="5321046" y="38989"/>
                  </a:cubicBezTo>
                  <a:lnTo>
                    <a:pt x="5325491" y="37211"/>
                  </a:lnTo>
                  <a:lnTo>
                    <a:pt x="5321046" y="38989"/>
                  </a:lnTo>
                  <a:cubicBezTo>
                    <a:pt x="5319903" y="36068"/>
                    <a:pt x="5318379" y="33401"/>
                    <a:pt x="5316601" y="30734"/>
                  </a:cubicBezTo>
                  <a:cubicBezTo>
                    <a:pt x="5314823" y="28194"/>
                    <a:pt x="5312918" y="25781"/>
                    <a:pt x="5310632" y="23495"/>
                  </a:cubicBezTo>
                  <a:cubicBezTo>
                    <a:pt x="5308346" y="21209"/>
                    <a:pt x="5306060" y="19304"/>
                    <a:pt x="5303393" y="17526"/>
                  </a:cubicBezTo>
                  <a:cubicBezTo>
                    <a:pt x="5300853" y="15748"/>
                    <a:pt x="5298059" y="14351"/>
                    <a:pt x="5295138" y="13081"/>
                  </a:cubicBezTo>
                  <a:cubicBezTo>
                    <a:pt x="5292217" y="11938"/>
                    <a:pt x="5289296" y="10922"/>
                    <a:pt x="5286248" y="10414"/>
                  </a:cubicBezTo>
                  <a:lnTo>
                    <a:pt x="5287137" y="5715"/>
                  </a:lnTo>
                  <a:lnTo>
                    <a:pt x="5286248" y="10414"/>
                  </a:lnTo>
                  <a:cubicBezTo>
                    <a:pt x="5283200" y="9779"/>
                    <a:pt x="5280025" y="9525"/>
                    <a:pt x="5276977" y="9525"/>
                  </a:cubicBezTo>
                  <a:lnTo>
                    <a:pt x="57277" y="9525"/>
                  </a:lnTo>
                  <a:cubicBezTo>
                    <a:pt x="54102" y="9525"/>
                    <a:pt x="51054" y="9779"/>
                    <a:pt x="48006" y="10414"/>
                  </a:cubicBezTo>
                  <a:lnTo>
                    <a:pt x="47117" y="5715"/>
                  </a:lnTo>
                  <a:lnTo>
                    <a:pt x="48006" y="10414"/>
                  </a:lnTo>
                  <a:cubicBezTo>
                    <a:pt x="44958" y="11049"/>
                    <a:pt x="41910" y="11938"/>
                    <a:pt x="39116" y="13081"/>
                  </a:cubicBezTo>
                  <a:lnTo>
                    <a:pt x="37338" y="8636"/>
                  </a:lnTo>
                  <a:lnTo>
                    <a:pt x="39116" y="13081"/>
                  </a:lnTo>
                  <a:cubicBezTo>
                    <a:pt x="36195" y="14224"/>
                    <a:pt x="33528" y="15748"/>
                    <a:pt x="30861" y="17526"/>
                  </a:cubicBezTo>
                  <a:cubicBezTo>
                    <a:pt x="28321" y="19304"/>
                    <a:pt x="25908" y="21209"/>
                    <a:pt x="23622" y="23495"/>
                  </a:cubicBezTo>
                  <a:cubicBezTo>
                    <a:pt x="21336" y="25781"/>
                    <a:pt x="19431" y="28067"/>
                    <a:pt x="17653" y="30734"/>
                  </a:cubicBezTo>
                  <a:cubicBezTo>
                    <a:pt x="15875" y="33274"/>
                    <a:pt x="14478" y="36068"/>
                    <a:pt x="13208" y="38989"/>
                  </a:cubicBezTo>
                  <a:lnTo>
                    <a:pt x="8763" y="37211"/>
                  </a:lnTo>
                  <a:lnTo>
                    <a:pt x="13208" y="38989"/>
                  </a:lnTo>
                  <a:cubicBezTo>
                    <a:pt x="12065" y="41910"/>
                    <a:pt x="11049" y="44831"/>
                    <a:pt x="10541" y="47879"/>
                  </a:cubicBezTo>
                  <a:lnTo>
                    <a:pt x="5842" y="46990"/>
                  </a:lnTo>
                  <a:lnTo>
                    <a:pt x="10541" y="47879"/>
                  </a:lnTo>
                  <a:cubicBezTo>
                    <a:pt x="9906" y="50927"/>
                    <a:pt x="9652" y="54102"/>
                    <a:pt x="9652" y="57150"/>
                  </a:cubicBezTo>
                  <a:lnTo>
                    <a:pt x="9652" y="2105025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872662" y="2814638"/>
            <a:ext cx="571500" cy="571500"/>
            <a:chOff x="0" y="0"/>
            <a:chExt cx="508000" cy="508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50800" y="0"/>
                  </a:moveTo>
                  <a:cubicBezTo>
                    <a:pt x="36830" y="0"/>
                    <a:pt x="24765" y="4953"/>
                    <a:pt x="14859" y="14859"/>
                  </a:cubicBezTo>
                  <a:cubicBezTo>
                    <a:pt x="4953" y="24765"/>
                    <a:pt x="0" y="36703"/>
                    <a:pt x="0" y="50673"/>
                  </a:cubicBezTo>
                  <a:lnTo>
                    <a:pt x="0" y="457327"/>
                  </a:lnTo>
                  <a:cubicBezTo>
                    <a:pt x="0" y="471297"/>
                    <a:pt x="4953" y="483235"/>
                    <a:pt x="14859" y="493141"/>
                  </a:cubicBezTo>
                  <a:cubicBezTo>
                    <a:pt x="24765" y="503047"/>
                    <a:pt x="36830" y="508000"/>
                    <a:pt x="50800" y="508000"/>
                  </a:cubicBezTo>
                  <a:lnTo>
                    <a:pt x="457200" y="508000"/>
                  </a:lnTo>
                  <a:cubicBezTo>
                    <a:pt x="471170" y="508000"/>
                    <a:pt x="483235" y="503047"/>
                    <a:pt x="493141" y="493141"/>
                  </a:cubicBezTo>
                  <a:cubicBezTo>
                    <a:pt x="503047" y="483235"/>
                    <a:pt x="508000" y="471170"/>
                    <a:pt x="508000" y="457200"/>
                  </a:cubicBezTo>
                  <a:lnTo>
                    <a:pt x="508000" y="50800"/>
                  </a:lnTo>
                  <a:cubicBezTo>
                    <a:pt x="508000" y="36830"/>
                    <a:pt x="503047" y="24765"/>
                    <a:pt x="493141" y="14859"/>
                  </a:cubicBezTo>
                  <a:cubicBezTo>
                    <a:pt x="483235" y="4953"/>
                    <a:pt x="471170" y="0"/>
                    <a:pt x="4572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761995" y="6091233"/>
            <a:ext cx="8191495" cy="3433758"/>
            <a:chOff x="0" y="0"/>
            <a:chExt cx="5461000" cy="2289175"/>
          </a:xfrm>
        </p:grpSpPr>
        <p:sp>
          <p:nvSpPr>
            <p:cNvPr id="15" name="Freeform 15"/>
            <p:cNvSpPr/>
            <p:nvPr/>
          </p:nvSpPr>
          <p:spPr>
            <a:xfrm>
              <a:off x="68326" y="68453"/>
              <a:ext cx="5324094" cy="2152269"/>
            </a:xfrm>
            <a:custGeom>
              <a:avLst/>
              <a:gdLst/>
              <a:ahLst/>
              <a:cxnLst/>
              <a:rect l="l" t="t" r="r" b="b"/>
              <a:pathLst>
                <a:path w="5324094" h="2152269">
                  <a:moveTo>
                    <a:pt x="0" y="2100072"/>
                  </a:moveTo>
                  <a:lnTo>
                    <a:pt x="0" y="52197"/>
                  </a:lnTo>
                  <a:cubicBezTo>
                    <a:pt x="0" y="48768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lnTo>
                    <a:pt x="5271897" y="0"/>
                  </a:lnTo>
                  <a:cubicBezTo>
                    <a:pt x="5275326" y="0"/>
                    <a:pt x="5278755" y="381"/>
                    <a:pt x="5282057" y="1016"/>
                  </a:cubicBezTo>
                  <a:cubicBezTo>
                    <a:pt x="5285359" y="1651"/>
                    <a:pt x="5288661" y="2667"/>
                    <a:pt x="5291836" y="3937"/>
                  </a:cubicBezTo>
                  <a:cubicBezTo>
                    <a:pt x="5295011" y="5207"/>
                    <a:pt x="5298059" y="6858"/>
                    <a:pt x="5300853" y="8763"/>
                  </a:cubicBezTo>
                  <a:cubicBezTo>
                    <a:pt x="5303647" y="10668"/>
                    <a:pt x="5306314" y="12827"/>
                    <a:pt x="5308854" y="15240"/>
                  </a:cubicBezTo>
                  <a:cubicBezTo>
                    <a:pt x="5311394" y="17653"/>
                    <a:pt x="5313426" y="20320"/>
                    <a:pt x="5315331" y="23241"/>
                  </a:cubicBezTo>
                  <a:cubicBezTo>
                    <a:pt x="5317236" y="26162"/>
                    <a:pt x="5318887" y="29083"/>
                    <a:pt x="5320157" y="32258"/>
                  </a:cubicBezTo>
                  <a:cubicBezTo>
                    <a:pt x="5321427" y="35433"/>
                    <a:pt x="5322443" y="38735"/>
                    <a:pt x="5323078" y="42037"/>
                  </a:cubicBezTo>
                  <a:cubicBezTo>
                    <a:pt x="5323713" y="45339"/>
                    <a:pt x="5324094" y="48768"/>
                    <a:pt x="5324094" y="52197"/>
                  </a:cubicBezTo>
                  <a:lnTo>
                    <a:pt x="5324094" y="2100072"/>
                  </a:lnTo>
                  <a:cubicBezTo>
                    <a:pt x="5324094" y="2103501"/>
                    <a:pt x="5323713" y="2106930"/>
                    <a:pt x="5323078" y="2110232"/>
                  </a:cubicBezTo>
                  <a:cubicBezTo>
                    <a:pt x="5322443" y="2113534"/>
                    <a:pt x="5321427" y="2116836"/>
                    <a:pt x="5320157" y="2120011"/>
                  </a:cubicBezTo>
                  <a:cubicBezTo>
                    <a:pt x="5318887" y="2123186"/>
                    <a:pt x="5317236" y="2126234"/>
                    <a:pt x="5315331" y="2129028"/>
                  </a:cubicBezTo>
                  <a:cubicBezTo>
                    <a:pt x="5313426" y="2131822"/>
                    <a:pt x="5311267" y="2134489"/>
                    <a:pt x="5308854" y="2137029"/>
                  </a:cubicBezTo>
                  <a:cubicBezTo>
                    <a:pt x="5306441" y="2139569"/>
                    <a:pt x="5303774" y="2141601"/>
                    <a:pt x="5300853" y="2143506"/>
                  </a:cubicBezTo>
                  <a:cubicBezTo>
                    <a:pt x="5297932" y="2145411"/>
                    <a:pt x="5295011" y="2147062"/>
                    <a:pt x="5291836" y="2148332"/>
                  </a:cubicBezTo>
                  <a:cubicBezTo>
                    <a:pt x="5288661" y="2149602"/>
                    <a:pt x="5285359" y="2150618"/>
                    <a:pt x="5282057" y="2151253"/>
                  </a:cubicBezTo>
                  <a:cubicBezTo>
                    <a:pt x="5278755" y="2151888"/>
                    <a:pt x="5275326" y="2152269"/>
                    <a:pt x="5271897" y="2152269"/>
                  </a:cubicBezTo>
                  <a:lnTo>
                    <a:pt x="52324" y="2152269"/>
                  </a:lnTo>
                  <a:cubicBezTo>
                    <a:pt x="48895" y="2152269"/>
                    <a:pt x="45466" y="2151888"/>
                    <a:pt x="42164" y="2151253"/>
                  </a:cubicBezTo>
                  <a:cubicBezTo>
                    <a:pt x="38862" y="2150618"/>
                    <a:pt x="35560" y="2149602"/>
                    <a:pt x="32385" y="2148332"/>
                  </a:cubicBezTo>
                  <a:cubicBezTo>
                    <a:pt x="29210" y="2147062"/>
                    <a:pt x="26162" y="2145411"/>
                    <a:pt x="23368" y="2143506"/>
                  </a:cubicBezTo>
                  <a:cubicBezTo>
                    <a:pt x="20574" y="2141601"/>
                    <a:pt x="17907" y="2139442"/>
                    <a:pt x="15367" y="2137029"/>
                  </a:cubicBezTo>
                  <a:cubicBezTo>
                    <a:pt x="12827" y="2134616"/>
                    <a:pt x="10795" y="2131949"/>
                    <a:pt x="8890" y="2129028"/>
                  </a:cubicBezTo>
                  <a:cubicBezTo>
                    <a:pt x="6985" y="2126107"/>
                    <a:pt x="5334" y="2123186"/>
                    <a:pt x="4064" y="2120011"/>
                  </a:cubicBezTo>
                  <a:cubicBezTo>
                    <a:pt x="2794" y="2116836"/>
                    <a:pt x="1778" y="2113534"/>
                    <a:pt x="1143" y="2110232"/>
                  </a:cubicBezTo>
                  <a:cubicBezTo>
                    <a:pt x="508" y="2106930"/>
                    <a:pt x="127" y="2103501"/>
                    <a:pt x="127" y="2100072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63373" y="63500"/>
              <a:ext cx="5334254" cy="2162302"/>
            </a:xfrm>
            <a:custGeom>
              <a:avLst/>
              <a:gdLst/>
              <a:ahLst/>
              <a:cxnLst/>
              <a:rect l="l" t="t" r="r" b="b"/>
              <a:pathLst>
                <a:path w="5334254" h="2162302">
                  <a:moveTo>
                    <a:pt x="127" y="2105025"/>
                  </a:moveTo>
                  <a:lnTo>
                    <a:pt x="127" y="57150"/>
                  </a:lnTo>
                  <a:lnTo>
                    <a:pt x="4953" y="57150"/>
                  </a:lnTo>
                  <a:lnTo>
                    <a:pt x="127" y="57150"/>
                  </a:lnTo>
                  <a:cubicBezTo>
                    <a:pt x="127" y="53340"/>
                    <a:pt x="508" y="49657"/>
                    <a:pt x="1270" y="45974"/>
                  </a:cubicBezTo>
                  <a:lnTo>
                    <a:pt x="5969" y="46863"/>
                  </a:lnTo>
                  <a:lnTo>
                    <a:pt x="1270" y="45974"/>
                  </a:lnTo>
                  <a:cubicBezTo>
                    <a:pt x="2032" y="42291"/>
                    <a:pt x="3048" y="38735"/>
                    <a:pt x="4572" y="35306"/>
                  </a:cubicBezTo>
                  <a:cubicBezTo>
                    <a:pt x="5969" y="31877"/>
                    <a:pt x="7747" y="28575"/>
                    <a:pt x="9906" y="25400"/>
                  </a:cubicBezTo>
                  <a:cubicBezTo>
                    <a:pt x="11938" y="22225"/>
                    <a:pt x="14351" y="19431"/>
                    <a:pt x="17018" y="16764"/>
                  </a:cubicBezTo>
                  <a:lnTo>
                    <a:pt x="20447" y="20193"/>
                  </a:lnTo>
                  <a:lnTo>
                    <a:pt x="17018" y="16764"/>
                  </a:lnTo>
                  <a:cubicBezTo>
                    <a:pt x="19685" y="14097"/>
                    <a:pt x="22606" y="11684"/>
                    <a:pt x="25654" y="9652"/>
                  </a:cubicBezTo>
                  <a:lnTo>
                    <a:pt x="28321" y="13589"/>
                  </a:lnTo>
                  <a:lnTo>
                    <a:pt x="25527" y="9652"/>
                  </a:lnTo>
                  <a:cubicBezTo>
                    <a:pt x="28702" y="7620"/>
                    <a:pt x="32004" y="5842"/>
                    <a:pt x="35433" y="4318"/>
                  </a:cubicBezTo>
                  <a:lnTo>
                    <a:pt x="37211" y="8763"/>
                  </a:lnTo>
                  <a:lnTo>
                    <a:pt x="35433" y="4318"/>
                  </a:lnTo>
                  <a:cubicBezTo>
                    <a:pt x="38862" y="2921"/>
                    <a:pt x="42418" y="1778"/>
                    <a:pt x="46101" y="1016"/>
                  </a:cubicBezTo>
                  <a:lnTo>
                    <a:pt x="46990" y="5715"/>
                  </a:lnTo>
                  <a:lnTo>
                    <a:pt x="46101" y="1016"/>
                  </a:lnTo>
                  <a:cubicBezTo>
                    <a:pt x="49784" y="381"/>
                    <a:pt x="53467" y="0"/>
                    <a:pt x="57277" y="0"/>
                  </a:cubicBezTo>
                  <a:lnTo>
                    <a:pt x="57277" y="4826"/>
                  </a:lnTo>
                  <a:lnTo>
                    <a:pt x="57277" y="0"/>
                  </a:lnTo>
                  <a:lnTo>
                    <a:pt x="5276977" y="0"/>
                  </a:lnTo>
                  <a:lnTo>
                    <a:pt x="5276977" y="4826"/>
                  </a:lnTo>
                  <a:lnTo>
                    <a:pt x="5276977" y="0"/>
                  </a:lnTo>
                  <a:cubicBezTo>
                    <a:pt x="5280787" y="0"/>
                    <a:pt x="5284470" y="381"/>
                    <a:pt x="5288153" y="1143"/>
                  </a:cubicBezTo>
                  <a:lnTo>
                    <a:pt x="5287264" y="5842"/>
                  </a:lnTo>
                  <a:lnTo>
                    <a:pt x="5288153" y="1143"/>
                  </a:lnTo>
                  <a:cubicBezTo>
                    <a:pt x="5291836" y="1905"/>
                    <a:pt x="5295392" y="2921"/>
                    <a:pt x="5298821" y="4445"/>
                  </a:cubicBezTo>
                  <a:lnTo>
                    <a:pt x="5297043" y="8890"/>
                  </a:lnTo>
                  <a:lnTo>
                    <a:pt x="5298821" y="4445"/>
                  </a:lnTo>
                  <a:cubicBezTo>
                    <a:pt x="5302250" y="5842"/>
                    <a:pt x="5305552" y="7620"/>
                    <a:pt x="5308727" y="9779"/>
                  </a:cubicBezTo>
                  <a:lnTo>
                    <a:pt x="5306060" y="13716"/>
                  </a:lnTo>
                  <a:lnTo>
                    <a:pt x="5308727" y="9779"/>
                  </a:lnTo>
                  <a:cubicBezTo>
                    <a:pt x="5311902" y="11811"/>
                    <a:pt x="5314696" y="14224"/>
                    <a:pt x="5317363" y="16891"/>
                  </a:cubicBezTo>
                  <a:lnTo>
                    <a:pt x="5313934" y="20320"/>
                  </a:lnTo>
                  <a:lnTo>
                    <a:pt x="5317363" y="16891"/>
                  </a:lnTo>
                  <a:cubicBezTo>
                    <a:pt x="5320030" y="19558"/>
                    <a:pt x="5322443" y="22479"/>
                    <a:pt x="5324475" y="25527"/>
                  </a:cubicBezTo>
                  <a:lnTo>
                    <a:pt x="5320538" y="28194"/>
                  </a:lnTo>
                  <a:lnTo>
                    <a:pt x="5324475" y="25527"/>
                  </a:lnTo>
                  <a:cubicBezTo>
                    <a:pt x="5326507" y="28702"/>
                    <a:pt x="5328285" y="32004"/>
                    <a:pt x="5329809" y="35433"/>
                  </a:cubicBezTo>
                  <a:lnTo>
                    <a:pt x="5325364" y="37211"/>
                  </a:lnTo>
                  <a:lnTo>
                    <a:pt x="5329809" y="35433"/>
                  </a:lnTo>
                  <a:cubicBezTo>
                    <a:pt x="5331206" y="38862"/>
                    <a:pt x="5332349" y="42418"/>
                    <a:pt x="5333111" y="46101"/>
                  </a:cubicBezTo>
                  <a:lnTo>
                    <a:pt x="5328412" y="46990"/>
                  </a:lnTo>
                  <a:lnTo>
                    <a:pt x="5333111" y="46101"/>
                  </a:lnTo>
                  <a:cubicBezTo>
                    <a:pt x="5333873" y="49784"/>
                    <a:pt x="5334254" y="53467"/>
                    <a:pt x="5334254" y="57277"/>
                  </a:cubicBezTo>
                  <a:lnTo>
                    <a:pt x="5329428" y="57277"/>
                  </a:lnTo>
                  <a:lnTo>
                    <a:pt x="5334254" y="57277"/>
                  </a:lnTo>
                  <a:lnTo>
                    <a:pt x="5334254" y="2105025"/>
                  </a:lnTo>
                  <a:lnTo>
                    <a:pt x="5329428" y="2105025"/>
                  </a:lnTo>
                  <a:lnTo>
                    <a:pt x="5334254" y="2105025"/>
                  </a:lnTo>
                  <a:cubicBezTo>
                    <a:pt x="5334254" y="2108835"/>
                    <a:pt x="5333873" y="2112518"/>
                    <a:pt x="5333111" y="2116201"/>
                  </a:cubicBezTo>
                  <a:lnTo>
                    <a:pt x="5328412" y="2115312"/>
                  </a:lnTo>
                  <a:lnTo>
                    <a:pt x="5333111" y="2116201"/>
                  </a:lnTo>
                  <a:cubicBezTo>
                    <a:pt x="5332349" y="2119884"/>
                    <a:pt x="5331333" y="2123440"/>
                    <a:pt x="5329809" y="2126869"/>
                  </a:cubicBezTo>
                  <a:lnTo>
                    <a:pt x="5325364" y="2125091"/>
                  </a:lnTo>
                  <a:lnTo>
                    <a:pt x="5329809" y="2126869"/>
                  </a:lnTo>
                  <a:cubicBezTo>
                    <a:pt x="5328412" y="2130298"/>
                    <a:pt x="5326634" y="2133600"/>
                    <a:pt x="5324475" y="2136775"/>
                  </a:cubicBezTo>
                  <a:lnTo>
                    <a:pt x="5320538" y="2134108"/>
                  </a:lnTo>
                  <a:lnTo>
                    <a:pt x="5324475" y="2136775"/>
                  </a:lnTo>
                  <a:cubicBezTo>
                    <a:pt x="5322443" y="2139950"/>
                    <a:pt x="5320030" y="2142744"/>
                    <a:pt x="5317363" y="2145411"/>
                  </a:cubicBezTo>
                  <a:lnTo>
                    <a:pt x="5313934" y="2141982"/>
                  </a:lnTo>
                  <a:lnTo>
                    <a:pt x="5317363" y="2145411"/>
                  </a:lnTo>
                  <a:cubicBezTo>
                    <a:pt x="5314696" y="2148078"/>
                    <a:pt x="5311775" y="2150491"/>
                    <a:pt x="5308727" y="2152523"/>
                  </a:cubicBezTo>
                  <a:lnTo>
                    <a:pt x="5306060" y="2148586"/>
                  </a:lnTo>
                  <a:lnTo>
                    <a:pt x="5308727" y="2152523"/>
                  </a:lnTo>
                  <a:cubicBezTo>
                    <a:pt x="5305552" y="2154555"/>
                    <a:pt x="5302250" y="2156333"/>
                    <a:pt x="5298821" y="2157857"/>
                  </a:cubicBezTo>
                  <a:lnTo>
                    <a:pt x="5297043" y="2153412"/>
                  </a:lnTo>
                  <a:lnTo>
                    <a:pt x="5298821" y="2157857"/>
                  </a:lnTo>
                  <a:cubicBezTo>
                    <a:pt x="5295392" y="2159254"/>
                    <a:pt x="5291836" y="2160397"/>
                    <a:pt x="5288153" y="2161159"/>
                  </a:cubicBezTo>
                  <a:cubicBezTo>
                    <a:pt x="5284470" y="2161921"/>
                    <a:pt x="5280787" y="2162302"/>
                    <a:pt x="5276977" y="2162302"/>
                  </a:cubicBezTo>
                  <a:lnTo>
                    <a:pt x="57277" y="2162302"/>
                  </a:lnTo>
                  <a:cubicBezTo>
                    <a:pt x="53467" y="2162302"/>
                    <a:pt x="49784" y="2161921"/>
                    <a:pt x="46101" y="2161159"/>
                  </a:cubicBezTo>
                  <a:lnTo>
                    <a:pt x="46990" y="2156460"/>
                  </a:lnTo>
                  <a:lnTo>
                    <a:pt x="46101" y="2161159"/>
                  </a:lnTo>
                  <a:cubicBezTo>
                    <a:pt x="42418" y="2160397"/>
                    <a:pt x="38862" y="2159381"/>
                    <a:pt x="35433" y="2157857"/>
                  </a:cubicBezTo>
                  <a:cubicBezTo>
                    <a:pt x="32004" y="2156460"/>
                    <a:pt x="28702" y="2154682"/>
                    <a:pt x="25527" y="2152523"/>
                  </a:cubicBezTo>
                  <a:lnTo>
                    <a:pt x="28194" y="2148586"/>
                  </a:lnTo>
                  <a:lnTo>
                    <a:pt x="25527" y="2152523"/>
                  </a:lnTo>
                  <a:cubicBezTo>
                    <a:pt x="22352" y="2150491"/>
                    <a:pt x="19558" y="2148078"/>
                    <a:pt x="16891" y="2145411"/>
                  </a:cubicBezTo>
                  <a:lnTo>
                    <a:pt x="20320" y="2141982"/>
                  </a:lnTo>
                  <a:lnTo>
                    <a:pt x="16891" y="2145411"/>
                  </a:lnTo>
                  <a:cubicBezTo>
                    <a:pt x="14224" y="2142744"/>
                    <a:pt x="11811" y="2139823"/>
                    <a:pt x="9779" y="2136775"/>
                  </a:cubicBezTo>
                  <a:cubicBezTo>
                    <a:pt x="7747" y="2133600"/>
                    <a:pt x="5969" y="2130298"/>
                    <a:pt x="4445" y="2126869"/>
                  </a:cubicBezTo>
                  <a:cubicBezTo>
                    <a:pt x="3048" y="2123440"/>
                    <a:pt x="1905" y="2119884"/>
                    <a:pt x="1143" y="2116201"/>
                  </a:cubicBezTo>
                  <a:lnTo>
                    <a:pt x="5842" y="2115312"/>
                  </a:lnTo>
                  <a:lnTo>
                    <a:pt x="1143" y="2116201"/>
                  </a:lnTo>
                  <a:cubicBezTo>
                    <a:pt x="381" y="2112518"/>
                    <a:pt x="0" y="2108835"/>
                    <a:pt x="0" y="2105025"/>
                  </a:cubicBezTo>
                  <a:lnTo>
                    <a:pt x="4826" y="2105025"/>
                  </a:lnTo>
                  <a:lnTo>
                    <a:pt x="127" y="2105025"/>
                  </a:lnTo>
                  <a:moveTo>
                    <a:pt x="9652" y="2105025"/>
                  </a:moveTo>
                  <a:cubicBezTo>
                    <a:pt x="9652" y="2108200"/>
                    <a:pt x="9906" y="2111248"/>
                    <a:pt x="10541" y="2114296"/>
                  </a:cubicBezTo>
                  <a:cubicBezTo>
                    <a:pt x="11176" y="2117344"/>
                    <a:pt x="12065" y="2120392"/>
                    <a:pt x="13208" y="2123186"/>
                  </a:cubicBezTo>
                  <a:lnTo>
                    <a:pt x="8763" y="2124964"/>
                  </a:lnTo>
                  <a:lnTo>
                    <a:pt x="13208" y="2123186"/>
                  </a:lnTo>
                  <a:cubicBezTo>
                    <a:pt x="14351" y="2126107"/>
                    <a:pt x="15875" y="2128774"/>
                    <a:pt x="17653" y="2131441"/>
                  </a:cubicBezTo>
                  <a:lnTo>
                    <a:pt x="13716" y="2134108"/>
                  </a:lnTo>
                  <a:lnTo>
                    <a:pt x="17653" y="2131441"/>
                  </a:lnTo>
                  <a:cubicBezTo>
                    <a:pt x="19431" y="2133981"/>
                    <a:pt x="21336" y="2136394"/>
                    <a:pt x="23622" y="2138680"/>
                  </a:cubicBezTo>
                  <a:cubicBezTo>
                    <a:pt x="25908" y="2140966"/>
                    <a:pt x="28194" y="2142871"/>
                    <a:pt x="30861" y="2144649"/>
                  </a:cubicBezTo>
                  <a:cubicBezTo>
                    <a:pt x="33528" y="2146427"/>
                    <a:pt x="36195" y="2147824"/>
                    <a:pt x="39116" y="2149094"/>
                  </a:cubicBezTo>
                  <a:lnTo>
                    <a:pt x="37338" y="2153539"/>
                  </a:lnTo>
                  <a:lnTo>
                    <a:pt x="39116" y="2149094"/>
                  </a:lnTo>
                  <a:cubicBezTo>
                    <a:pt x="42037" y="2150237"/>
                    <a:pt x="44958" y="2151253"/>
                    <a:pt x="48006" y="2151761"/>
                  </a:cubicBezTo>
                  <a:cubicBezTo>
                    <a:pt x="51054" y="2152269"/>
                    <a:pt x="54229" y="2152650"/>
                    <a:pt x="57277" y="2152650"/>
                  </a:cubicBezTo>
                  <a:lnTo>
                    <a:pt x="57277" y="2157349"/>
                  </a:lnTo>
                  <a:lnTo>
                    <a:pt x="57277" y="2152523"/>
                  </a:lnTo>
                  <a:lnTo>
                    <a:pt x="5276977" y="2152523"/>
                  </a:lnTo>
                  <a:lnTo>
                    <a:pt x="5276977" y="2157349"/>
                  </a:lnTo>
                  <a:lnTo>
                    <a:pt x="5276977" y="2152650"/>
                  </a:lnTo>
                  <a:cubicBezTo>
                    <a:pt x="5280152" y="2152650"/>
                    <a:pt x="5283200" y="2152396"/>
                    <a:pt x="5286248" y="2151761"/>
                  </a:cubicBezTo>
                  <a:lnTo>
                    <a:pt x="5287137" y="2156460"/>
                  </a:lnTo>
                  <a:lnTo>
                    <a:pt x="5286248" y="2151761"/>
                  </a:lnTo>
                  <a:cubicBezTo>
                    <a:pt x="5289296" y="2151126"/>
                    <a:pt x="5292344" y="2150237"/>
                    <a:pt x="5295138" y="2149094"/>
                  </a:cubicBezTo>
                  <a:cubicBezTo>
                    <a:pt x="5298059" y="2147951"/>
                    <a:pt x="5300726" y="2146427"/>
                    <a:pt x="5303393" y="2144649"/>
                  </a:cubicBezTo>
                  <a:cubicBezTo>
                    <a:pt x="5305933" y="2142871"/>
                    <a:pt x="5308346" y="2140966"/>
                    <a:pt x="5310632" y="2138680"/>
                  </a:cubicBezTo>
                  <a:cubicBezTo>
                    <a:pt x="5312918" y="2136394"/>
                    <a:pt x="5314823" y="2134108"/>
                    <a:pt x="5316601" y="2131441"/>
                  </a:cubicBezTo>
                  <a:cubicBezTo>
                    <a:pt x="5318379" y="2128901"/>
                    <a:pt x="5319776" y="2126107"/>
                    <a:pt x="5321046" y="2123186"/>
                  </a:cubicBezTo>
                  <a:cubicBezTo>
                    <a:pt x="5322189" y="2120265"/>
                    <a:pt x="5323205" y="2117344"/>
                    <a:pt x="5323713" y="2114296"/>
                  </a:cubicBezTo>
                  <a:cubicBezTo>
                    <a:pt x="5324348" y="2111248"/>
                    <a:pt x="5324602" y="2108073"/>
                    <a:pt x="5324602" y="2105025"/>
                  </a:cubicBezTo>
                  <a:lnTo>
                    <a:pt x="5324602" y="57150"/>
                  </a:lnTo>
                  <a:cubicBezTo>
                    <a:pt x="5324602" y="53975"/>
                    <a:pt x="5324348" y="50927"/>
                    <a:pt x="5323713" y="47879"/>
                  </a:cubicBezTo>
                  <a:cubicBezTo>
                    <a:pt x="5323078" y="44831"/>
                    <a:pt x="5322189" y="41783"/>
                    <a:pt x="5321046" y="38989"/>
                  </a:cubicBezTo>
                  <a:cubicBezTo>
                    <a:pt x="5319903" y="36195"/>
                    <a:pt x="5318379" y="33401"/>
                    <a:pt x="5316601" y="30734"/>
                  </a:cubicBezTo>
                  <a:cubicBezTo>
                    <a:pt x="5314823" y="28067"/>
                    <a:pt x="5312918" y="25781"/>
                    <a:pt x="5310632" y="23495"/>
                  </a:cubicBezTo>
                  <a:cubicBezTo>
                    <a:pt x="5308473" y="21336"/>
                    <a:pt x="5306060" y="19304"/>
                    <a:pt x="5303393" y="17526"/>
                  </a:cubicBezTo>
                  <a:cubicBezTo>
                    <a:pt x="5300853" y="15748"/>
                    <a:pt x="5298059" y="14351"/>
                    <a:pt x="5295138" y="13081"/>
                  </a:cubicBezTo>
                  <a:cubicBezTo>
                    <a:pt x="5292217" y="11938"/>
                    <a:pt x="5289296" y="10922"/>
                    <a:pt x="5286248" y="10414"/>
                  </a:cubicBezTo>
                  <a:cubicBezTo>
                    <a:pt x="5283200" y="9779"/>
                    <a:pt x="5280025" y="9525"/>
                    <a:pt x="5276977" y="9525"/>
                  </a:cubicBezTo>
                  <a:lnTo>
                    <a:pt x="57277" y="9525"/>
                  </a:lnTo>
                  <a:cubicBezTo>
                    <a:pt x="54102" y="9525"/>
                    <a:pt x="51054" y="9779"/>
                    <a:pt x="48006" y="10414"/>
                  </a:cubicBezTo>
                  <a:cubicBezTo>
                    <a:pt x="44958" y="11049"/>
                    <a:pt x="41910" y="11938"/>
                    <a:pt x="39116" y="13081"/>
                  </a:cubicBezTo>
                  <a:cubicBezTo>
                    <a:pt x="36195" y="14224"/>
                    <a:pt x="33528" y="15748"/>
                    <a:pt x="30861" y="17526"/>
                  </a:cubicBezTo>
                  <a:cubicBezTo>
                    <a:pt x="28321" y="19304"/>
                    <a:pt x="25908" y="21209"/>
                    <a:pt x="23622" y="23495"/>
                  </a:cubicBezTo>
                  <a:cubicBezTo>
                    <a:pt x="21463" y="25654"/>
                    <a:pt x="19431" y="28067"/>
                    <a:pt x="17653" y="30734"/>
                  </a:cubicBezTo>
                  <a:lnTo>
                    <a:pt x="13716" y="28067"/>
                  </a:lnTo>
                  <a:lnTo>
                    <a:pt x="17653" y="30734"/>
                  </a:lnTo>
                  <a:cubicBezTo>
                    <a:pt x="15875" y="33274"/>
                    <a:pt x="14478" y="36068"/>
                    <a:pt x="13208" y="38989"/>
                  </a:cubicBezTo>
                  <a:lnTo>
                    <a:pt x="8763" y="37211"/>
                  </a:lnTo>
                  <a:lnTo>
                    <a:pt x="13208" y="38989"/>
                  </a:lnTo>
                  <a:cubicBezTo>
                    <a:pt x="12065" y="41910"/>
                    <a:pt x="11049" y="44831"/>
                    <a:pt x="10541" y="47879"/>
                  </a:cubicBezTo>
                  <a:cubicBezTo>
                    <a:pt x="10033" y="50927"/>
                    <a:pt x="9652" y="54102"/>
                    <a:pt x="9652" y="57150"/>
                  </a:cubicBezTo>
                  <a:lnTo>
                    <a:pt x="9652" y="2105025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300162" y="6629400"/>
            <a:ext cx="571500" cy="571500"/>
            <a:chOff x="0" y="0"/>
            <a:chExt cx="508000" cy="508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50673" y="0"/>
                  </a:moveTo>
                  <a:cubicBezTo>
                    <a:pt x="36703" y="0"/>
                    <a:pt x="24765" y="4953"/>
                    <a:pt x="14859" y="14859"/>
                  </a:cubicBezTo>
                  <a:cubicBezTo>
                    <a:pt x="4953" y="24765"/>
                    <a:pt x="0" y="36830"/>
                    <a:pt x="0" y="50800"/>
                  </a:cubicBezTo>
                  <a:lnTo>
                    <a:pt x="0" y="457200"/>
                  </a:lnTo>
                  <a:cubicBezTo>
                    <a:pt x="0" y="471170"/>
                    <a:pt x="4953" y="483235"/>
                    <a:pt x="14859" y="493141"/>
                  </a:cubicBezTo>
                  <a:cubicBezTo>
                    <a:pt x="24765" y="503047"/>
                    <a:pt x="36830" y="508000"/>
                    <a:pt x="50800" y="508000"/>
                  </a:cubicBezTo>
                  <a:lnTo>
                    <a:pt x="457200" y="508000"/>
                  </a:lnTo>
                  <a:cubicBezTo>
                    <a:pt x="471170" y="508000"/>
                    <a:pt x="483235" y="503047"/>
                    <a:pt x="493141" y="493141"/>
                  </a:cubicBezTo>
                  <a:cubicBezTo>
                    <a:pt x="503047" y="483235"/>
                    <a:pt x="508000" y="471170"/>
                    <a:pt x="508000" y="457200"/>
                  </a:cubicBezTo>
                  <a:lnTo>
                    <a:pt x="508000" y="50800"/>
                  </a:lnTo>
                  <a:cubicBezTo>
                    <a:pt x="508000" y="36830"/>
                    <a:pt x="503047" y="24765"/>
                    <a:pt x="493141" y="14859"/>
                  </a:cubicBezTo>
                  <a:cubicBezTo>
                    <a:pt x="483235" y="4953"/>
                    <a:pt x="471297" y="0"/>
                    <a:pt x="457327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9334495" y="6091233"/>
            <a:ext cx="8191495" cy="3433758"/>
            <a:chOff x="0" y="0"/>
            <a:chExt cx="5461000" cy="2289175"/>
          </a:xfrm>
        </p:grpSpPr>
        <p:sp>
          <p:nvSpPr>
            <p:cNvPr id="20" name="Freeform 20"/>
            <p:cNvSpPr/>
            <p:nvPr/>
          </p:nvSpPr>
          <p:spPr>
            <a:xfrm>
              <a:off x="68326" y="68453"/>
              <a:ext cx="5324094" cy="2152269"/>
            </a:xfrm>
            <a:custGeom>
              <a:avLst/>
              <a:gdLst/>
              <a:ahLst/>
              <a:cxnLst/>
              <a:rect l="l" t="t" r="r" b="b"/>
              <a:pathLst>
                <a:path w="5324094" h="2152269">
                  <a:moveTo>
                    <a:pt x="0" y="2100072"/>
                  </a:moveTo>
                  <a:lnTo>
                    <a:pt x="0" y="52197"/>
                  </a:lnTo>
                  <a:cubicBezTo>
                    <a:pt x="0" y="48768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lnTo>
                    <a:pt x="5271897" y="0"/>
                  </a:lnTo>
                  <a:cubicBezTo>
                    <a:pt x="5275326" y="0"/>
                    <a:pt x="5278755" y="381"/>
                    <a:pt x="5282057" y="1016"/>
                  </a:cubicBezTo>
                  <a:cubicBezTo>
                    <a:pt x="5285359" y="1651"/>
                    <a:pt x="5288661" y="2667"/>
                    <a:pt x="5291836" y="3937"/>
                  </a:cubicBezTo>
                  <a:cubicBezTo>
                    <a:pt x="5295011" y="5207"/>
                    <a:pt x="5298059" y="6858"/>
                    <a:pt x="5300853" y="8763"/>
                  </a:cubicBezTo>
                  <a:cubicBezTo>
                    <a:pt x="5303647" y="10668"/>
                    <a:pt x="5306314" y="12827"/>
                    <a:pt x="5308854" y="15240"/>
                  </a:cubicBezTo>
                  <a:cubicBezTo>
                    <a:pt x="5311394" y="17653"/>
                    <a:pt x="5313426" y="20320"/>
                    <a:pt x="5315331" y="23241"/>
                  </a:cubicBezTo>
                  <a:cubicBezTo>
                    <a:pt x="5317236" y="26162"/>
                    <a:pt x="5318887" y="29083"/>
                    <a:pt x="5320157" y="32258"/>
                  </a:cubicBezTo>
                  <a:cubicBezTo>
                    <a:pt x="5321427" y="35433"/>
                    <a:pt x="5322443" y="38735"/>
                    <a:pt x="5323078" y="42037"/>
                  </a:cubicBezTo>
                  <a:cubicBezTo>
                    <a:pt x="5323713" y="45339"/>
                    <a:pt x="5324094" y="48768"/>
                    <a:pt x="5324094" y="52197"/>
                  </a:cubicBezTo>
                  <a:lnTo>
                    <a:pt x="5324094" y="2100072"/>
                  </a:lnTo>
                  <a:cubicBezTo>
                    <a:pt x="5324094" y="2103501"/>
                    <a:pt x="5323713" y="2106930"/>
                    <a:pt x="5323078" y="2110232"/>
                  </a:cubicBezTo>
                  <a:cubicBezTo>
                    <a:pt x="5322443" y="2113534"/>
                    <a:pt x="5321427" y="2116836"/>
                    <a:pt x="5320157" y="2120011"/>
                  </a:cubicBezTo>
                  <a:cubicBezTo>
                    <a:pt x="5318887" y="2123186"/>
                    <a:pt x="5317236" y="2126234"/>
                    <a:pt x="5315331" y="2129028"/>
                  </a:cubicBezTo>
                  <a:cubicBezTo>
                    <a:pt x="5313426" y="2131822"/>
                    <a:pt x="5311267" y="2134489"/>
                    <a:pt x="5308854" y="2137029"/>
                  </a:cubicBezTo>
                  <a:cubicBezTo>
                    <a:pt x="5306441" y="2139569"/>
                    <a:pt x="5303774" y="2141601"/>
                    <a:pt x="5300853" y="2143506"/>
                  </a:cubicBezTo>
                  <a:cubicBezTo>
                    <a:pt x="5297932" y="2145411"/>
                    <a:pt x="5295011" y="2147062"/>
                    <a:pt x="5291836" y="2148332"/>
                  </a:cubicBezTo>
                  <a:cubicBezTo>
                    <a:pt x="5288661" y="2149602"/>
                    <a:pt x="5285359" y="2150618"/>
                    <a:pt x="5282057" y="2151253"/>
                  </a:cubicBezTo>
                  <a:cubicBezTo>
                    <a:pt x="5278755" y="2151888"/>
                    <a:pt x="5275326" y="2152269"/>
                    <a:pt x="5271897" y="2152269"/>
                  </a:cubicBezTo>
                  <a:lnTo>
                    <a:pt x="52324" y="2152269"/>
                  </a:lnTo>
                  <a:cubicBezTo>
                    <a:pt x="48895" y="2152269"/>
                    <a:pt x="45466" y="2151888"/>
                    <a:pt x="42164" y="2151253"/>
                  </a:cubicBezTo>
                  <a:cubicBezTo>
                    <a:pt x="38862" y="2150618"/>
                    <a:pt x="35560" y="2149602"/>
                    <a:pt x="32385" y="2148332"/>
                  </a:cubicBezTo>
                  <a:cubicBezTo>
                    <a:pt x="29210" y="2147062"/>
                    <a:pt x="26162" y="2145411"/>
                    <a:pt x="23368" y="2143506"/>
                  </a:cubicBezTo>
                  <a:cubicBezTo>
                    <a:pt x="20574" y="2141601"/>
                    <a:pt x="17907" y="2139442"/>
                    <a:pt x="15367" y="2137029"/>
                  </a:cubicBezTo>
                  <a:cubicBezTo>
                    <a:pt x="12827" y="2134616"/>
                    <a:pt x="10795" y="2131949"/>
                    <a:pt x="8890" y="2129028"/>
                  </a:cubicBezTo>
                  <a:cubicBezTo>
                    <a:pt x="6985" y="2126107"/>
                    <a:pt x="5334" y="2123186"/>
                    <a:pt x="4064" y="2120011"/>
                  </a:cubicBezTo>
                  <a:cubicBezTo>
                    <a:pt x="2794" y="2116836"/>
                    <a:pt x="1778" y="2113534"/>
                    <a:pt x="1143" y="2110232"/>
                  </a:cubicBezTo>
                  <a:cubicBezTo>
                    <a:pt x="508" y="2106930"/>
                    <a:pt x="127" y="2103501"/>
                    <a:pt x="127" y="2100072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63373" y="63500"/>
              <a:ext cx="5334254" cy="2162302"/>
            </a:xfrm>
            <a:custGeom>
              <a:avLst/>
              <a:gdLst/>
              <a:ahLst/>
              <a:cxnLst/>
              <a:rect l="l" t="t" r="r" b="b"/>
              <a:pathLst>
                <a:path w="5334254" h="2162302">
                  <a:moveTo>
                    <a:pt x="127" y="2105025"/>
                  </a:moveTo>
                  <a:lnTo>
                    <a:pt x="127" y="57150"/>
                  </a:lnTo>
                  <a:lnTo>
                    <a:pt x="4953" y="57150"/>
                  </a:lnTo>
                  <a:lnTo>
                    <a:pt x="127" y="57150"/>
                  </a:lnTo>
                  <a:cubicBezTo>
                    <a:pt x="127" y="53340"/>
                    <a:pt x="508" y="49657"/>
                    <a:pt x="1270" y="45974"/>
                  </a:cubicBezTo>
                  <a:cubicBezTo>
                    <a:pt x="2032" y="42291"/>
                    <a:pt x="3048" y="38735"/>
                    <a:pt x="4572" y="35306"/>
                  </a:cubicBezTo>
                  <a:lnTo>
                    <a:pt x="9017" y="37084"/>
                  </a:lnTo>
                  <a:lnTo>
                    <a:pt x="4572" y="35306"/>
                  </a:lnTo>
                  <a:cubicBezTo>
                    <a:pt x="5969" y="31877"/>
                    <a:pt x="7747" y="28575"/>
                    <a:pt x="9906" y="25400"/>
                  </a:cubicBezTo>
                  <a:lnTo>
                    <a:pt x="13843" y="28067"/>
                  </a:lnTo>
                  <a:lnTo>
                    <a:pt x="9779" y="25400"/>
                  </a:lnTo>
                  <a:cubicBezTo>
                    <a:pt x="11811" y="22225"/>
                    <a:pt x="14224" y="19431"/>
                    <a:pt x="16891" y="16764"/>
                  </a:cubicBezTo>
                  <a:lnTo>
                    <a:pt x="20320" y="20193"/>
                  </a:lnTo>
                  <a:lnTo>
                    <a:pt x="16891" y="16764"/>
                  </a:lnTo>
                  <a:cubicBezTo>
                    <a:pt x="19558" y="14097"/>
                    <a:pt x="22479" y="11684"/>
                    <a:pt x="25527" y="9652"/>
                  </a:cubicBezTo>
                  <a:lnTo>
                    <a:pt x="28194" y="13589"/>
                  </a:lnTo>
                  <a:lnTo>
                    <a:pt x="25527" y="9652"/>
                  </a:lnTo>
                  <a:cubicBezTo>
                    <a:pt x="28702" y="7620"/>
                    <a:pt x="32004" y="5842"/>
                    <a:pt x="35433" y="4318"/>
                  </a:cubicBezTo>
                  <a:cubicBezTo>
                    <a:pt x="38862" y="2921"/>
                    <a:pt x="42418" y="1778"/>
                    <a:pt x="46101" y="1016"/>
                  </a:cubicBezTo>
                  <a:lnTo>
                    <a:pt x="46990" y="5715"/>
                  </a:lnTo>
                  <a:lnTo>
                    <a:pt x="46101" y="1016"/>
                  </a:lnTo>
                  <a:cubicBezTo>
                    <a:pt x="49784" y="381"/>
                    <a:pt x="53467" y="0"/>
                    <a:pt x="57277" y="0"/>
                  </a:cubicBezTo>
                  <a:lnTo>
                    <a:pt x="57277" y="4826"/>
                  </a:lnTo>
                  <a:lnTo>
                    <a:pt x="57277" y="0"/>
                  </a:lnTo>
                  <a:lnTo>
                    <a:pt x="5276977" y="0"/>
                  </a:lnTo>
                  <a:lnTo>
                    <a:pt x="5276977" y="4826"/>
                  </a:lnTo>
                  <a:lnTo>
                    <a:pt x="5276977" y="0"/>
                  </a:lnTo>
                  <a:cubicBezTo>
                    <a:pt x="5280787" y="0"/>
                    <a:pt x="5284470" y="381"/>
                    <a:pt x="5288153" y="1143"/>
                  </a:cubicBezTo>
                  <a:lnTo>
                    <a:pt x="5287264" y="5842"/>
                  </a:lnTo>
                  <a:lnTo>
                    <a:pt x="5288153" y="1143"/>
                  </a:lnTo>
                  <a:cubicBezTo>
                    <a:pt x="5291836" y="1905"/>
                    <a:pt x="5295392" y="2921"/>
                    <a:pt x="5298821" y="4445"/>
                  </a:cubicBezTo>
                  <a:lnTo>
                    <a:pt x="5297043" y="8890"/>
                  </a:lnTo>
                  <a:lnTo>
                    <a:pt x="5298821" y="4445"/>
                  </a:lnTo>
                  <a:cubicBezTo>
                    <a:pt x="5302250" y="5842"/>
                    <a:pt x="5305552" y="7620"/>
                    <a:pt x="5308727" y="9779"/>
                  </a:cubicBezTo>
                  <a:lnTo>
                    <a:pt x="5306060" y="13716"/>
                  </a:lnTo>
                  <a:lnTo>
                    <a:pt x="5308727" y="9779"/>
                  </a:lnTo>
                  <a:cubicBezTo>
                    <a:pt x="5311902" y="11811"/>
                    <a:pt x="5314696" y="14224"/>
                    <a:pt x="5317363" y="16891"/>
                  </a:cubicBezTo>
                  <a:lnTo>
                    <a:pt x="5313934" y="20320"/>
                  </a:lnTo>
                  <a:lnTo>
                    <a:pt x="5317363" y="16891"/>
                  </a:lnTo>
                  <a:cubicBezTo>
                    <a:pt x="5320030" y="19558"/>
                    <a:pt x="5322443" y="22479"/>
                    <a:pt x="5324475" y="25527"/>
                  </a:cubicBezTo>
                  <a:lnTo>
                    <a:pt x="5320538" y="28194"/>
                  </a:lnTo>
                  <a:lnTo>
                    <a:pt x="5324475" y="25527"/>
                  </a:lnTo>
                  <a:cubicBezTo>
                    <a:pt x="5326507" y="28702"/>
                    <a:pt x="5328285" y="32004"/>
                    <a:pt x="5329809" y="35433"/>
                  </a:cubicBezTo>
                  <a:lnTo>
                    <a:pt x="5325364" y="37211"/>
                  </a:lnTo>
                  <a:lnTo>
                    <a:pt x="5329809" y="35433"/>
                  </a:lnTo>
                  <a:cubicBezTo>
                    <a:pt x="5331206" y="38862"/>
                    <a:pt x="5332349" y="42418"/>
                    <a:pt x="5333111" y="46101"/>
                  </a:cubicBezTo>
                  <a:lnTo>
                    <a:pt x="5328412" y="46990"/>
                  </a:lnTo>
                  <a:lnTo>
                    <a:pt x="5333111" y="46101"/>
                  </a:lnTo>
                  <a:cubicBezTo>
                    <a:pt x="5333873" y="49784"/>
                    <a:pt x="5334254" y="53467"/>
                    <a:pt x="5334254" y="57277"/>
                  </a:cubicBezTo>
                  <a:lnTo>
                    <a:pt x="5329428" y="57277"/>
                  </a:lnTo>
                  <a:lnTo>
                    <a:pt x="5334254" y="57277"/>
                  </a:lnTo>
                  <a:lnTo>
                    <a:pt x="5334254" y="2105025"/>
                  </a:lnTo>
                  <a:lnTo>
                    <a:pt x="5329428" y="2105025"/>
                  </a:lnTo>
                  <a:lnTo>
                    <a:pt x="5334254" y="2105025"/>
                  </a:lnTo>
                  <a:cubicBezTo>
                    <a:pt x="5334254" y="2108835"/>
                    <a:pt x="5333873" y="2112518"/>
                    <a:pt x="5333111" y="2116201"/>
                  </a:cubicBezTo>
                  <a:lnTo>
                    <a:pt x="5328412" y="2115312"/>
                  </a:lnTo>
                  <a:lnTo>
                    <a:pt x="5333111" y="2116201"/>
                  </a:lnTo>
                  <a:cubicBezTo>
                    <a:pt x="5332349" y="2119884"/>
                    <a:pt x="5331333" y="2123440"/>
                    <a:pt x="5329809" y="2126869"/>
                  </a:cubicBezTo>
                  <a:lnTo>
                    <a:pt x="5325364" y="2125091"/>
                  </a:lnTo>
                  <a:lnTo>
                    <a:pt x="5329809" y="2126869"/>
                  </a:lnTo>
                  <a:cubicBezTo>
                    <a:pt x="5328412" y="2130298"/>
                    <a:pt x="5326634" y="2133600"/>
                    <a:pt x="5324475" y="2136775"/>
                  </a:cubicBezTo>
                  <a:lnTo>
                    <a:pt x="5320538" y="2134108"/>
                  </a:lnTo>
                  <a:lnTo>
                    <a:pt x="5324475" y="2136775"/>
                  </a:lnTo>
                  <a:cubicBezTo>
                    <a:pt x="5322443" y="2139950"/>
                    <a:pt x="5320030" y="2142744"/>
                    <a:pt x="5317363" y="2145411"/>
                  </a:cubicBezTo>
                  <a:lnTo>
                    <a:pt x="5313934" y="2141982"/>
                  </a:lnTo>
                  <a:lnTo>
                    <a:pt x="5317363" y="2145411"/>
                  </a:lnTo>
                  <a:cubicBezTo>
                    <a:pt x="5314696" y="2148078"/>
                    <a:pt x="5311775" y="2150491"/>
                    <a:pt x="5308727" y="2152523"/>
                  </a:cubicBezTo>
                  <a:lnTo>
                    <a:pt x="5306060" y="2148586"/>
                  </a:lnTo>
                  <a:lnTo>
                    <a:pt x="5308727" y="2152523"/>
                  </a:lnTo>
                  <a:cubicBezTo>
                    <a:pt x="5305552" y="2154555"/>
                    <a:pt x="5302250" y="2156333"/>
                    <a:pt x="5298821" y="2157857"/>
                  </a:cubicBezTo>
                  <a:lnTo>
                    <a:pt x="5297043" y="2153412"/>
                  </a:lnTo>
                  <a:lnTo>
                    <a:pt x="5298821" y="2157857"/>
                  </a:lnTo>
                  <a:cubicBezTo>
                    <a:pt x="5295392" y="2159254"/>
                    <a:pt x="5291836" y="2160397"/>
                    <a:pt x="5288153" y="2161159"/>
                  </a:cubicBezTo>
                  <a:cubicBezTo>
                    <a:pt x="5284470" y="2161921"/>
                    <a:pt x="5280787" y="2162302"/>
                    <a:pt x="5276977" y="2162302"/>
                  </a:cubicBezTo>
                  <a:lnTo>
                    <a:pt x="57277" y="2162302"/>
                  </a:lnTo>
                  <a:cubicBezTo>
                    <a:pt x="53467" y="2162302"/>
                    <a:pt x="49784" y="2161921"/>
                    <a:pt x="46101" y="2161159"/>
                  </a:cubicBezTo>
                  <a:lnTo>
                    <a:pt x="46990" y="2156460"/>
                  </a:lnTo>
                  <a:lnTo>
                    <a:pt x="46101" y="2161159"/>
                  </a:lnTo>
                  <a:cubicBezTo>
                    <a:pt x="42418" y="2160397"/>
                    <a:pt x="38862" y="2159381"/>
                    <a:pt x="35433" y="2157857"/>
                  </a:cubicBezTo>
                  <a:cubicBezTo>
                    <a:pt x="32004" y="2156460"/>
                    <a:pt x="28702" y="2154682"/>
                    <a:pt x="25527" y="2152523"/>
                  </a:cubicBezTo>
                  <a:lnTo>
                    <a:pt x="28194" y="2148586"/>
                  </a:lnTo>
                  <a:lnTo>
                    <a:pt x="25527" y="2152523"/>
                  </a:lnTo>
                  <a:cubicBezTo>
                    <a:pt x="22352" y="2150491"/>
                    <a:pt x="19558" y="2148078"/>
                    <a:pt x="16891" y="2145411"/>
                  </a:cubicBezTo>
                  <a:lnTo>
                    <a:pt x="20320" y="2141982"/>
                  </a:lnTo>
                  <a:lnTo>
                    <a:pt x="16891" y="2145411"/>
                  </a:lnTo>
                  <a:cubicBezTo>
                    <a:pt x="14224" y="2142744"/>
                    <a:pt x="11811" y="2139823"/>
                    <a:pt x="9779" y="2136775"/>
                  </a:cubicBezTo>
                  <a:lnTo>
                    <a:pt x="13716" y="2134108"/>
                  </a:lnTo>
                  <a:lnTo>
                    <a:pt x="9779" y="2136775"/>
                  </a:lnTo>
                  <a:cubicBezTo>
                    <a:pt x="7747" y="2133600"/>
                    <a:pt x="5969" y="2130298"/>
                    <a:pt x="4445" y="2126869"/>
                  </a:cubicBezTo>
                  <a:lnTo>
                    <a:pt x="8890" y="2125091"/>
                  </a:lnTo>
                  <a:lnTo>
                    <a:pt x="4445" y="2126869"/>
                  </a:lnTo>
                  <a:cubicBezTo>
                    <a:pt x="3048" y="2123440"/>
                    <a:pt x="1905" y="2119884"/>
                    <a:pt x="1143" y="2116201"/>
                  </a:cubicBezTo>
                  <a:cubicBezTo>
                    <a:pt x="381" y="2112518"/>
                    <a:pt x="0" y="2108835"/>
                    <a:pt x="0" y="2105025"/>
                  </a:cubicBezTo>
                  <a:lnTo>
                    <a:pt x="4826" y="2105025"/>
                  </a:lnTo>
                  <a:lnTo>
                    <a:pt x="127" y="2105025"/>
                  </a:lnTo>
                  <a:moveTo>
                    <a:pt x="9652" y="2105025"/>
                  </a:moveTo>
                  <a:cubicBezTo>
                    <a:pt x="9652" y="2108200"/>
                    <a:pt x="9906" y="2111248"/>
                    <a:pt x="10541" y="2114296"/>
                  </a:cubicBezTo>
                  <a:lnTo>
                    <a:pt x="5842" y="2115185"/>
                  </a:lnTo>
                  <a:lnTo>
                    <a:pt x="10541" y="2114296"/>
                  </a:lnTo>
                  <a:cubicBezTo>
                    <a:pt x="11176" y="2117344"/>
                    <a:pt x="12065" y="2120392"/>
                    <a:pt x="13208" y="2123186"/>
                  </a:cubicBezTo>
                  <a:cubicBezTo>
                    <a:pt x="14351" y="2125980"/>
                    <a:pt x="15875" y="2128774"/>
                    <a:pt x="17653" y="2131441"/>
                  </a:cubicBezTo>
                  <a:cubicBezTo>
                    <a:pt x="19431" y="2134108"/>
                    <a:pt x="21336" y="2136394"/>
                    <a:pt x="23622" y="2138680"/>
                  </a:cubicBezTo>
                  <a:cubicBezTo>
                    <a:pt x="25908" y="2140966"/>
                    <a:pt x="28194" y="2142871"/>
                    <a:pt x="30861" y="2144649"/>
                  </a:cubicBezTo>
                  <a:cubicBezTo>
                    <a:pt x="33401" y="2146427"/>
                    <a:pt x="36195" y="2147824"/>
                    <a:pt x="39116" y="2149094"/>
                  </a:cubicBezTo>
                  <a:lnTo>
                    <a:pt x="37338" y="2153539"/>
                  </a:lnTo>
                  <a:lnTo>
                    <a:pt x="39116" y="2149094"/>
                  </a:lnTo>
                  <a:cubicBezTo>
                    <a:pt x="42037" y="2150237"/>
                    <a:pt x="44958" y="2151253"/>
                    <a:pt x="48006" y="2151761"/>
                  </a:cubicBezTo>
                  <a:cubicBezTo>
                    <a:pt x="51054" y="2152269"/>
                    <a:pt x="54229" y="2152650"/>
                    <a:pt x="57277" y="2152650"/>
                  </a:cubicBezTo>
                  <a:lnTo>
                    <a:pt x="57277" y="2157349"/>
                  </a:lnTo>
                  <a:lnTo>
                    <a:pt x="57277" y="2152523"/>
                  </a:lnTo>
                  <a:lnTo>
                    <a:pt x="5276977" y="2152523"/>
                  </a:lnTo>
                  <a:lnTo>
                    <a:pt x="5276977" y="2157349"/>
                  </a:lnTo>
                  <a:lnTo>
                    <a:pt x="5276977" y="2152650"/>
                  </a:lnTo>
                  <a:cubicBezTo>
                    <a:pt x="5280152" y="2152650"/>
                    <a:pt x="5283200" y="2152396"/>
                    <a:pt x="5286248" y="2151761"/>
                  </a:cubicBezTo>
                  <a:lnTo>
                    <a:pt x="5287137" y="2156460"/>
                  </a:lnTo>
                  <a:lnTo>
                    <a:pt x="5286248" y="2151761"/>
                  </a:lnTo>
                  <a:cubicBezTo>
                    <a:pt x="5289296" y="2151126"/>
                    <a:pt x="5292344" y="2150237"/>
                    <a:pt x="5295138" y="2149094"/>
                  </a:cubicBezTo>
                  <a:cubicBezTo>
                    <a:pt x="5298059" y="2147951"/>
                    <a:pt x="5300726" y="2146427"/>
                    <a:pt x="5303393" y="2144649"/>
                  </a:cubicBezTo>
                  <a:cubicBezTo>
                    <a:pt x="5305933" y="2142871"/>
                    <a:pt x="5308346" y="2140966"/>
                    <a:pt x="5310632" y="2138680"/>
                  </a:cubicBezTo>
                  <a:cubicBezTo>
                    <a:pt x="5312918" y="2136394"/>
                    <a:pt x="5314823" y="2134108"/>
                    <a:pt x="5316601" y="2131441"/>
                  </a:cubicBezTo>
                  <a:cubicBezTo>
                    <a:pt x="5318379" y="2128901"/>
                    <a:pt x="5319776" y="2126107"/>
                    <a:pt x="5321046" y="2123186"/>
                  </a:cubicBezTo>
                  <a:cubicBezTo>
                    <a:pt x="5322189" y="2120265"/>
                    <a:pt x="5323205" y="2117344"/>
                    <a:pt x="5323713" y="2114296"/>
                  </a:cubicBezTo>
                  <a:cubicBezTo>
                    <a:pt x="5324348" y="2111248"/>
                    <a:pt x="5324602" y="2108073"/>
                    <a:pt x="5324602" y="2105025"/>
                  </a:cubicBezTo>
                  <a:lnTo>
                    <a:pt x="5324602" y="57150"/>
                  </a:lnTo>
                  <a:cubicBezTo>
                    <a:pt x="5324602" y="53975"/>
                    <a:pt x="5324348" y="50927"/>
                    <a:pt x="5323713" y="47879"/>
                  </a:cubicBezTo>
                  <a:cubicBezTo>
                    <a:pt x="5323078" y="44831"/>
                    <a:pt x="5322189" y="41783"/>
                    <a:pt x="5321046" y="38989"/>
                  </a:cubicBezTo>
                  <a:cubicBezTo>
                    <a:pt x="5319903" y="36195"/>
                    <a:pt x="5318379" y="33401"/>
                    <a:pt x="5316601" y="30734"/>
                  </a:cubicBezTo>
                  <a:cubicBezTo>
                    <a:pt x="5314823" y="28067"/>
                    <a:pt x="5312918" y="25781"/>
                    <a:pt x="5310632" y="23495"/>
                  </a:cubicBezTo>
                  <a:cubicBezTo>
                    <a:pt x="5308473" y="21336"/>
                    <a:pt x="5306060" y="19304"/>
                    <a:pt x="5303393" y="17526"/>
                  </a:cubicBezTo>
                  <a:cubicBezTo>
                    <a:pt x="5300853" y="15748"/>
                    <a:pt x="5298059" y="14351"/>
                    <a:pt x="5295138" y="13081"/>
                  </a:cubicBezTo>
                  <a:cubicBezTo>
                    <a:pt x="5292217" y="11938"/>
                    <a:pt x="5289296" y="10922"/>
                    <a:pt x="5286248" y="10414"/>
                  </a:cubicBezTo>
                  <a:cubicBezTo>
                    <a:pt x="5283200" y="9906"/>
                    <a:pt x="5280025" y="9525"/>
                    <a:pt x="5276977" y="9525"/>
                  </a:cubicBezTo>
                  <a:lnTo>
                    <a:pt x="57277" y="9525"/>
                  </a:lnTo>
                  <a:cubicBezTo>
                    <a:pt x="54102" y="9525"/>
                    <a:pt x="51054" y="9779"/>
                    <a:pt x="48006" y="10414"/>
                  </a:cubicBezTo>
                  <a:cubicBezTo>
                    <a:pt x="44958" y="11049"/>
                    <a:pt x="41910" y="11938"/>
                    <a:pt x="39116" y="13081"/>
                  </a:cubicBezTo>
                  <a:lnTo>
                    <a:pt x="37338" y="8636"/>
                  </a:lnTo>
                  <a:lnTo>
                    <a:pt x="39116" y="13081"/>
                  </a:lnTo>
                  <a:cubicBezTo>
                    <a:pt x="36195" y="14224"/>
                    <a:pt x="33528" y="15748"/>
                    <a:pt x="30861" y="17526"/>
                  </a:cubicBezTo>
                  <a:cubicBezTo>
                    <a:pt x="28321" y="19304"/>
                    <a:pt x="25908" y="21209"/>
                    <a:pt x="23622" y="23495"/>
                  </a:cubicBezTo>
                  <a:cubicBezTo>
                    <a:pt x="21463" y="25654"/>
                    <a:pt x="19431" y="28067"/>
                    <a:pt x="17653" y="30734"/>
                  </a:cubicBezTo>
                  <a:cubicBezTo>
                    <a:pt x="15875" y="33401"/>
                    <a:pt x="14478" y="36068"/>
                    <a:pt x="13208" y="38989"/>
                  </a:cubicBezTo>
                  <a:cubicBezTo>
                    <a:pt x="11938" y="41910"/>
                    <a:pt x="11049" y="44831"/>
                    <a:pt x="10541" y="47879"/>
                  </a:cubicBezTo>
                  <a:lnTo>
                    <a:pt x="5842" y="46990"/>
                  </a:lnTo>
                  <a:lnTo>
                    <a:pt x="10541" y="47879"/>
                  </a:lnTo>
                  <a:cubicBezTo>
                    <a:pt x="9906" y="50927"/>
                    <a:pt x="9652" y="54102"/>
                    <a:pt x="9652" y="57150"/>
                  </a:cubicBezTo>
                  <a:lnTo>
                    <a:pt x="9652" y="2105025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857250" y="734982"/>
            <a:ext cx="5534820" cy="74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 spc="68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PRESENTATION AGENDA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00162" y="2777347"/>
            <a:ext cx="4097469" cy="557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01.</a:t>
            </a:r>
            <a:r>
              <a:rPr lang="en-US" sz="3150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Project Overview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85975" y="6620685"/>
            <a:ext cx="3801404" cy="2266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25"/>
              </a:lnSpc>
            </a:pPr>
            <a:r>
              <a:rPr lang="en-US" sz="3150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03.</a:t>
            </a:r>
            <a:r>
              <a:rPr lang="en-US" sz="315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150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Implementation</a:t>
            </a:r>
          </a:p>
          <a:p>
            <a:pPr algn="just">
              <a:lnSpc>
                <a:spcPts val="371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Core Functional Modules • CRUD Operations</a:t>
            </a:r>
          </a:p>
          <a:p>
            <a:pPr algn="just">
              <a:lnSpc>
                <a:spcPts val="371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Memory Management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72662" y="6592110"/>
            <a:ext cx="3514882" cy="557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04.</a:t>
            </a:r>
            <a:r>
              <a:rPr lang="en-US" sz="3150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Final Analysis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658475" y="2805922"/>
            <a:ext cx="3408526" cy="2266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150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02.</a:t>
            </a:r>
            <a:r>
              <a:rPr lang="en-US" sz="315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150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Architecture</a:t>
            </a:r>
          </a:p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System Core Features • C Data Structures</a:t>
            </a:r>
          </a:p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Logic Design Patterns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85975" y="3555902"/>
            <a:ext cx="3427000" cy="1399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Abstract &amp; Introduction • Problem Statements</a:t>
            </a:r>
          </a:p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Research Objectives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658475" y="7370664"/>
            <a:ext cx="3355777" cy="1399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System Limitations</a:t>
            </a:r>
          </a:p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Future Enhancements • Conclusion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7250" y="9412934"/>
            <a:ext cx="7598464" cy="32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 2026 To-Do List Management System | Technical Seminar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1628775"/>
            <a:ext cx="16573500" cy="14288"/>
            <a:chOff x="0" y="0"/>
            <a:chExt cx="11049000" cy="95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  <a:lnTo>
                    <a:pt x="11049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BCD4">
                <a:alpha val="80000"/>
              </a:srgbClr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761995" y="2119308"/>
            <a:ext cx="8191495" cy="3519483"/>
          </a:xfrm>
          <a:custGeom>
            <a:avLst/>
            <a:gdLst/>
            <a:ahLst/>
            <a:cxnLst/>
            <a:rect l="l" t="t" r="r" b="b"/>
            <a:pathLst>
              <a:path w="8191495" h="3519483">
                <a:moveTo>
                  <a:pt x="0" y="0"/>
                </a:moveTo>
                <a:lnTo>
                  <a:pt x="8191495" y="0"/>
                </a:lnTo>
                <a:lnTo>
                  <a:pt x="8191495" y="3519482"/>
                </a:lnTo>
                <a:lnTo>
                  <a:pt x="0" y="3519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6843712" y="2514600"/>
            <a:ext cx="1714500" cy="942975"/>
            <a:chOff x="0" y="0"/>
            <a:chExt cx="1524000" cy="838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24000" cy="838200"/>
            </a:xfrm>
            <a:custGeom>
              <a:avLst/>
              <a:gdLst/>
              <a:ahLst/>
              <a:cxnLst/>
              <a:rect l="l" t="t" r="r" b="b"/>
              <a:pathLst>
                <a:path w="1524000" h="838200">
                  <a:moveTo>
                    <a:pt x="50800" y="0"/>
                  </a:moveTo>
                  <a:cubicBezTo>
                    <a:pt x="36830" y="0"/>
                    <a:pt x="24765" y="4953"/>
                    <a:pt x="14859" y="14859"/>
                  </a:cubicBezTo>
                  <a:cubicBezTo>
                    <a:pt x="4953" y="24765"/>
                    <a:pt x="0" y="36830"/>
                    <a:pt x="0" y="50800"/>
                  </a:cubicBezTo>
                  <a:lnTo>
                    <a:pt x="0" y="787400"/>
                  </a:lnTo>
                  <a:cubicBezTo>
                    <a:pt x="0" y="801370"/>
                    <a:pt x="4953" y="813435"/>
                    <a:pt x="14859" y="823341"/>
                  </a:cubicBezTo>
                  <a:cubicBezTo>
                    <a:pt x="24765" y="833247"/>
                    <a:pt x="36830" y="838200"/>
                    <a:pt x="50800" y="838200"/>
                  </a:cubicBezTo>
                  <a:lnTo>
                    <a:pt x="1473200" y="838200"/>
                  </a:lnTo>
                  <a:cubicBezTo>
                    <a:pt x="1487170" y="838200"/>
                    <a:pt x="1499235" y="833247"/>
                    <a:pt x="1509141" y="823341"/>
                  </a:cubicBezTo>
                  <a:cubicBezTo>
                    <a:pt x="1519047" y="813435"/>
                    <a:pt x="1524000" y="801370"/>
                    <a:pt x="1524000" y="787400"/>
                  </a:cubicBezTo>
                  <a:lnTo>
                    <a:pt x="1524000" y="50800"/>
                  </a:lnTo>
                  <a:cubicBezTo>
                    <a:pt x="1524000" y="36830"/>
                    <a:pt x="1519047" y="24765"/>
                    <a:pt x="1509141" y="14859"/>
                  </a:cubicBezTo>
                  <a:cubicBezTo>
                    <a:pt x="1499235" y="4953"/>
                    <a:pt x="1487170" y="0"/>
                    <a:pt x="1473200" y="0"/>
                  </a:cubicBezTo>
                  <a:close/>
                </a:path>
              </a:pathLst>
            </a:custGeom>
            <a:blipFill>
              <a:blip r:embed="rId3">
                <a:alphaModFix amt="80000"/>
              </a:blip>
              <a:stretch>
                <a:fillRect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761995" y="6019795"/>
            <a:ext cx="8191495" cy="3505195"/>
          </a:xfrm>
          <a:custGeom>
            <a:avLst/>
            <a:gdLst/>
            <a:ahLst/>
            <a:cxnLst/>
            <a:rect l="l" t="t" r="r" b="b"/>
            <a:pathLst>
              <a:path w="8191495" h="3505195">
                <a:moveTo>
                  <a:pt x="0" y="0"/>
                </a:moveTo>
                <a:lnTo>
                  <a:pt x="8191495" y="0"/>
                </a:lnTo>
                <a:lnTo>
                  <a:pt x="8191495" y="3505195"/>
                </a:lnTo>
                <a:lnTo>
                  <a:pt x="0" y="35051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334495" y="2119308"/>
            <a:ext cx="8191495" cy="3519483"/>
          </a:xfrm>
          <a:custGeom>
            <a:avLst/>
            <a:gdLst/>
            <a:ahLst/>
            <a:cxnLst/>
            <a:rect l="l" t="t" r="r" b="b"/>
            <a:pathLst>
              <a:path w="8191495" h="3519483">
                <a:moveTo>
                  <a:pt x="0" y="0"/>
                </a:moveTo>
                <a:lnTo>
                  <a:pt x="8191495" y="0"/>
                </a:lnTo>
                <a:lnTo>
                  <a:pt x="8191495" y="3519482"/>
                </a:lnTo>
                <a:lnTo>
                  <a:pt x="0" y="3519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334495" y="6019795"/>
            <a:ext cx="8191495" cy="3505195"/>
          </a:xfrm>
          <a:custGeom>
            <a:avLst/>
            <a:gdLst/>
            <a:ahLst/>
            <a:cxnLst/>
            <a:rect l="l" t="t" r="r" b="b"/>
            <a:pathLst>
              <a:path w="8191495" h="3505195">
                <a:moveTo>
                  <a:pt x="0" y="0"/>
                </a:moveTo>
                <a:lnTo>
                  <a:pt x="8191495" y="0"/>
                </a:lnTo>
                <a:lnTo>
                  <a:pt x="8191495" y="3505195"/>
                </a:lnTo>
                <a:lnTo>
                  <a:pt x="0" y="35051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57250" y="734982"/>
            <a:ext cx="2713868" cy="74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Introduc 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43062" y="2820433"/>
            <a:ext cx="2443005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Produc vity Tool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43062" y="6720921"/>
            <a:ext cx="2855271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Execu on Eﬃciency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15562" y="2820433"/>
            <a:ext cx="3065855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Technical Founda 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15562" y="6720921"/>
            <a:ext cx="3268051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Memory Management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00162" y="3546096"/>
            <a:ext cx="7241648" cy="1270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streamlined Command Line Interface (CLI) application designed for high-efficiency task tracking and management within a developer-centric environment.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00162" y="7446583"/>
            <a:ext cx="7220445" cy="1270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Features a lightweight footprint optimized for offline use, requiring minimal system resources while maintaining instant execution speeds.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72662" y="7446583"/>
            <a:ext cx="6901805" cy="1270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Employs direct memory management techniques to handle data structures, ensuring optimal performance and architectural stability.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72662" y="3546096"/>
            <a:ext cx="6869916" cy="1270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Developed using core C programming principles, demonstrating modular design, robust input handling, and standard library integration.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7250" y="9460292"/>
            <a:ext cx="5907081" cy="283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To-Do List Management System | C Programming Project ©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1995" y="2333620"/>
            <a:ext cx="8048620" cy="7191370"/>
          </a:xfrm>
          <a:custGeom>
            <a:avLst/>
            <a:gdLst/>
            <a:ahLst/>
            <a:cxnLst/>
            <a:rect l="l" t="t" r="r" b="b"/>
            <a:pathLst>
              <a:path w="8048620" h="7191370">
                <a:moveTo>
                  <a:pt x="0" y="0"/>
                </a:moveTo>
                <a:lnTo>
                  <a:pt x="8048620" y="0"/>
                </a:lnTo>
                <a:lnTo>
                  <a:pt x="8048620" y="7191370"/>
                </a:lnTo>
                <a:lnTo>
                  <a:pt x="0" y="71913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57250" y="1700212"/>
            <a:ext cx="16573500" cy="14288"/>
            <a:chOff x="0" y="0"/>
            <a:chExt cx="11049000" cy="95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  <a:lnTo>
                    <a:pt x="11049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477370" y="2333620"/>
            <a:ext cx="8048620" cy="7191370"/>
            <a:chOff x="0" y="0"/>
            <a:chExt cx="5365750" cy="4794250"/>
          </a:xfrm>
        </p:grpSpPr>
        <p:sp>
          <p:nvSpPr>
            <p:cNvPr id="6" name="Freeform 6"/>
            <p:cNvSpPr/>
            <p:nvPr/>
          </p:nvSpPr>
          <p:spPr>
            <a:xfrm>
              <a:off x="68326" y="68453"/>
              <a:ext cx="5228971" cy="4657344"/>
            </a:xfrm>
            <a:custGeom>
              <a:avLst/>
              <a:gdLst/>
              <a:ahLst/>
              <a:cxnLst/>
              <a:rect l="l" t="t" r="r" b="b"/>
              <a:pathLst>
                <a:path w="5228971" h="4657344">
                  <a:moveTo>
                    <a:pt x="0" y="4605147"/>
                  </a:moveTo>
                  <a:lnTo>
                    <a:pt x="0" y="52197"/>
                  </a:lnTo>
                  <a:cubicBezTo>
                    <a:pt x="0" y="48768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lnTo>
                    <a:pt x="5176774" y="0"/>
                  </a:lnTo>
                  <a:cubicBezTo>
                    <a:pt x="5180203" y="0"/>
                    <a:pt x="5183632" y="381"/>
                    <a:pt x="5186934" y="1016"/>
                  </a:cubicBezTo>
                  <a:cubicBezTo>
                    <a:pt x="5190236" y="1651"/>
                    <a:pt x="5193538" y="2667"/>
                    <a:pt x="5196713" y="3937"/>
                  </a:cubicBezTo>
                  <a:cubicBezTo>
                    <a:pt x="5199888" y="5207"/>
                    <a:pt x="5202936" y="6858"/>
                    <a:pt x="5205730" y="8763"/>
                  </a:cubicBezTo>
                  <a:cubicBezTo>
                    <a:pt x="5208524" y="10668"/>
                    <a:pt x="5211191" y="12827"/>
                    <a:pt x="5213731" y="15240"/>
                  </a:cubicBezTo>
                  <a:cubicBezTo>
                    <a:pt x="5216271" y="17653"/>
                    <a:pt x="5218303" y="20320"/>
                    <a:pt x="5220208" y="23241"/>
                  </a:cubicBezTo>
                  <a:cubicBezTo>
                    <a:pt x="5222113" y="26162"/>
                    <a:pt x="5223764" y="29083"/>
                    <a:pt x="5225034" y="32258"/>
                  </a:cubicBezTo>
                  <a:cubicBezTo>
                    <a:pt x="5226304" y="35433"/>
                    <a:pt x="5227320" y="38735"/>
                    <a:pt x="5227955" y="42037"/>
                  </a:cubicBezTo>
                  <a:cubicBezTo>
                    <a:pt x="5228590" y="45339"/>
                    <a:pt x="5228971" y="48768"/>
                    <a:pt x="5228971" y="52197"/>
                  </a:cubicBezTo>
                  <a:lnTo>
                    <a:pt x="5228971" y="4605147"/>
                  </a:lnTo>
                  <a:cubicBezTo>
                    <a:pt x="5228971" y="4608576"/>
                    <a:pt x="5228590" y="4612005"/>
                    <a:pt x="5227955" y="4615307"/>
                  </a:cubicBezTo>
                  <a:cubicBezTo>
                    <a:pt x="5227320" y="4618609"/>
                    <a:pt x="5226304" y="4621911"/>
                    <a:pt x="5225034" y="4625086"/>
                  </a:cubicBezTo>
                  <a:cubicBezTo>
                    <a:pt x="5223764" y="4628261"/>
                    <a:pt x="5222113" y="4631309"/>
                    <a:pt x="5220208" y="4634103"/>
                  </a:cubicBezTo>
                  <a:cubicBezTo>
                    <a:pt x="5218303" y="4636897"/>
                    <a:pt x="5216144" y="4639564"/>
                    <a:pt x="5213731" y="4642104"/>
                  </a:cubicBezTo>
                  <a:cubicBezTo>
                    <a:pt x="5211318" y="4644644"/>
                    <a:pt x="5208651" y="4646676"/>
                    <a:pt x="5205730" y="4648581"/>
                  </a:cubicBezTo>
                  <a:cubicBezTo>
                    <a:pt x="5202809" y="4650486"/>
                    <a:pt x="5199888" y="4652137"/>
                    <a:pt x="5196713" y="4653407"/>
                  </a:cubicBezTo>
                  <a:cubicBezTo>
                    <a:pt x="5193538" y="4654677"/>
                    <a:pt x="5190236" y="4655693"/>
                    <a:pt x="5186934" y="4656328"/>
                  </a:cubicBezTo>
                  <a:cubicBezTo>
                    <a:pt x="5183632" y="4656963"/>
                    <a:pt x="5180203" y="4657344"/>
                    <a:pt x="5176774" y="4657344"/>
                  </a:cubicBezTo>
                  <a:lnTo>
                    <a:pt x="52324" y="4657344"/>
                  </a:lnTo>
                  <a:cubicBezTo>
                    <a:pt x="48895" y="4657344"/>
                    <a:pt x="45466" y="4656963"/>
                    <a:pt x="42164" y="4656328"/>
                  </a:cubicBezTo>
                  <a:cubicBezTo>
                    <a:pt x="38862" y="4655693"/>
                    <a:pt x="35560" y="4654677"/>
                    <a:pt x="32385" y="4653407"/>
                  </a:cubicBezTo>
                  <a:cubicBezTo>
                    <a:pt x="29210" y="4652137"/>
                    <a:pt x="26162" y="4650486"/>
                    <a:pt x="23368" y="4648581"/>
                  </a:cubicBezTo>
                  <a:cubicBezTo>
                    <a:pt x="20574" y="4646676"/>
                    <a:pt x="17907" y="4644517"/>
                    <a:pt x="15367" y="4642104"/>
                  </a:cubicBezTo>
                  <a:cubicBezTo>
                    <a:pt x="12827" y="4639691"/>
                    <a:pt x="10795" y="4637024"/>
                    <a:pt x="8890" y="4634103"/>
                  </a:cubicBezTo>
                  <a:cubicBezTo>
                    <a:pt x="6985" y="4631182"/>
                    <a:pt x="5334" y="4628261"/>
                    <a:pt x="4064" y="4625086"/>
                  </a:cubicBezTo>
                  <a:cubicBezTo>
                    <a:pt x="2794" y="4621911"/>
                    <a:pt x="1778" y="4618609"/>
                    <a:pt x="1143" y="4615307"/>
                  </a:cubicBezTo>
                  <a:cubicBezTo>
                    <a:pt x="508" y="4612005"/>
                    <a:pt x="127" y="4608576"/>
                    <a:pt x="127" y="460514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373" y="63500"/>
              <a:ext cx="5239004" cy="4667377"/>
            </a:xfrm>
            <a:custGeom>
              <a:avLst/>
              <a:gdLst/>
              <a:ahLst/>
              <a:cxnLst/>
              <a:rect l="l" t="t" r="r" b="b"/>
              <a:pathLst>
                <a:path w="5239004" h="4667377">
                  <a:moveTo>
                    <a:pt x="127" y="4610100"/>
                  </a:moveTo>
                  <a:lnTo>
                    <a:pt x="127" y="57150"/>
                  </a:lnTo>
                  <a:lnTo>
                    <a:pt x="4953" y="57150"/>
                  </a:lnTo>
                  <a:lnTo>
                    <a:pt x="127" y="57150"/>
                  </a:lnTo>
                  <a:cubicBezTo>
                    <a:pt x="127" y="53340"/>
                    <a:pt x="508" y="49657"/>
                    <a:pt x="1270" y="45974"/>
                  </a:cubicBezTo>
                  <a:cubicBezTo>
                    <a:pt x="2032" y="42291"/>
                    <a:pt x="3048" y="38735"/>
                    <a:pt x="4572" y="35306"/>
                  </a:cubicBezTo>
                  <a:cubicBezTo>
                    <a:pt x="5969" y="31877"/>
                    <a:pt x="7747" y="28575"/>
                    <a:pt x="9906" y="25400"/>
                  </a:cubicBezTo>
                  <a:lnTo>
                    <a:pt x="13843" y="28067"/>
                  </a:lnTo>
                  <a:lnTo>
                    <a:pt x="9779" y="25400"/>
                  </a:lnTo>
                  <a:cubicBezTo>
                    <a:pt x="11811" y="22225"/>
                    <a:pt x="14224" y="19431"/>
                    <a:pt x="16891" y="16764"/>
                  </a:cubicBezTo>
                  <a:lnTo>
                    <a:pt x="20320" y="20193"/>
                  </a:lnTo>
                  <a:lnTo>
                    <a:pt x="16891" y="16764"/>
                  </a:lnTo>
                  <a:cubicBezTo>
                    <a:pt x="19558" y="14097"/>
                    <a:pt x="22479" y="11684"/>
                    <a:pt x="25527" y="9652"/>
                  </a:cubicBezTo>
                  <a:lnTo>
                    <a:pt x="28194" y="13589"/>
                  </a:lnTo>
                  <a:lnTo>
                    <a:pt x="25527" y="9652"/>
                  </a:lnTo>
                  <a:cubicBezTo>
                    <a:pt x="28702" y="7620"/>
                    <a:pt x="32004" y="5842"/>
                    <a:pt x="35433" y="4318"/>
                  </a:cubicBezTo>
                  <a:cubicBezTo>
                    <a:pt x="38862" y="2921"/>
                    <a:pt x="42418" y="1778"/>
                    <a:pt x="46101" y="1016"/>
                  </a:cubicBezTo>
                  <a:cubicBezTo>
                    <a:pt x="49784" y="381"/>
                    <a:pt x="53467" y="0"/>
                    <a:pt x="57277" y="0"/>
                  </a:cubicBezTo>
                  <a:lnTo>
                    <a:pt x="57277" y="4826"/>
                  </a:lnTo>
                  <a:lnTo>
                    <a:pt x="57277" y="0"/>
                  </a:lnTo>
                  <a:lnTo>
                    <a:pt x="5181727" y="0"/>
                  </a:lnTo>
                  <a:lnTo>
                    <a:pt x="5181727" y="4826"/>
                  </a:lnTo>
                  <a:lnTo>
                    <a:pt x="5181727" y="0"/>
                  </a:lnTo>
                  <a:cubicBezTo>
                    <a:pt x="5185537" y="0"/>
                    <a:pt x="5189220" y="381"/>
                    <a:pt x="5192903" y="1143"/>
                  </a:cubicBezTo>
                  <a:cubicBezTo>
                    <a:pt x="5196586" y="1905"/>
                    <a:pt x="5200142" y="2921"/>
                    <a:pt x="5203571" y="4445"/>
                  </a:cubicBezTo>
                  <a:lnTo>
                    <a:pt x="5201793" y="8890"/>
                  </a:lnTo>
                  <a:lnTo>
                    <a:pt x="5203571" y="4445"/>
                  </a:lnTo>
                  <a:cubicBezTo>
                    <a:pt x="5207000" y="5842"/>
                    <a:pt x="5210302" y="7620"/>
                    <a:pt x="5213477" y="9779"/>
                  </a:cubicBezTo>
                  <a:lnTo>
                    <a:pt x="5210810" y="13716"/>
                  </a:lnTo>
                  <a:lnTo>
                    <a:pt x="5213477" y="9779"/>
                  </a:lnTo>
                  <a:cubicBezTo>
                    <a:pt x="5216652" y="11811"/>
                    <a:pt x="5219446" y="14224"/>
                    <a:pt x="5222113" y="16891"/>
                  </a:cubicBezTo>
                  <a:lnTo>
                    <a:pt x="5218684" y="20320"/>
                  </a:lnTo>
                  <a:lnTo>
                    <a:pt x="5222113" y="16891"/>
                  </a:lnTo>
                  <a:cubicBezTo>
                    <a:pt x="5224780" y="19558"/>
                    <a:pt x="5227193" y="22479"/>
                    <a:pt x="5229225" y="25527"/>
                  </a:cubicBezTo>
                  <a:lnTo>
                    <a:pt x="5225288" y="28194"/>
                  </a:lnTo>
                  <a:lnTo>
                    <a:pt x="5229225" y="25527"/>
                  </a:lnTo>
                  <a:cubicBezTo>
                    <a:pt x="5231257" y="28702"/>
                    <a:pt x="5233035" y="32004"/>
                    <a:pt x="5234559" y="35433"/>
                  </a:cubicBezTo>
                  <a:lnTo>
                    <a:pt x="5230114" y="37211"/>
                  </a:lnTo>
                  <a:lnTo>
                    <a:pt x="5234559" y="35433"/>
                  </a:lnTo>
                  <a:cubicBezTo>
                    <a:pt x="5235956" y="38862"/>
                    <a:pt x="5237099" y="42418"/>
                    <a:pt x="5237861" y="46101"/>
                  </a:cubicBezTo>
                  <a:lnTo>
                    <a:pt x="5233162" y="46990"/>
                  </a:lnTo>
                  <a:lnTo>
                    <a:pt x="5237861" y="46101"/>
                  </a:lnTo>
                  <a:cubicBezTo>
                    <a:pt x="5238623" y="49784"/>
                    <a:pt x="5239004" y="53467"/>
                    <a:pt x="5239004" y="57277"/>
                  </a:cubicBezTo>
                  <a:lnTo>
                    <a:pt x="5239004" y="4610100"/>
                  </a:lnTo>
                  <a:cubicBezTo>
                    <a:pt x="5239004" y="4613910"/>
                    <a:pt x="5238623" y="4617593"/>
                    <a:pt x="5237861" y="4621276"/>
                  </a:cubicBezTo>
                  <a:lnTo>
                    <a:pt x="5233162" y="4620387"/>
                  </a:lnTo>
                  <a:lnTo>
                    <a:pt x="5237861" y="4621276"/>
                  </a:lnTo>
                  <a:cubicBezTo>
                    <a:pt x="5237099" y="4624959"/>
                    <a:pt x="5236083" y="4628515"/>
                    <a:pt x="5234559" y="4631944"/>
                  </a:cubicBezTo>
                  <a:lnTo>
                    <a:pt x="5230114" y="4630166"/>
                  </a:lnTo>
                  <a:lnTo>
                    <a:pt x="5234559" y="4631944"/>
                  </a:lnTo>
                  <a:cubicBezTo>
                    <a:pt x="5233162" y="4635373"/>
                    <a:pt x="5231384" y="4638675"/>
                    <a:pt x="5229225" y="4641850"/>
                  </a:cubicBezTo>
                  <a:cubicBezTo>
                    <a:pt x="5227193" y="4645025"/>
                    <a:pt x="5224780" y="4647819"/>
                    <a:pt x="5222113" y="4650486"/>
                  </a:cubicBezTo>
                  <a:cubicBezTo>
                    <a:pt x="5219446" y="4653153"/>
                    <a:pt x="5216525" y="4655566"/>
                    <a:pt x="5213477" y="4657598"/>
                  </a:cubicBezTo>
                  <a:lnTo>
                    <a:pt x="5210810" y="4653661"/>
                  </a:lnTo>
                  <a:lnTo>
                    <a:pt x="5213477" y="4657598"/>
                  </a:lnTo>
                  <a:cubicBezTo>
                    <a:pt x="5210302" y="4659630"/>
                    <a:pt x="5207000" y="4661408"/>
                    <a:pt x="5203571" y="4662932"/>
                  </a:cubicBezTo>
                  <a:cubicBezTo>
                    <a:pt x="5200142" y="4664329"/>
                    <a:pt x="5196586" y="4665472"/>
                    <a:pt x="5192903" y="4666234"/>
                  </a:cubicBezTo>
                  <a:lnTo>
                    <a:pt x="5192014" y="4661535"/>
                  </a:lnTo>
                  <a:lnTo>
                    <a:pt x="5192903" y="4666234"/>
                  </a:lnTo>
                  <a:cubicBezTo>
                    <a:pt x="5189220" y="4666996"/>
                    <a:pt x="5185537" y="4667377"/>
                    <a:pt x="5181727" y="4667377"/>
                  </a:cubicBezTo>
                  <a:lnTo>
                    <a:pt x="57277" y="4667377"/>
                  </a:lnTo>
                  <a:cubicBezTo>
                    <a:pt x="53467" y="4667377"/>
                    <a:pt x="49784" y="4666996"/>
                    <a:pt x="46101" y="4666234"/>
                  </a:cubicBezTo>
                  <a:lnTo>
                    <a:pt x="46990" y="4661535"/>
                  </a:lnTo>
                  <a:lnTo>
                    <a:pt x="46101" y="4666234"/>
                  </a:lnTo>
                  <a:cubicBezTo>
                    <a:pt x="42418" y="4665472"/>
                    <a:pt x="38862" y="4664456"/>
                    <a:pt x="35433" y="4662932"/>
                  </a:cubicBezTo>
                  <a:cubicBezTo>
                    <a:pt x="32004" y="4661535"/>
                    <a:pt x="28702" y="4659757"/>
                    <a:pt x="25527" y="4657598"/>
                  </a:cubicBezTo>
                  <a:lnTo>
                    <a:pt x="28194" y="4653661"/>
                  </a:lnTo>
                  <a:lnTo>
                    <a:pt x="25527" y="4657598"/>
                  </a:lnTo>
                  <a:cubicBezTo>
                    <a:pt x="22352" y="4655566"/>
                    <a:pt x="19558" y="4653153"/>
                    <a:pt x="16891" y="4650486"/>
                  </a:cubicBezTo>
                  <a:cubicBezTo>
                    <a:pt x="14224" y="4647819"/>
                    <a:pt x="11811" y="4644898"/>
                    <a:pt x="9779" y="4641850"/>
                  </a:cubicBezTo>
                  <a:cubicBezTo>
                    <a:pt x="7747" y="4638675"/>
                    <a:pt x="5969" y="4635373"/>
                    <a:pt x="4445" y="4631944"/>
                  </a:cubicBezTo>
                  <a:lnTo>
                    <a:pt x="8890" y="4630166"/>
                  </a:lnTo>
                  <a:lnTo>
                    <a:pt x="4445" y="4631944"/>
                  </a:lnTo>
                  <a:cubicBezTo>
                    <a:pt x="3048" y="4628515"/>
                    <a:pt x="1905" y="4624959"/>
                    <a:pt x="1143" y="4621276"/>
                  </a:cubicBezTo>
                  <a:cubicBezTo>
                    <a:pt x="381" y="4617593"/>
                    <a:pt x="0" y="4613910"/>
                    <a:pt x="0" y="4610100"/>
                  </a:cubicBezTo>
                  <a:lnTo>
                    <a:pt x="4826" y="4610100"/>
                  </a:lnTo>
                  <a:lnTo>
                    <a:pt x="127" y="4610100"/>
                  </a:lnTo>
                  <a:moveTo>
                    <a:pt x="9652" y="4610100"/>
                  </a:moveTo>
                  <a:cubicBezTo>
                    <a:pt x="9652" y="4613275"/>
                    <a:pt x="9906" y="4616323"/>
                    <a:pt x="10541" y="4619371"/>
                  </a:cubicBezTo>
                  <a:lnTo>
                    <a:pt x="5842" y="4620260"/>
                  </a:lnTo>
                  <a:lnTo>
                    <a:pt x="10541" y="4619371"/>
                  </a:lnTo>
                  <a:cubicBezTo>
                    <a:pt x="11176" y="4622419"/>
                    <a:pt x="12065" y="4625467"/>
                    <a:pt x="13208" y="4628261"/>
                  </a:cubicBezTo>
                  <a:cubicBezTo>
                    <a:pt x="14351" y="4631055"/>
                    <a:pt x="15875" y="4633849"/>
                    <a:pt x="17653" y="4636516"/>
                  </a:cubicBezTo>
                  <a:lnTo>
                    <a:pt x="13716" y="4639183"/>
                  </a:lnTo>
                  <a:lnTo>
                    <a:pt x="17653" y="4636516"/>
                  </a:lnTo>
                  <a:cubicBezTo>
                    <a:pt x="19431" y="4639056"/>
                    <a:pt x="21336" y="4641469"/>
                    <a:pt x="23622" y="4643755"/>
                  </a:cubicBezTo>
                  <a:lnTo>
                    <a:pt x="20193" y="4647184"/>
                  </a:lnTo>
                  <a:lnTo>
                    <a:pt x="23622" y="4643755"/>
                  </a:lnTo>
                  <a:cubicBezTo>
                    <a:pt x="25781" y="4645914"/>
                    <a:pt x="28194" y="4647946"/>
                    <a:pt x="30861" y="4649724"/>
                  </a:cubicBezTo>
                  <a:cubicBezTo>
                    <a:pt x="33401" y="4651502"/>
                    <a:pt x="36195" y="4652899"/>
                    <a:pt x="39116" y="4654169"/>
                  </a:cubicBezTo>
                  <a:lnTo>
                    <a:pt x="37338" y="4658614"/>
                  </a:lnTo>
                  <a:lnTo>
                    <a:pt x="39116" y="4654169"/>
                  </a:lnTo>
                  <a:cubicBezTo>
                    <a:pt x="42037" y="4655312"/>
                    <a:pt x="44958" y="4656328"/>
                    <a:pt x="48006" y="4656836"/>
                  </a:cubicBezTo>
                  <a:cubicBezTo>
                    <a:pt x="51054" y="4657344"/>
                    <a:pt x="54229" y="4657725"/>
                    <a:pt x="57277" y="4657725"/>
                  </a:cubicBezTo>
                  <a:lnTo>
                    <a:pt x="57277" y="4662424"/>
                  </a:lnTo>
                  <a:lnTo>
                    <a:pt x="57277" y="4657598"/>
                  </a:lnTo>
                  <a:lnTo>
                    <a:pt x="5181727" y="4657598"/>
                  </a:lnTo>
                  <a:lnTo>
                    <a:pt x="5181727" y="4662424"/>
                  </a:lnTo>
                  <a:lnTo>
                    <a:pt x="5181727" y="4657725"/>
                  </a:lnTo>
                  <a:cubicBezTo>
                    <a:pt x="5184902" y="4657725"/>
                    <a:pt x="5187950" y="4657471"/>
                    <a:pt x="5190998" y="4656836"/>
                  </a:cubicBezTo>
                  <a:cubicBezTo>
                    <a:pt x="5194046" y="4656201"/>
                    <a:pt x="5197094" y="4655312"/>
                    <a:pt x="5199888" y="4654169"/>
                  </a:cubicBezTo>
                  <a:lnTo>
                    <a:pt x="5201666" y="4658614"/>
                  </a:lnTo>
                  <a:lnTo>
                    <a:pt x="5199888" y="4654169"/>
                  </a:lnTo>
                  <a:cubicBezTo>
                    <a:pt x="5202809" y="4653026"/>
                    <a:pt x="5205476" y="4651502"/>
                    <a:pt x="5208143" y="4649724"/>
                  </a:cubicBezTo>
                  <a:cubicBezTo>
                    <a:pt x="5210683" y="4647946"/>
                    <a:pt x="5213096" y="4646041"/>
                    <a:pt x="5215382" y="4643755"/>
                  </a:cubicBezTo>
                  <a:lnTo>
                    <a:pt x="5218811" y="4647184"/>
                  </a:lnTo>
                  <a:lnTo>
                    <a:pt x="5215382" y="4643755"/>
                  </a:lnTo>
                  <a:cubicBezTo>
                    <a:pt x="5217541" y="4641596"/>
                    <a:pt x="5219573" y="4639183"/>
                    <a:pt x="5221351" y="4636516"/>
                  </a:cubicBezTo>
                  <a:lnTo>
                    <a:pt x="5225288" y="4639183"/>
                  </a:lnTo>
                  <a:lnTo>
                    <a:pt x="5221351" y="4636516"/>
                  </a:lnTo>
                  <a:cubicBezTo>
                    <a:pt x="5223129" y="4633976"/>
                    <a:pt x="5224526" y="4631182"/>
                    <a:pt x="5225796" y="4628261"/>
                  </a:cubicBezTo>
                  <a:cubicBezTo>
                    <a:pt x="5226939" y="4625340"/>
                    <a:pt x="5227955" y="4622419"/>
                    <a:pt x="5228463" y="4619371"/>
                  </a:cubicBezTo>
                  <a:cubicBezTo>
                    <a:pt x="5229098" y="4616323"/>
                    <a:pt x="5229352" y="4613148"/>
                    <a:pt x="5229352" y="4610100"/>
                  </a:cubicBezTo>
                  <a:lnTo>
                    <a:pt x="5234051" y="4610100"/>
                  </a:lnTo>
                  <a:lnTo>
                    <a:pt x="5229225" y="4610100"/>
                  </a:lnTo>
                  <a:lnTo>
                    <a:pt x="5229225" y="57150"/>
                  </a:lnTo>
                  <a:lnTo>
                    <a:pt x="5234051" y="57150"/>
                  </a:lnTo>
                  <a:lnTo>
                    <a:pt x="5229352" y="57150"/>
                  </a:lnTo>
                  <a:cubicBezTo>
                    <a:pt x="5229352" y="53975"/>
                    <a:pt x="5229098" y="50927"/>
                    <a:pt x="5228463" y="47879"/>
                  </a:cubicBezTo>
                  <a:cubicBezTo>
                    <a:pt x="5227828" y="44831"/>
                    <a:pt x="5226939" y="41783"/>
                    <a:pt x="5225796" y="38989"/>
                  </a:cubicBezTo>
                  <a:cubicBezTo>
                    <a:pt x="5224653" y="36068"/>
                    <a:pt x="5223129" y="33401"/>
                    <a:pt x="5221351" y="30734"/>
                  </a:cubicBezTo>
                  <a:cubicBezTo>
                    <a:pt x="5219573" y="28194"/>
                    <a:pt x="5217668" y="25781"/>
                    <a:pt x="5215382" y="23495"/>
                  </a:cubicBezTo>
                  <a:cubicBezTo>
                    <a:pt x="5213096" y="21209"/>
                    <a:pt x="5210810" y="19304"/>
                    <a:pt x="5208143" y="17526"/>
                  </a:cubicBezTo>
                  <a:cubicBezTo>
                    <a:pt x="5205603" y="15748"/>
                    <a:pt x="5202809" y="14351"/>
                    <a:pt x="5199888" y="13081"/>
                  </a:cubicBezTo>
                  <a:cubicBezTo>
                    <a:pt x="5196967" y="11938"/>
                    <a:pt x="5194046" y="10922"/>
                    <a:pt x="5190998" y="10414"/>
                  </a:cubicBezTo>
                  <a:lnTo>
                    <a:pt x="5191887" y="5715"/>
                  </a:lnTo>
                  <a:lnTo>
                    <a:pt x="5190998" y="10414"/>
                  </a:lnTo>
                  <a:cubicBezTo>
                    <a:pt x="5187950" y="9779"/>
                    <a:pt x="5184775" y="9525"/>
                    <a:pt x="5181727" y="9525"/>
                  </a:cubicBezTo>
                  <a:lnTo>
                    <a:pt x="57277" y="9525"/>
                  </a:lnTo>
                  <a:cubicBezTo>
                    <a:pt x="54102" y="9525"/>
                    <a:pt x="51054" y="9779"/>
                    <a:pt x="48006" y="10414"/>
                  </a:cubicBezTo>
                  <a:lnTo>
                    <a:pt x="47117" y="5715"/>
                  </a:lnTo>
                  <a:lnTo>
                    <a:pt x="48006" y="10414"/>
                  </a:lnTo>
                  <a:cubicBezTo>
                    <a:pt x="44958" y="11049"/>
                    <a:pt x="41910" y="11938"/>
                    <a:pt x="39116" y="13081"/>
                  </a:cubicBezTo>
                  <a:lnTo>
                    <a:pt x="37338" y="8636"/>
                  </a:lnTo>
                  <a:lnTo>
                    <a:pt x="39116" y="13081"/>
                  </a:lnTo>
                  <a:cubicBezTo>
                    <a:pt x="36195" y="14224"/>
                    <a:pt x="33528" y="15748"/>
                    <a:pt x="30861" y="17526"/>
                  </a:cubicBezTo>
                  <a:cubicBezTo>
                    <a:pt x="28321" y="19304"/>
                    <a:pt x="25908" y="21209"/>
                    <a:pt x="23622" y="23495"/>
                  </a:cubicBezTo>
                  <a:cubicBezTo>
                    <a:pt x="21336" y="25781"/>
                    <a:pt x="19431" y="28067"/>
                    <a:pt x="17653" y="30734"/>
                  </a:cubicBezTo>
                  <a:cubicBezTo>
                    <a:pt x="15875" y="33274"/>
                    <a:pt x="14478" y="36068"/>
                    <a:pt x="13208" y="38989"/>
                  </a:cubicBezTo>
                  <a:lnTo>
                    <a:pt x="8763" y="37211"/>
                  </a:lnTo>
                  <a:lnTo>
                    <a:pt x="13208" y="38989"/>
                  </a:lnTo>
                  <a:cubicBezTo>
                    <a:pt x="12065" y="41910"/>
                    <a:pt x="11049" y="44831"/>
                    <a:pt x="10541" y="47879"/>
                  </a:cubicBezTo>
                  <a:lnTo>
                    <a:pt x="5842" y="46990"/>
                  </a:lnTo>
                  <a:lnTo>
                    <a:pt x="10541" y="47879"/>
                  </a:lnTo>
                  <a:cubicBezTo>
                    <a:pt x="9906" y="50927"/>
                    <a:pt x="9652" y="54102"/>
                    <a:pt x="9652" y="57150"/>
                  </a:cubicBezTo>
                  <a:lnTo>
                    <a:pt x="9652" y="4610100"/>
                  </a:ln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501650" y="168275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4224" y="0"/>
                  </a:moveTo>
                  <a:lnTo>
                    <a:pt x="347726" y="0"/>
                  </a:lnTo>
                  <a:lnTo>
                    <a:pt x="361950" y="0"/>
                  </a:lnTo>
                  <a:lnTo>
                    <a:pt x="361950" y="14224"/>
                  </a:lnTo>
                  <a:lnTo>
                    <a:pt x="361950" y="347599"/>
                  </a:lnTo>
                  <a:lnTo>
                    <a:pt x="361950" y="361950"/>
                  </a:lnTo>
                  <a:lnTo>
                    <a:pt x="347726" y="361950"/>
                  </a:lnTo>
                  <a:lnTo>
                    <a:pt x="14224" y="361950"/>
                  </a:lnTo>
                  <a:lnTo>
                    <a:pt x="0" y="361950"/>
                  </a:lnTo>
                  <a:lnTo>
                    <a:pt x="0" y="347726"/>
                  </a:lnTo>
                  <a:lnTo>
                    <a:pt x="0" y="14351"/>
                  </a:lnTo>
                  <a:lnTo>
                    <a:pt x="0" y="127"/>
                  </a:lnTo>
                  <a:lnTo>
                    <a:pt x="14224" y="127"/>
                  </a:lnTo>
                  <a:moveTo>
                    <a:pt x="14224" y="28702"/>
                  </a:moveTo>
                  <a:lnTo>
                    <a:pt x="14224" y="14478"/>
                  </a:lnTo>
                  <a:lnTo>
                    <a:pt x="28448" y="14478"/>
                  </a:lnTo>
                  <a:lnTo>
                    <a:pt x="28448" y="347853"/>
                  </a:lnTo>
                  <a:lnTo>
                    <a:pt x="14224" y="347853"/>
                  </a:lnTo>
                  <a:lnTo>
                    <a:pt x="14224" y="333629"/>
                  </a:lnTo>
                  <a:lnTo>
                    <a:pt x="347726" y="333629"/>
                  </a:lnTo>
                  <a:lnTo>
                    <a:pt x="347726" y="347853"/>
                  </a:lnTo>
                  <a:lnTo>
                    <a:pt x="333375" y="347853"/>
                  </a:lnTo>
                  <a:lnTo>
                    <a:pt x="333375" y="14224"/>
                  </a:lnTo>
                  <a:lnTo>
                    <a:pt x="347599" y="14224"/>
                  </a:lnTo>
                  <a:lnTo>
                    <a:pt x="347599" y="28448"/>
                  </a:lnTo>
                  <a:lnTo>
                    <a:pt x="14224" y="28448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511175" y="3207004"/>
              <a:ext cx="342900" cy="342392"/>
            </a:xfrm>
            <a:custGeom>
              <a:avLst/>
              <a:gdLst/>
              <a:ahLst/>
              <a:cxnLst/>
              <a:rect l="l" t="t" r="r" b="b"/>
              <a:pathLst>
                <a:path w="342900" h="342392">
                  <a:moveTo>
                    <a:pt x="0" y="323596"/>
                  </a:moveTo>
                  <a:lnTo>
                    <a:pt x="0" y="18796"/>
                  </a:lnTo>
                  <a:lnTo>
                    <a:pt x="9525" y="18796"/>
                  </a:lnTo>
                  <a:lnTo>
                    <a:pt x="0" y="18796"/>
                  </a:lnTo>
                  <a:cubicBezTo>
                    <a:pt x="0" y="17780"/>
                    <a:pt x="127" y="16637"/>
                    <a:pt x="254" y="15621"/>
                  </a:cubicBezTo>
                  <a:cubicBezTo>
                    <a:pt x="762" y="12827"/>
                    <a:pt x="1778" y="10160"/>
                    <a:pt x="3429" y="7874"/>
                  </a:cubicBezTo>
                  <a:cubicBezTo>
                    <a:pt x="4064" y="6985"/>
                    <a:pt x="4826" y="6096"/>
                    <a:pt x="5588" y="5461"/>
                  </a:cubicBezTo>
                  <a:lnTo>
                    <a:pt x="12319" y="12192"/>
                  </a:lnTo>
                  <a:lnTo>
                    <a:pt x="5588" y="5461"/>
                  </a:lnTo>
                  <a:cubicBezTo>
                    <a:pt x="6350" y="4699"/>
                    <a:pt x="7112" y="4064"/>
                    <a:pt x="8001" y="3429"/>
                  </a:cubicBezTo>
                  <a:cubicBezTo>
                    <a:pt x="10287" y="1778"/>
                    <a:pt x="12954" y="635"/>
                    <a:pt x="15748" y="254"/>
                  </a:cubicBezTo>
                  <a:cubicBezTo>
                    <a:pt x="16891" y="127"/>
                    <a:pt x="17907" y="0"/>
                    <a:pt x="18923" y="0"/>
                  </a:cubicBezTo>
                  <a:lnTo>
                    <a:pt x="18923" y="9525"/>
                  </a:lnTo>
                  <a:lnTo>
                    <a:pt x="18923" y="0"/>
                  </a:lnTo>
                  <a:lnTo>
                    <a:pt x="323723" y="0"/>
                  </a:lnTo>
                  <a:lnTo>
                    <a:pt x="323723" y="9525"/>
                  </a:lnTo>
                  <a:lnTo>
                    <a:pt x="323723" y="0"/>
                  </a:lnTo>
                  <a:cubicBezTo>
                    <a:pt x="324739" y="0"/>
                    <a:pt x="325882" y="127"/>
                    <a:pt x="326898" y="254"/>
                  </a:cubicBezTo>
                  <a:cubicBezTo>
                    <a:pt x="329692" y="762"/>
                    <a:pt x="332359" y="1778"/>
                    <a:pt x="334645" y="3429"/>
                  </a:cubicBezTo>
                  <a:cubicBezTo>
                    <a:pt x="335534" y="4064"/>
                    <a:pt x="336296" y="4826"/>
                    <a:pt x="337058" y="5461"/>
                  </a:cubicBezTo>
                  <a:lnTo>
                    <a:pt x="330327" y="12192"/>
                  </a:lnTo>
                  <a:lnTo>
                    <a:pt x="337058" y="5461"/>
                  </a:lnTo>
                  <a:cubicBezTo>
                    <a:pt x="337820" y="6223"/>
                    <a:pt x="338582" y="6985"/>
                    <a:pt x="339217" y="7874"/>
                  </a:cubicBezTo>
                  <a:cubicBezTo>
                    <a:pt x="340868" y="10160"/>
                    <a:pt x="342011" y="12827"/>
                    <a:pt x="342392" y="15621"/>
                  </a:cubicBezTo>
                  <a:cubicBezTo>
                    <a:pt x="342519" y="16637"/>
                    <a:pt x="342646" y="17780"/>
                    <a:pt x="342646" y="18796"/>
                  </a:cubicBezTo>
                  <a:lnTo>
                    <a:pt x="333375" y="18796"/>
                  </a:lnTo>
                  <a:lnTo>
                    <a:pt x="342900" y="18796"/>
                  </a:lnTo>
                  <a:lnTo>
                    <a:pt x="342900" y="323596"/>
                  </a:lnTo>
                  <a:lnTo>
                    <a:pt x="333375" y="323596"/>
                  </a:lnTo>
                  <a:lnTo>
                    <a:pt x="342900" y="323596"/>
                  </a:lnTo>
                  <a:cubicBezTo>
                    <a:pt x="342900" y="324612"/>
                    <a:pt x="342773" y="325755"/>
                    <a:pt x="342646" y="326771"/>
                  </a:cubicBezTo>
                  <a:cubicBezTo>
                    <a:pt x="342138" y="329565"/>
                    <a:pt x="341122" y="332232"/>
                    <a:pt x="339471" y="334518"/>
                  </a:cubicBezTo>
                  <a:cubicBezTo>
                    <a:pt x="338836" y="335407"/>
                    <a:pt x="338074" y="336169"/>
                    <a:pt x="337312" y="336931"/>
                  </a:cubicBezTo>
                  <a:lnTo>
                    <a:pt x="330581" y="330200"/>
                  </a:lnTo>
                  <a:lnTo>
                    <a:pt x="337312" y="336931"/>
                  </a:lnTo>
                  <a:cubicBezTo>
                    <a:pt x="336550" y="337693"/>
                    <a:pt x="335788" y="338328"/>
                    <a:pt x="334899" y="338963"/>
                  </a:cubicBezTo>
                  <a:cubicBezTo>
                    <a:pt x="332613" y="340614"/>
                    <a:pt x="329946" y="341757"/>
                    <a:pt x="327152" y="342138"/>
                  </a:cubicBezTo>
                  <a:cubicBezTo>
                    <a:pt x="326009" y="342265"/>
                    <a:pt x="324993" y="342392"/>
                    <a:pt x="323977" y="342392"/>
                  </a:cubicBezTo>
                  <a:lnTo>
                    <a:pt x="323977" y="332867"/>
                  </a:lnTo>
                  <a:lnTo>
                    <a:pt x="323977" y="342392"/>
                  </a:lnTo>
                  <a:lnTo>
                    <a:pt x="19177" y="342392"/>
                  </a:lnTo>
                  <a:lnTo>
                    <a:pt x="19177" y="332867"/>
                  </a:lnTo>
                  <a:lnTo>
                    <a:pt x="19177" y="342392"/>
                  </a:lnTo>
                  <a:cubicBezTo>
                    <a:pt x="18161" y="342392"/>
                    <a:pt x="17018" y="342265"/>
                    <a:pt x="16002" y="342138"/>
                  </a:cubicBezTo>
                  <a:cubicBezTo>
                    <a:pt x="13208" y="341630"/>
                    <a:pt x="10541" y="340614"/>
                    <a:pt x="8255" y="338963"/>
                  </a:cubicBezTo>
                  <a:cubicBezTo>
                    <a:pt x="7366" y="338328"/>
                    <a:pt x="6604" y="337566"/>
                    <a:pt x="5842" y="336931"/>
                  </a:cubicBezTo>
                  <a:lnTo>
                    <a:pt x="12573" y="330200"/>
                  </a:lnTo>
                  <a:lnTo>
                    <a:pt x="5842" y="336931"/>
                  </a:lnTo>
                  <a:cubicBezTo>
                    <a:pt x="5080" y="336169"/>
                    <a:pt x="4318" y="335407"/>
                    <a:pt x="3683" y="334518"/>
                  </a:cubicBezTo>
                  <a:cubicBezTo>
                    <a:pt x="2032" y="332232"/>
                    <a:pt x="889" y="329565"/>
                    <a:pt x="508" y="326771"/>
                  </a:cubicBezTo>
                  <a:cubicBezTo>
                    <a:pt x="381" y="325755"/>
                    <a:pt x="254" y="324612"/>
                    <a:pt x="254" y="323596"/>
                  </a:cubicBezTo>
                  <a:lnTo>
                    <a:pt x="9525" y="323596"/>
                  </a:lnTo>
                  <a:lnTo>
                    <a:pt x="0" y="323596"/>
                  </a:lnTo>
                  <a:moveTo>
                    <a:pt x="19050" y="323596"/>
                  </a:moveTo>
                  <a:cubicBezTo>
                    <a:pt x="19050" y="323850"/>
                    <a:pt x="19050" y="323596"/>
                    <a:pt x="19050" y="323723"/>
                  </a:cubicBezTo>
                  <a:cubicBezTo>
                    <a:pt x="19050" y="323723"/>
                    <a:pt x="19050" y="323596"/>
                    <a:pt x="18923" y="323469"/>
                  </a:cubicBezTo>
                  <a:cubicBezTo>
                    <a:pt x="19050" y="323596"/>
                    <a:pt x="18923" y="323469"/>
                    <a:pt x="19050" y="323596"/>
                  </a:cubicBezTo>
                  <a:cubicBezTo>
                    <a:pt x="19177" y="323723"/>
                    <a:pt x="19050" y="323596"/>
                    <a:pt x="19177" y="323723"/>
                  </a:cubicBezTo>
                  <a:cubicBezTo>
                    <a:pt x="19177" y="323723"/>
                    <a:pt x="19050" y="323596"/>
                    <a:pt x="18923" y="323596"/>
                  </a:cubicBezTo>
                  <a:cubicBezTo>
                    <a:pt x="19050" y="323596"/>
                    <a:pt x="18796" y="323596"/>
                    <a:pt x="19050" y="323596"/>
                  </a:cubicBezTo>
                  <a:lnTo>
                    <a:pt x="323850" y="323596"/>
                  </a:lnTo>
                  <a:cubicBezTo>
                    <a:pt x="324104" y="323596"/>
                    <a:pt x="323850" y="323596"/>
                    <a:pt x="323977" y="323596"/>
                  </a:cubicBezTo>
                  <a:cubicBezTo>
                    <a:pt x="323977" y="323596"/>
                    <a:pt x="323850" y="323596"/>
                    <a:pt x="323723" y="323723"/>
                  </a:cubicBezTo>
                  <a:cubicBezTo>
                    <a:pt x="323850" y="323596"/>
                    <a:pt x="323723" y="323723"/>
                    <a:pt x="323850" y="323596"/>
                  </a:cubicBezTo>
                  <a:cubicBezTo>
                    <a:pt x="323977" y="323469"/>
                    <a:pt x="323850" y="323596"/>
                    <a:pt x="323977" y="323469"/>
                  </a:cubicBezTo>
                  <a:cubicBezTo>
                    <a:pt x="323977" y="323469"/>
                    <a:pt x="323850" y="323596"/>
                    <a:pt x="323850" y="323723"/>
                  </a:cubicBezTo>
                  <a:cubicBezTo>
                    <a:pt x="323850" y="323596"/>
                    <a:pt x="323850" y="323850"/>
                    <a:pt x="323850" y="323596"/>
                  </a:cubicBezTo>
                  <a:lnTo>
                    <a:pt x="323850" y="18796"/>
                  </a:lnTo>
                  <a:cubicBezTo>
                    <a:pt x="323850" y="18542"/>
                    <a:pt x="323850" y="18796"/>
                    <a:pt x="323850" y="18669"/>
                  </a:cubicBezTo>
                  <a:cubicBezTo>
                    <a:pt x="323850" y="18669"/>
                    <a:pt x="323850" y="18796"/>
                    <a:pt x="323977" y="18923"/>
                  </a:cubicBezTo>
                  <a:cubicBezTo>
                    <a:pt x="323850" y="18796"/>
                    <a:pt x="323977" y="18923"/>
                    <a:pt x="323850" y="18796"/>
                  </a:cubicBezTo>
                  <a:cubicBezTo>
                    <a:pt x="323723" y="18669"/>
                    <a:pt x="323850" y="18796"/>
                    <a:pt x="323723" y="18669"/>
                  </a:cubicBezTo>
                  <a:cubicBezTo>
                    <a:pt x="323723" y="18669"/>
                    <a:pt x="323850" y="18796"/>
                    <a:pt x="323977" y="18796"/>
                  </a:cubicBezTo>
                  <a:cubicBezTo>
                    <a:pt x="323850" y="18796"/>
                    <a:pt x="324104" y="18796"/>
                    <a:pt x="323850" y="18796"/>
                  </a:cubicBezTo>
                  <a:lnTo>
                    <a:pt x="19050" y="18796"/>
                  </a:lnTo>
                  <a:cubicBezTo>
                    <a:pt x="18796" y="18796"/>
                    <a:pt x="19050" y="18796"/>
                    <a:pt x="18923" y="18796"/>
                  </a:cubicBezTo>
                  <a:cubicBezTo>
                    <a:pt x="18923" y="18796"/>
                    <a:pt x="19050" y="18796"/>
                    <a:pt x="19177" y="18669"/>
                  </a:cubicBezTo>
                  <a:cubicBezTo>
                    <a:pt x="19050" y="18796"/>
                    <a:pt x="19177" y="18669"/>
                    <a:pt x="19050" y="18796"/>
                  </a:cubicBezTo>
                  <a:cubicBezTo>
                    <a:pt x="18923" y="18923"/>
                    <a:pt x="19050" y="18796"/>
                    <a:pt x="18923" y="18923"/>
                  </a:cubicBezTo>
                  <a:cubicBezTo>
                    <a:pt x="18923" y="18923"/>
                    <a:pt x="19050" y="18796"/>
                    <a:pt x="19050" y="18669"/>
                  </a:cubicBezTo>
                  <a:cubicBezTo>
                    <a:pt x="19050" y="18796"/>
                    <a:pt x="19050" y="18542"/>
                    <a:pt x="19050" y="18796"/>
                  </a:cubicBezTo>
                  <a:lnTo>
                    <a:pt x="19050" y="323596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473075" y="3311525"/>
              <a:ext cx="381000" cy="19050"/>
            </a:xfrm>
            <a:custGeom>
              <a:avLst/>
              <a:gdLst/>
              <a:ahLst/>
              <a:cxnLst/>
              <a:rect l="l" t="t" r="r" b="b"/>
              <a:pathLst>
                <a:path w="381000" h="19050">
                  <a:moveTo>
                    <a:pt x="0" y="0"/>
                  </a:moveTo>
                  <a:lnTo>
                    <a:pt x="381000" y="0"/>
                  </a:lnTo>
                  <a:lnTo>
                    <a:pt x="381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473075" y="3425825"/>
              <a:ext cx="381000" cy="19050"/>
            </a:xfrm>
            <a:custGeom>
              <a:avLst/>
              <a:gdLst/>
              <a:ahLst/>
              <a:cxnLst/>
              <a:rect l="l" t="t" r="r" b="b"/>
              <a:pathLst>
                <a:path w="381000" h="19050">
                  <a:moveTo>
                    <a:pt x="0" y="0"/>
                  </a:moveTo>
                  <a:lnTo>
                    <a:pt x="381000" y="0"/>
                  </a:lnTo>
                  <a:lnTo>
                    <a:pt x="381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857250" y="734982"/>
            <a:ext cx="4229114" cy="74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Problem Statement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8750" y="2888871"/>
            <a:ext cx="2655318" cy="593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Current Fric 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58412" y="2903158"/>
            <a:ext cx="4013359" cy="593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1">
                <a:solidFill>
                  <a:srgbClr val="00BCD4"/>
                </a:solidFill>
                <a:latin typeface="Carlito Bold"/>
                <a:ea typeface="Carlito Bold"/>
                <a:cs typeface="Carlito Bold"/>
                <a:sym typeface="Carlito Bold"/>
              </a:rPr>
              <a:t>Technical Requirements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400300" y="7042052"/>
            <a:ext cx="5346754" cy="1399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Lack of simple offline task managers forces dependency on complex, data- heavy online platforms.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00300" y="4770339"/>
            <a:ext cx="5614459" cy="1399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Manual tracking causes organizational chaos, leading to missed deadlines and fragmented schedules.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129962" y="7056339"/>
            <a:ext cx="4900441" cy="1399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Requirement for low-resource productivity solutions optimized for system efficiency and speed.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129962" y="4784627"/>
            <a:ext cx="5773193" cy="1399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1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Need for distraction-free digital tools that prioritize core functionality over cosmetic bloat.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7250" y="9412934"/>
            <a:ext cx="6094690" cy="32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C-Based Task Architecture © 2026 To-Do List Project Team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1995" y="2247895"/>
            <a:ext cx="8262933" cy="3848095"/>
            <a:chOff x="0" y="0"/>
            <a:chExt cx="5508625" cy="2565400"/>
          </a:xfrm>
        </p:grpSpPr>
        <p:sp>
          <p:nvSpPr>
            <p:cNvPr id="3" name="Freeform 3"/>
            <p:cNvSpPr/>
            <p:nvPr/>
          </p:nvSpPr>
          <p:spPr>
            <a:xfrm>
              <a:off x="68326" y="68453"/>
              <a:ext cx="5371846" cy="2428494"/>
            </a:xfrm>
            <a:custGeom>
              <a:avLst/>
              <a:gdLst/>
              <a:ahLst/>
              <a:cxnLst/>
              <a:rect l="l" t="t" r="r" b="b"/>
              <a:pathLst>
                <a:path w="5371846" h="2428494">
                  <a:moveTo>
                    <a:pt x="0" y="2376297"/>
                  </a:moveTo>
                  <a:lnTo>
                    <a:pt x="0" y="52197"/>
                  </a:lnTo>
                  <a:cubicBezTo>
                    <a:pt x="0" y="48768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lnTo>
                    <a:pt x="5319649" y="0"/>
                  </a:lnTo>
                  <a:cubicBezTo>
                    <a:pt x="5323078" y="0"/>
                    <a:pt x="5326507" y="381"/>
                    <a:pt x="5329809" y="1016"/>
                  </a:cubicBezTo>
                  <a:cubicBezTo>
                    <a:pt x="5333111" y="1651"/>
                    <a:pt x="5336413" y="2667"/>
                    <a:pt x="5339588" y="3937"/>
                  </a:cubicBezTo>
                  <a:cubicBezTo>
                    <a:pt x="5342763" y="5207"/>
                    <a:pt x="5345811" y="6858"/>
                    <a:pt x="5348605" y="8763"/>
                  </a:cubicBezTo>
                  <a:cubicBezTo>
                    <a:pt x="5351399" y="10668"/>
                    <a:pt x="5354066" y="12827"/>
                    <a:pt x="5356606" y="15240"/>
                  </a:cubicBezTo>
                  <a:cubicBezTo>
                    <a:pt x="5359146" y="17653"/>
                    <a:pt x="5361178" y="20320"/>
                    <a:pt x="5363083" y="23241"/>
                  </a:cubicBezTo>
                  <a:cubicBezTo>
                    <a:pt x="5364988" y="26162"/>
                    <a:pt x="5366639" y="29083"/>
                    <a:pt x="5367909" y="32258"/>
                  </a:cubicBezTo>
                  <a:cubicBezTo>
                    <a:pt x="5369179" y="35433"/>
                    <a:pt x="5370195" y="38735"/>
                    <a:pt x="5370830" y="42037"/>
                  </a:cubicBezTo>
                  <a:cubicBezTo>
                    <a:pt x="5371465" y="45339"/>
                    <a:pt x="5371846" y="48768"/>
                    <a:pt x="5371846" y="52197"/>
                  </a:cubicBezTo>
                  <a:lnTo>
                    <a:pt x="5371846" y="2376297"/>
                  </a:lnTo>
                  <a:cubicBezTo>
                    <a:pt x="5371846" y="2379726"/>
                    <a:pt x="5371465" y="2383155"/>
                    <a:pt x="5370830" y="2386457"/>
                  </a:cubicBezTo>
                  <a:cubicBezTo>
                    <a:pt x="5370195" y="2389759"/>
                    <a:pt x="5369179" y="2393061"/>
                    <a:pt x="5367909" y="2396236"/>
                  </a:cubicBezTo>
                  <a:cubicBezTo>
                    <a:pt x="5366639" y="2399411"/>
                    <a:pt x="5364988" y="2402459"/>
                    <a:pt x="5363083" y="2405253"/>
                  </a:cubicBezTo>
                  <a:cubicBezTo>
                    <a:pt x="5361178" y="2408047"/>
                    <a:pt x="5359019" y="2410714"/>
                    <a:pt x="5356606" y="2413254"/>
                  </a:cubicBezTo>
                  <a:cubicBezTo>
                    <a:pt x="5354193" y="2415794"/>
                    <a:pt x="5351526" y="2417826"/>
                    <a:pt x="5348605" y="2419731"/>
                  </a:cubicBezTo>
                  <a:cubicBezTo>
                    <a:pt x="5345684" y="2421636"/>
                    <a:pt x="5342763" y="2423287"/>
                    <a:pt x="5339588" y="2424557"/>
                  </a:cubicBezTo>
                  <a:cubicBezTo>
                    <a:pt x="5336413" y="2425827"/>
                    <a:pt x="5333111" y="2426843"/>
                    <a:pt x="5329809" y="2427478"/>
                  </a:cubicBezTo>
                  <a:cubicBezTo>
                    <a:pt x="5326507" y="2428113"/>
                    <a:pt x="5323078" y="2428494"/>
                    <a:pt x="5319649" y="2428494"/>
                  </a:cubicBezTo>
                  <a:lnTo>
                    <a:pt x="52324" y="2428494"/>
                  </a:lnTo>
                  <a:cubicBezTo>
                    <a:pt x="48895" y="2428494"/>
                    <a:pt x="45466" y="2428113"/>
                    <a:pt x="42164" y="2427478"/>
                  </a:cubicBezTo>
                  <a:cubicBezTo>
                    <a:pt x="38862" y="2426843"/>
                    <a:pt x="35560" y="2425827"/>
                    <a:pt x="32385" y="2424557"/>
                  </a:cubicBezTo>
                  <a:cubicBezTo>
                    <a:pt x="29210" y="2423287"/>
                    <a:pt x="26162" y="2421636"/>
                    <a:pt x="23368" y="2419731"/>
                  </a:cubicBezTo>
                  <a:cubicBezTo>
                    <a:pt x="20574" y="2417826"/>
                    <a:pt x="17907" y="2415667"/>
                    <a:pt x="15367" y="2413254"/>
                  </a:cubicBezTo>
                  <a:cubicBezTo>
                    <a:pt x="12827" y="2410841"/>
                    <a:pt x="10795" y="2408174"/>
                    <a:pt x="8890" y="2405253"/>
                  </a:cubicBezTo>
                  <a:cubicBezTo>
                    <a:pt x="6985" y="2402332"/>
                    <a:pt x="5334" y="2399411"/>
                    <a:pt x="4064" y="2396236"/>
                  </a:cubicBezTo>
                  <a:cubicBezTo>
                    <a:pt x="2794" y="2393061"/>
                    <a:pt x="1778" y="2389759"/>
                    <a:pt x="1143" y="2386457"/>
                  </a:cubicBezTo>
                  <a:cubicBezTo>
                    <a:pt x="508" y="2383155"/>
                    <a:pt x="127" y="2379726"/>
                    <a:pt x="127" y="2376297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373" y="63500"/>
              <a:ext cx="5381879" cy="2438654"/>
            </a:xfrm>
            <a:custGeom>
              <a:avLst/>
              <a:gdLst/>
              <a:ahLst/>
              <a:cxnLst/>
              <a:rect l="l" t="t" r="r" b="b"/>
              <a:pathLst>
                <a:path w="5381879" h="2438654">
                  <a:moveTo>
                    <a:pt x="127" y="2381250"/>
                  </a:moveTo>
                  <a:lnTo>
                    <a:pt x="127" y="57150"/>
                  </a:lnTo>
                  <a:lnTo>
                    <a:pt x="4953" y="57150"/>
                  </a:lnTo>
                  <a:lnTo>
                    <a:pt x="127" y="57150"/>
                  </a:lnTo>
                  <a:cubicBezTo>
                    <a:pt x="127" y="53340"/>
                    <a:pt x="508" y="49657"/>
                    <a:pt x="1270" y="45974"/>
                  </a:cubicBezTo>
                  <a:lnTo>
                    <a:pt x="5969" y="46863"/>
                  </a:lnTo>
                  <a:lnTo>
                    <a:pt x="1270" y="45974"/>
                  </a:lnTo>
                  <a:cubicBezTo>
                    <a:pt x="2032" y="42291"/>
                    <a:pt x="3048" y="38735"/>
                    <a:pt x="4572" y="35306"/>
                  </a:cubicBezTo>
                  <a:cubicBezTo>
                    <a:pt x="5969" y="31877"/>
                    <a:pt x="7747" y="28575"/>
                    <a:pt x="9906" y="25400"/>
                  </a:cubicBezTo>
                  <a:lnTo>
                    <a:pt x="13843" y="28067"/>
                  </a:lnTo>
                  <a:lnTo>
                    <a:pt x="9779" y="25400"/>
                  </a:lnTo>
                  <a:cubicBezTo>
                    <a:pt x="11811" y="22225"/>
                    <a:pt x="14224" y="19431"/>
                    <a:pt x="16891" y="16764"/>
                  </a:cubicBezTo>
                  <a:lnTo>
                    <a:pt x="20320" y="20193"/>
                  </a:lnTo>
                  <a:lnTo>
                    <a:pt x="16891" y="16764"/>
                  </a:lnTo>
                  <a:cubicBezTo>
                    <a:pt x="19558" y="14097"/>
                    <a:pt x="22479" y="11684"/>
                    <a:pt x="25527" y="9652"/>
                  </a:cubicBezTo>
                  <a:lnTo>
                    <a:pt x="28194" y="13589"/>
                  </a:lnTo>
                  <a:lnTo>
                    <a:pt x="25527" y="9652"/>
                  </a:lnTo>
                  <a:cubicBezTo>
                    <a:pt x="28702" y="7620"/>
                    <a:pt x="32004" y="5842"/>
                    <a:pt x="35433" y="4318"/>
                  </a:cubicBezTo>
                  <a:lnTo>
                    <a:pt x="37211" y="8763"/>
                  </a:lnTo>
                  <a:lnTo>
                    <a:pt x="35433" y="4318"/>
                  </a:lnTo>
                  <a:cubicBezTo>
                    <a:pt x="38862" y="2921"/>
                    <a:pt x="42418" y="1778"/>
                    <a:pt x="46101" y="1016"/>
                  </a:cubicBezTo>
                  <a:cubicBezTo>
                    <a:pt x="49784" y="381"/>
                    <a:pt x="53467" y="0"/>
                    <a:pt x="57277" y="0"/>
                  </a:cubicBezTo>
                  <a:lnTo>
                    <a:pt x="57277" y="4826"/>
                  </a:lnTo>
                  <a:lnTo>
                    <a:pt x="57277" y="0"/>
                  </a:lnTo>
                  <a:lnTo>
                    <a:pt x="5324602" y="0"/>
                  </a:lnTo>
                  <a:lnTo>
                    <a:pt x="5324602" y="4826"/>
                  </a:lnTo>
                  <a:lnTo>
                    <a:pt x="5324602" y="0"/>
                  </a:lnTo>
                  <a:cubicBezTo>
                    <a:pt x="5328412" y="0"/>
                    <a:pt x="5332095" y="381"/>
                    <a:pt x="5335778" y="1143"/>
                  </a:cubicBezTo>
                  <a:cubicBezTo>
                    <a:pt x="5339461" y="1905"/>
                    <a:pt x="5343017" y="2921"/>
                    <a:pt x="5346446" y="4445"/>
                  </a:cubicBezTo>
                  <a:lnTo>
                    <a:pt x="5344668" y="8890"/>
                  </a:lnTo>
                  <a:lnTo>
                    <a:pt x="5346446" y="4445"/>
                  </a:lnTo>
                  <a:cubicBezTo>
                    <a:pt x="5349875" y="5842"/>
                    <a:pt x="5353177" y="7620"/>
                    <a:pt x="5356352" y="9779"/>
                  </a:cubicBezTo>
                  <a:lnTo>
                    <a:pt x="5353685" y="13716"/>
                  </a:lnTo>
                  <a:lnTo>
                    <a:pt x="5356352" y="9779"/>
                  </a:lnTo>
                  <a:cubicBezTo>
                    <a:pt x="5359527" y="11811"/>
                    <a:pt x="5362321" y="14224"/>
                    <a:pt x="5364988" y="16891"/>
                  </a:cubicBezTo>
                  <a:cubicBezTo>
                    <a:pt x="5367655" y="19558"/>
                    <a:pt x="5370068" y="22479"/>
                    <a:pt x="5372100" y="25527"/>
                  </a:cubicBezTo>
                  <a:lnTo>
                    <a:pt x="5368163" y="28194"/>
                  </a:lnTo>
                  <a:lnTo>
                    <a:pt x="5372100" y="25527"/>
                  </a:lnTo>
                  <a:cubicBezTo>
                    <a:pt x="5374132" y="28702"/>
                    <a:pt x="5375910" y="32004"/>
                    <a:pt x="5377434" y="35433"/>
                  </a:cubicBezTo>
                  <a:lnTo>
                    <a:pt x="5372989" y="37211"/>
                  </a:lnTo>
                  <a:lnTo>
                    <a:pt x="5377434" y="35433"/>
                  </a:lnTo>
                  <a:cubicBezTo>
                    <a:pt x="5378831" y="38862"/>
                    <a:pt x="5379974" y="42418"/>
                    <a:pt x="5380736" y="46101"/>
                  </a:cubicBezTo>
                  <a:lnTo>
                    <a:pt x="5376037" y="46990"/>
                  </a:lnTo>
                  <a:lnTo>
                    <a:pt x="5380736" y="46101"/>
                  </a:lnTo>
                  <a:cubicBezTo>
                    <a:pt x="5381498" y="49784"/>
                    <a:pt x="5381879" y="53467"/>
                    <a:pt x="5381879" y="57277"/>
                  </a:cubicBezTo>
                  <a:lnTo>
                    <a:pt x="5377053" y="57277"/>
                  </a:lnTo>
                  <a:lnTo>
                    <a:pt x="5381879" y="57277"/>
                  </a:lnTo>
                  <a:lnTo>
                    <a:pt x="5381879" y="2381377"/>
                  </a:lnTo>
                  <a:lnTo>
                    <a:pt x="5377053" y="2381377"/>
                  </a:lnTo>
                  <a:lnTo>
                    <a:pt x="5381879" y="2381377"/>
                  </a:lnTo>
                  <a:cubicBezTo>
                    <a:pt x="5381879" y="2385187"/>
                    <a:pt x="5381498" y="2388870"/>
                    <a:pt x="5380736" y="2392553"/>
                  </a:cubicBezTo>
                  <a:lnTo>
                    <a:pt x="5376037" y="2391664"/>
                  </a:lnTo>
                  <a:lnTo>
                    <a:pt x="5380736" y="2392553"/>
                  </a:lnTo>
                  <a:cubicBezTo>
                    <a:pt x="5379974" y="2396236"/>
                    <a:pt x="5378958" y="2399792"/>
                    <a:pt x="5377434" y="2403221"/>
                  </a:cubicBezTo>
                  <a:lnTo>
                    <a:pt x="5372989" y="2401443"/>
                  </a:lnTo>
                  <a:lnTo>
                    <a:pt x="5377434" y="2403221"/>
                  </a:lnTo>
                  <a:cubicBezTo>
                    <a:pt x="5376037" y="2406650"/>
                    <a:pt x="5374259" y="2409952"/>
                    <a:pt x="5372100" y="2413127"/>
                  </a:cubicBezTo>
                  <a:lnTo>
                    <a:pt x="5368163" y="2410460"/>
                  </a:lnTo>
                  <a:lnTo>
                    <a:pt x="5372100" y="2413127"/>
                  </a:lnTo>
                  <a:cubicBezTo>
                    <a:pt x="5370068" y="2416302"/>
                    <a:pt x="5367655" y="2419096"/>
                    <a:pt x="5364988" y="2421763"/>
                  </a:cubicBezTo>
                  <a:cubicBezTo>
                    <a:pt x="5362321" y="2424430"/>
                    <a:pt x="5359400" y="2426843"/>
                    <a:pt x="5356352" y="2428875"/>
                  </a:cubicBezTo>
                  <a:cubicBezTo>
                    <a:pt x="5353177" y="2430907"/>
                    <a:pt x="5349875" y="2432685"/>
                    <a:pt x="5346446" y="2434209"/>
                  </a:cubicBezTo>
                  <a:lnTo>
                    <a:pt x="5344668" y="2429764"/>
                  </a:lnTo>
                  <a:lnTo>
                    <a:pt x="5346446" y="2434209"/>
                  </a:lnTo>
                  <a:cubicBezTo>
                    <a:pt x="5343017" y="2435606"/>
                    <a:pt x="5339461" y="2436749"/>
                    <a:pt x="5335778" y="2437511"/>
                  </a:cubicBezTo>
                  <a:lnTo>
                    <a:pt x="5334889" y="2432812"/>
                  </a:lnTo>
                  <a:lnTo>
                    <a:pt x="5335778" y="2437511"/>
                  </a:lnTo>
                  <a:cubicBezTo>
                    <a:pt x="5332095" y="2438273"/>
                    <a:pt x="5328412" y="2438654"/>
                    <a:pt x="5324602" y="2438654"/>
                  </a:cubicBezTo>
                  <a:lnTo>
                    <a:pt x="5324602" y="2433828"/>
                  </a:lnTo>
                  <a:lnTo>
                    <a:pt x="5324602" y="2438654"/>
                  </a:lnTo>
                  <a:lnTo>
                    <a:pt x="57277" y="2438654"/>
                  </a:lnTo>
                  <a:lnTo>
                    <a:pt x="57277" y="2433828"/>
                  </a:lnTo>
                  <a:lnTo>
                    <a:pt x="57277" y="2438654"/>
                  </a:lnTo>
                  <a:cubicBezTo>
                    <a:pt x="53467" y="2438654"/>
                    <a:pt x="49784" y="2438273"/>
                    <a:pt x="46101" y="2437511"/>
                  </a:cubicBezTo>
                  <a:lnTo>
                    <a:pt x="46990" y="2432812"/>
                  </a:lnTo>
                  <a:lnTo>
                    <a:pt x="46101" y="2437511"/>
                  </a:lnTo>
                  <a:cubicBezTo>
                    <a:pt x="42418" y="2436749"/>
                    <a:pt x="38862" y="2435733"/>
                    <a:pt x="35433" y="2434209"/>
                  </a:cubicBezTo>
                  <a:lnTo>
                    <a:pt x="37211" y="2429764"/>
                  </a:lnTo>
                  <a:lnTo>
                    <a:pt x="35433" y="2434209"/>
                  </a:lnTo>
                  <a:cubicBezTo>
                    <a:pt x="32004" y="2432812"/>
                    <a:pt x="28702" y="2431034"/>
                    <a:pt x="25527" y="2428875"/>
                  </a:cubicBezTo>
                  <a:cubicBezTo>
                    <a:pt x="22352" y="2426843"/>
                    <a:pt x="19558" y="2424430"/>
                    <a:pt x="16891" y="2421763"/>
                  </a:cubicBezTo>
                  <a:cubicBezTo>
                    <a:pt x="14224" y="2419096"/>
                    <a:pt x="11811" y="2416175"/>
                    <a:pt x="9779" y="2413127"/>
                  </a:cubicBezTo>
                  <a:cubicBezTo>
                    <a:pt x="7747" y="2409952"/>
                    <a:pt x="5969" y="2406650"/>
                    <a:pt x="4445" y="2403221"/>
                  </a:cubicBezTo>
                  <a:cubicBezTo>
                    <a:pt x="3048" y="2399792"/>
                    <a:pt x="1905" y="2396236"/>
                    <a:pt x="1143" y="2392553"/>
                  </a:cubicBezTo>
                  <a:lnTo>
                    <a:pt x="5842" y="2391664"/>
                  </a:lnTo>
                  <a:lnTo>
                    <a:pt x="1143" y="2392553"/>
                  </a:lnTo>
                  <a:cubicBezTo>
                    <a:pt x="381" y="2388870"/>
                    <a:pt x="0" y="2385187"/>
                    <a:pt x="0" y="2381377"/>
                  </a:cubicBezTo>
                  <a:lnTo>
                    <a:pt x="4826" y="2381377"/>
                  </a:lnTo>
                  <a:lnTo>
                    <a:pt x="127" y="2381377"/>
                  </a:lnTo>
                  <a:moveTo>
                    <a:pt x="9652" y="2381377"/>
                  </a:moveTo>
                  <a:cubicBezTo>
                    <a:pt x="9652" y="2384552"/>
                    <a:pt x="9906" y="2387600"/>
                    <a:pt x="10541" y="2390648"/>
                  </a:cubicBezTo>
                  <a:cubicBezTo>
                    <a:pt x="11176" y="2393696"/>
                    <a:pt x="12065" y="2396744"/>
                    <a:pt x="13208" y="2399538"/>
                  </a:cubicBezTo>
                  <a:lnTo>
                    <a:pt x="8763" y="2401316"/>
                  </a:lnTo>
                  <a:lnTo>
                    <a:pt x="13208" y="2399538"/>
                  </a:lnTo>
                  <a:cubicBezTo>
                    <a:pt x="14351" y="2402459"/>
                    <a:pt x="15875" y="2405126"/>
                    <a:pt x="17653" y="2407793"/>
                  </a:cubicBezTo>
                  <a:lnTo>
                    <a:pt x="13716" y="2410460"/>
                  </a:lnTo>
                  <a:lnTo>
                    <a:pt x="17653" y="2407793"/>
                  </a:lnTo>
                  <a:cubicBezTo>
                    <a:pt x="19431" y="2410333"/>
                    <a:pt x="21336" y="2412746"/>
                    <a:pt x="23622" y="2415032"/>
                  </a:cubicBezTo>
                  <a:lnTo>
                    <a:pt x="20193" y="2418461"/>
                  </a:lnTo>
                  <a:lnTo>
                    <a:pt x="23622" y="2415032"/>
                  </a:lnTo>
                  <a:cubicBezTo>
                    <a:pt x="25781" y="2417191"/>
                    <a:pt x="28194" y="2419223"/>
                    <a:pt x="30861" y="2421001"/>
                  </a:cubicBezTo>
                  <a:lnTo>
                    <a:pt x="28194" y="2424938"/>
                  </a:lnTo>
                  <a:lnTo>
                    <a:pt x="30861" y="2421001"/>
                  </a:lnTo>
                  <a:cubicBezTo>
                    <a:pt x="33401" y="2422779"/>
                    <a:pt x="36195" y="2424176"/>
                    <a:pt x="39116" y="2425446"/>
                  </a:cubicBezTo>
                  <a:cubicBezTo>
                    <a:pt x="42037" y="2426589"/>
                    <a:pt x="44958" y="2427605"/>
                    <a:pt x="48006" y="2428113"/>
                  </a:cubicBezTo>
                  <a:cubicBezTo>
                    <a:pt x="51054" y="2428621"/>
                    <a:pt x="54229" y="2429002"/>
                    <a:pt x="57277" y="2429002"/>
                  </a:cubicBezTo>
                  <a:lnTo>
                    <a:pt x="5324602" y="2429002"/>
                  </a:lnTo>
                  <a:cubicBezTo>
                    <a:pt x="5327777" y="2429002"/>
                    <a:pt x="5330825" y="2428748"/>
                    <a:pt x="5333873" y="2428113"/>
                  </a:cubicBezTo>
                  <a:cubicBezTo>
                    <a:pt x="5336921" y="2427478"/>
                    <a:pt x="5339969" y="2426589"/>
                    <a:pt x="5342763" y="2425446"/>
                  </a:cubicBezTo>
                  <a:cubicBezTo>
                    <a:pt x="5345684" y="2424303"/>
                    <a:pt x="5348351" y="2422779"/>
                    <a:pt x="5351018" y="2421001"/>
                  </a:cubicBezTo>
                  <a:lnTo>
                    <a:pt x="5353685" y="2424938"/>
                  </a:lnTo>
                  <a:lnTo>
                    <a:pt x="5351018" y="2421001"/>
                  </a:lnTo>
                  <a:cubicBezTo>
                    <a:pt x="5353558" y="2419223"/>
                    <a:pt x="5355971" y="2417318"/>
                    <a:pt x="5358257" y="2415032"/>
                  </a:cubicBezTo>
                  <a:lnTo>
                    <a:pt x="5361686" y="2418461"/>
                  </a:lnTo>
                  <a:lnTo>
                    <a:pt x="5358257" y="2415032"/>
                  </a:lnTo>
                  <a:cubicBezTo>
                    <a:pt x="5360416" y="2412873"/>
                    <a:pt x="5362448" y="2410460"/>
                    <a:pt x="5364226" y="2407793"/>
                  </a:cubicBezTo>
                  <a:cubicBezTo>
                    <a:pt x="5366004" y="2405253"/>
                    <a:pt x="5367401" y="2402459"/>
                    <a:pt x="5368671" y="2399538"/>
                  </a:cubicBezTo>
                  <a:cubicBezTo>
                    <a:pt x="5369814" y="2396617"/>
                    <a:pt x="5370830" y="2393696"/>
                    <a:pt x="5371338" y="2390648"/>
                  </a:cubicBezTo>
                  <a:cubicBezTo>
                    <a:pt x="5371973" y="2387600"/>
                    <a:pt x="5372227" y="2384425"/>
                    <a:pt x="5372227" y="2381377"/>
                  </a:cubicBezTo>
                  <a:lnTo>
                    <a:pt x="5372227" y="57150"/>
                  </a:lnTo>
                  <a:cubicBezTo>
                    <a:pt x="5372227" y="53975"/>
                    <a:pt x="5371973" y="50927"/>
                    <a:pt x="5371338" y="47879"/>
                  </a:cubicBezTo>
                  <a:cubicBezTo>
                    <a:pt x="5370703" y="44831"/>
                    <a:pt x="5369814" y="41783"/>
                    <a:pt x="5368671" y="38989"/>
                  </a:cubicBezTo>
                  <a:cubicBezTo>
                    <a:pt x="5367528" y="36068"/>
                    <a:pt x="5366004" y="33401"/>
                    <a:pt x="5364226" y="30734"/>
                  </a:cubicBezTo>
                  <a:cubicBezTo>
                    <a:pt x="5362448" y="28194"/>
                    <a:pt x="5360543" y="25781"/>
                    <a:pt x="5358257" y="23495"/>
                  </a:cubicBezTo>
                  <a:lnTo>
                    <a:pt x="5361686" y="20066"/>
                  </a:lnTo>
                  <a:lnTo>
                    <a:pt x="5358257" y="23495"/>
                  </a:lnTo>
                  <a:cubicBezTo>
                    <a:pt x="5356098" y="21336"/>
                    <a:pt x="5353685" y="19304"/>
                    <a:pt x="5351018" y="17526"/>
                  </a:cubicBezTo>
                  <a:cubicBezTo>
                    <a:pt x="5348478" y="15748"/>
                    <a:pt x="5345684" y="14351"/>
                    <a:pt x="5342763" y="13081"/>
                  </a:cubicBezTo>
                  <a:cubicBezTo>
                    <a:pt x="5339842" y="11938"/>
                    <a:pt x="5336921" y="10922"/>
                    <a:pt x="5333873" y="10414"/>
                  </a:cubicBezTo>
                  <a:lnTo>
                    <a:pt x="5334762" y="5715"/>
                  </a:lnTo>
                  <a:lnTo>
                    <a:pt x="5333873" y="10414"/>
                  </a:lnTo>
                  <a:cubicBezTo>
                    <a:pt x="5330825" y="9779"/>
                    <a:pt x="5327650" y="9525"/>
                    <a:pt x="5324602" y="9525"/>
                  </a:cubicBezTo>
                  <a:lnTo>
                    <a:pt x="57277" y="9525"/>
                  </a:lnTo>
                  <a:cubicBezTo>
                    <a:pt x="54102" y="9525"/>
                    <a:pt x="51054" y="9779"/>
                    <a:pt x="48006" y="10414"/>
                  </a:cubicBezTo>
                  <a:lnTo>
                    <a:pt x="47117" y="5715"/>
                  </a:lnTo>
                  <a:lnTo>
                    <a:pt x="48006" y="10414"/>
                  </a:lnTo>
                  <a:cubicBezTo>
                    <a:pt x="44958" y="11049"/>
                    <a:pt x="41910" y="11938"/>
                    <a:pt x="39116" y="13081"/>
                  </a:cubicBezTo>
                  <a:cubicBezTo>
                    <a:pt x="36195" y="14224"/>
                    <a:pt x="33528" y="15748"/>
                    <a:pt x="30861" y="17526"/>
                  </a:cubicBezTo>
                  <a:cubicBezTo>
                    <a:pt x="28194" y="19304"/>
                    <a:pt x="25908" y="21209"/>
                    <a:pt x="23622" y="23495"/>
                  </a:cubicBezTo>
                  <a:cubicBezTo>
                    <a:pt x="21336" y="25781"/>
                    <a:pt x="19431" y="28067"/>
                    <a:pt x="17653" y="30734"/>
                  </a:cubicBezTo>
                  <a:cubicBezTo>
                    <a:pt x="15875" y="33274"/>
                    <a:pt x="14478" y="36068"/>
                    <a:pt x="13208" y="38989"/>
                  </a:cubicBezTo>
                  <a:lnTo>
                    <a:pt x="8763" y="37211"/>
                  </a:lnTo>
                  <a:lnTo>
                    <a:pt x="13208" y="38989"/>
                  </a:lnTo>
                  <a:cubicBezTo>
                    <a:pt x="12065" y="41910"/>
                    <a:pt x="11049" y="44831"/>
                    <a:pt x="10541" y="47879"/>
                  </a:cubicBezTo>
                  <a:cubicBezTo>
                    <a:pt x="10033" y="50927"/>
                    <a:pt x="9652" y="54102"/>
                    <a:pt x="9652" y="57150"/>
                  </a:cubicBezTo>
                  <a:lnTo>
                    <a:pt x="9652" y="238125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300162" y="2786062"/>
            <a:ext cx="1143000" cy="1143000"/>
            <a:chOff x="0" y="0"/>
            <a:chExt cx="1016000" cy="10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16000" cy="1016000"/>
            </a:xfrm>
            <a:custGeom>
              <a:avLst/>
              <a:gdLst/>
              <a:ahLst/>
              <a:cxnLst/>
              <a:rect l="l" t="t" r="r" b="b"/>
              <a:pathLst>
                <a:path w="1016000" h="1016000">
                  <a:moveTo>
                    <a:pt x="50800" y="0"/>
                  </a:moveTo>
                  <a:cubicBezTo>
                    <a:pt x="36830" y="0"/>
                    <a:pt x="24765" y="4953"/>
                    <a:pt x="14859" y="14859"/>
                  </a:cubicBezTo>
                  <a:cubicBezTo>
                    <a:pt x="4953" y="24765"/>
                    <a:pt x="0" y="36830"/>
                    <a:pt x="0" y="50800"/>
                  </a:cubicBezTo>
                  <a:lnTo>
                    <a:pt x="0" y="965200"/>
                  </a:lnTo>
                  <a:cubicBezTo>
                    <a:pt x="0" y="979170"/>
                    <a:pt x="4953" y="991235"/>
                    <a:pt x="14859" y="1001141"/>
                  </a:cubicBezTo>
                  <a:cubicBezTo>
                    <a:pt x="24765" y="1011047"/>
                    <a:pt x="36830" y="1016000"/>
                    <a:pt x="50800" y="1016000"/>
                  </a:cubicBezTo>
                  <a:lnTo>
                    <a:pt x="965200" y="1016000"/>
                  </a:lnTo>
                  <a:cubicBezTo>
                    <a:pt x="979170" y="1016000"/>
                    <a:pt x="991235" y="1011047"/>
                    <a:pt x="1001141" y="1001141"/>
                  </a:cubicBezTo>
                  <a:cubicBezTo>
                    <a:pt x="1011047" y="991235"/>
                    <a:pt x="1016000" y="979170"/>
                    <a:pt x="1016000" y="965200"/>
                  </a:cubicBezTo>
                  <a:lnTo>
                    <a:pt x="1016000" y="50800"/>
                  </a:lnTo>
                  <a:cubicBezTo>
                    <a:pt x="1016000" y="36830"/>
                    <a:pt x="1011047" y="24765"/>
                    <a:pt x="1001141" y="14859"/>
                  </a:cubicBezTo>
                  <a:cubicBezTo>
                    <a:pt x="991235" y="4953"/>
                    <a:pt x="979170" y="0"/>
                    <a:pt x="9652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9263058" y="2247895"/>
            <a:ext cx="8262933" cy="3848095"/>
            <a:chOff x="0" y="0"/>
            <a:chExt cx="5508625" cy="2565400"/>
          </a:xfrm>
        </p:grpSpPr>
        <p:sp>
          <p:nvSpPr>
            <p:cNvPr id="8" name="Freeform 8"/>
            <p:cNvSpPr/>
            <p:nvPr/>
          </p:nvSpPr>
          <p:spPr>
            <a:xfrm>
              <a:off x="68326" y="68453"/>
              <a:ext cx="5371846" cy="2428494"/>
            </a:xfrm>
            <a:custGeom>
              <a:avLst/>
              <a:gdLst/>
              <a:ahLst/>
              <a:cxnLst/>
              <a:rect l="l" t="t" r="r" b="b"/>
              <a:pathLst>
                <a:path w="5371846" h="2428494">
                  <a:moveTo>
                    <a:pt x="0" y="2376297"/>
                  </a:moveTo>
                  <a:lnTo>
                    <a:pt x="0" y="52197"/>
                  </a:lnTo>
                  <a:cubicBezTo>
                    <a:pt x="0" y="48768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lnTo>
                    <a:pt x="5319649" y="0"/>
                  </a:lnTo>
                  <a:cubicBezTo>
                    <a:pt x="5323078" y="0"/>
                    <a:pt x="5326507" y="381"/>
                    <a:pt x="5329809" y="1016"/>
                  </a:cubicBezTo>
                  <a:cubicBezTo>
                    <a:pt x="5333111" y="1651"/>
                    <a:pt x="5336413" y="2667"/>
                    <a:pt x="5339588" y="3937"/>
                  </a:cubicBezTo>
                  <a:cubicBezTo>
                    <a:pt x="5342763" y="5207"/>
                    <a:pt x="5345811" y="6858"/>
                    <a:pt x="5348605" y="8763"/>
                  </a:cubicBezTo>
                  <a:cubicBezTo>
                    <a:pt x="5351399" y="10668"/>
                    <a:pt x="5354066" y="12827"/>
                    <a:pt x="5356606" y="15240"/>
                  </a:cubicBezTo>
                  <a:cubicBezTo>
                    <a:pt x="5359146" y="17653"/>
                    <a:pt x="5361178" y="20320"/>
                    <a:pt x="5363083" y="23241"/>
                  </a:cubicBezTo>
                  <a:cubicBezTo>
                    <a:pt x="5364988" y="26162"/>
                    <a:pt x="5366639" y="29083"/>
                    <a:pt x="5367909" y="32258"/>
                  </a:cubicBezTo>
                  <a:cubicBezTo>
                    <a:pt x="5369179" y="35433"/>
                    <a:pt x="5370195" y="38735"/>
                    <a:pt x="5370830" y="42037"/>
                  </a:cubicBezTo>
                  <a:cubicBezTo>
                    <a:pt x="5371465" y="45339"/>
                    <a:pt x="5371846" y="48768"/>
                    <a:pt x="5371846" y="52197"/>
                  </a:cubicBezTo>
                  <a:lnTo>
                    <a:pt x="5371846" y="2376297"/>
                  </a:lnTo>
                  <a:cubicBezTo>
                    <a:pt x="5371846" y="2379726"/>
                    <a:pt x="5371465" y="2383155"/>
                    <a:pt x="5370830" y="2386457"/>
                  </a:cubicBezTo>
                  <a:cubicBezTo>
                    <a:pt x="5370195" y="2389759"/>
                    <a:pt x="5369179" y="2393061"/>
                    <a:pt x="5367909" y="2396236"/>
                  </a:cubicBezTo>
                  <a:cubicBezTo>
                    <a:pt x="5366639" y="2399411"/>
                    <a:pt x="5364988" y="2402459"/>
                    <a:pt x="5363083" y="2405253"/>
                  </a:cubicBezTo>
                  <a:cubicBezTo>
                    <a:pt x="5361178" y="2408047"/>
                    <a:pt x="5359019" y="2410714"/>
                    <a:pt x="5356606" y="2413254"/>
                  </a:cubicBezTo>
                  <a:cubicBezTo>
                    <a:pt x="5354193" y="2415794"/>
                    <a:pt x="5351526" y="2417826"/>
                    <a:pt x="5348605" y="2419731"/>
                  </a:cubicBezTo>
                  <a:cubicBezTo>
                    <a:pt x="5345684" y="2421636"/>
                    <a:pt x="5342763" y="2423287"/>
                    <a:pt x="5339588" y="2424557"/>
                  </a:cubicBezTo>
                  <a:cubicBezTo>
                    <a:pt x="5336413" y="2425827"/>
                    <a:pt x="5333111" y="2426843"/>
                    <a:pt x="5329809" y="2427478"/>
                  </a:cubicBezTo>
                  <a:cubicBezTo>
                    <a:pt x="5326507" y="2428113"/>
                    <a:pt x="5323078" y="2428494"/>
                    <a:pt x="5319649" y="2428494"/>
                  </a:cubicBezTo>
                  <a:lnTo>
                    <a:pt x="52324" y="2428494"/>
                  </a:lnTo>
                  <a:cubicBezTo>
                    <a:pt x="48895" y="2428494"/>
                    <a:pt x="45466" y="2428113"/>
                    <a:pt x="42164" y="2427478"/>
                  </a:cubicBezTo>
                  <a:cubicBezTo>
                    <a:pt x="38862" y="2426843"/>
                    <a:pt x="35560" y="2425827"/>
                    <a:pt x="32385" y="2424557"/>
                  </a:cubicBezTo>
                  <a:cubicBezTo>
                    <a:pt x="29210" y="2423287"/>
                    <a:pt x="26162" y="2421636"/>
                    <a:pt x="23368" y="2419731"/>
                  </a:cubicBezTo>
                  <a:cubicBezTo>
                    <a:pt x="20574" y="2417826"/>
                    <a:pt x="17907" y="2415667"/>
                    <a:pt x="15367" y="2413254"/>
                  </a:cubicBezTo>
                  <a:cubicBezTo>
                    <a:pt x="12827" y="2410841"/>
                    <a:pt x="10795" y="2408174"/>
                    <a:pt x="8890" y="2405253"/>
                  </a:cubicBezTo>
                  <a:cubicBezTo>
                    <a:pt x="6985" y="2402332"/>
                    <a:pt x="5334" y="2399411"/>
                    <a:pt x="4064" y="2396236"/>
                  </a:cubicBezTo>
                  <a:cubicBezTo>
                    <a:pt x="2794" y="2393061"/>
                    <a:pt x="1778" y="2389759"/>
                    <a:pt x="1143" y="2386457"/>
                  </a:cubicBezTo>
                  <a:cubicBezTo>
                    <a:pt x="508" y="2383155"/>
                    <a:pt x="127" y="2379726"/>
                    <a:pt x="127" y="2376297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3373" y="63500"/>
              <a:ext cx="5381879" cy="2438654"/>
            </a:xfrm>
            <a:custGeom>
              <a:avLst/>
              <a:gdLst/>
              <a:ahLst/>
              <a:cxnLst/>
              <a:rect l="l" t="t" r="r" b="b"/>
              <a:pathLst>
                <a:path w="5381879" h="2438654">
                  <a:moveTo>
                    <a:pt x="127" y="2381250"/>
                  </a:moveTo>
                  <a:lnTo>
                    <a:pt x="127" y="57150"/>
                  </a:lnTo>
                  <a:lnTo>
                    <a:pt x="4953" y="57150"/>
                  </a:lnTo>
                  <a:lnTo>
                    <a:pt x="127" y="57150"/>
                  </a:lnTo>
                  <a:cubicBezTo>
                    <a:pt x="127" y="53340"/>
                    <a:pt x="508" y="49657"/>
                    <a:pt x="1270" y="45974"/>
                  </a:cubicBezTo>
                  <a:cubicBezTo>
                    <a:pt x="2032" y="42291"/>
                    <a:pt x="3048" y="38735"/>
                    <a:pt x="4572" y="35306"/>
                  </a:cubicBezTo>
                  <a:cubicBezTo>
                    <a:pt x="5969" y="31877"/>
                    <a:pt x="7747" y="28575"/>
                    <a:pt x="9906" y="25400"/>
                  </a:cubicBezTo>
                  <a:lnTo>
                    <a:pt x="13843" y="28067"/>
                  </a:lnTo>
                  <a:lnTo>
                    <a:pt x="9779" y="25400"/>
                  </a:lnTo>
                  <a:cubicBezTo>
                    <a:pt x="11811" y="22225"/>
                    <a:pt x="14224" y="19431"/>
                    <a:pt x="16891" y="16764"/>
                  </a:cubicBezTo>
                  <a:lnTo>
                    <a:pt x="20320" y="20193"/>
                  </a:lnTo>
                  <a:lnTo>
                    <a:pt x="16891" y="16764"/>
                  </a:lnTo>
                  <a:cubicBezTo>
                    <a:pt x="19558" y="14097"/>
                    <a:pt x="22479" y="11684"/>
                    <a:pt x="25527" y="9652"/>
                  </a:cubicBezTo>
                  <a:lnTo>
                    <a:pt x="28194" y="13589"/>
                  </a:lnTo>
                  <a:lnTo>
                    <a:pt x="25527" y="9652"/>
                  </a:lnTo>
                  <a:cubicBezTo>
                    <a:pt x="28702" y="7620"/>
                    <a:pt x="32004" y="5842"/>
                    <a:pt x="35433" y="4318"/>
                  </a:cubicBezTo>
                  <a:cubicBezTo>
                    <a:pt x="38862" y="2921"/>
                    <a:pt x="42418" y="1778"/>
                    <a:pt x="46101" y="1016"/>
                  </a:cubicBezTo>
                  <a:cubicBezTo>
                    <a:pt x="49784" y="381"/>
                    <a:pt x="53467" y="0"/>
                    <a:pt x="57277" y="0"/>
                  </a:cubicBezTo>
                  <a:lnTo>
                    <a:pt x="57277" y="4826"/>
                  </a:lnTo>
                  <a:lnTo>
                    <a:pt x="57277" y="0"/>
                  </a:lnTo>
                  <a:lnTo>
                    <a:pt x="5324602" y="0"/>
                  </a:lnTo>
                  <a:lnTo>
                    <a:pt x="5324602" y="4826"/>
                  </a:lnTo>
                  <a:lnTo>
                    <a:pt x="5324602" y="0"/>
                  </a:lnTo>
                  <a:cubicBezTo>
                    <a:pt x="5328412" y="0"/>
                    <a:pt x="5332095" y="381"/>
                    <a:pt x="5335778" y="1143"/>
                  </a:cubicBezTo>
                  <a:cubicBezTo>
                    <a:pt x="5339461" y="1905"/>
                    <a:pt x="5343017" y="2921"/>
                    <a:pt x="5346446" y="4445"/>
                  </a:cubicBezTo>
                  <a:lnTo>
                    <a:pt x="5344668" y="8890"/>
                  </a:lnTo>
                  <a:lnTo>
                    <a:pt x="5346446" y="4445"/>
                  </a:lnTo>
                  <a:cubicBezTo>
                    <a:pt x="5349875" y="5842"/>
                    <a:pt x="5353177" y="7620"/>
                    <a:pt x="5356352" y="9779"/>
                  </a:cubicBezTo>
                  <a:lnTo>
                    <a:pt x="5353685" y="13716"/>
                  </a:lnTo>
                  <a:lnTo>
                    <a:pt x="5356352" y="9779"/>
                  </a:lnTo>
                  <a:cubicBezTo>
                    <a:pt x="5359527" y="11811"/>
                    <a:pt x="5362321" y="14224"/>
                    <a:pt x="5364988" y="16891"/>
                  </a:cubicBezTo>
                  <a:lnTo>
                    <a:pt x="5361559" y="20320"/>
                  </a:lnTo>
                  <a:lnTo>
                    <a:pt x="5364988" y="16891"/>
                  </a:lnTo>
                  <a:cubicBezTo>
                    <a:pt x="5367655" y="19558"/>
                    <a:pt x="5370068" y="22479"/>
                    <a:pt x="5372100" y="25527"/>
                  </a:cubicBezTo>
                  <a:lnTo>
                    <a:pt x="5368163" y="28194"/>
                  </a:lnTo>
                  <a:lnTo>
                    <a:pt x="5372100" y="25527"/>
                  </a:lnTo>
                  <a:cubicBezTo>
                    <a:pt x="5374132" y="28702"/>
                    <a:pt x="5375910" y="32004"/>
                    <a:pt x="5377434" y="35433"/>
                  </a:cubicBezTo>
                  <a:lnTo>
                    <a:pt x="5372989" y="37211"/>
                  </a:lnTo>
                  <a:lnTo>
                    <a:pt x="5377434" y="35433"/>
                  </a:lnTo>
                  <a:cubicBezTo>
                    <a:pt x="5378831" y="38862"/>
                    <a:pt x="5379974" y="42418"/>
                    <a:pt x="5380736" y="46101"/>
                  </a:cubicBezTo>
                  <a:lnTo>
                    <a:pt x="5376037" y="46990"/>
                  </a:lnTo>
                  <a:lnTo>
                    <a:pt x="5380736" y="46101"/>
                  </a:lnTo>
                  <a:cubicBezTo>
                    <a:pt x="5381498" y="49784"/>
                    <a:pt x="5381879" y="53467"/>
                    <a:pt x="5381879" y="57277"/>
                  </a:cubicBezTo>
                  <a:lnTo>
                    <a:pt x="5377053" y="57277"/>
                  </a:lnTo>
                  <a:lnTo>
                    <a:pt x="5381879" y="57277"/>
                  </a:lnTo>
                  <a:lnTo>
                    <a:pt x="5381879" y="2381377"/>
                  </a:lnTo>
                  <a:lnTo>
                    <a:pt x="5377053" y="2381377"/>
                  </a:lnTo>
                  <a:lnTo>
                    <a:pt x="5381879" y="2381377"/>
                  </a:lnTo>
                  <a:cubicBezTo>
                    <a:pt x="5381879" y="2385187"/>
                    <a:pt x="5381498" y="2388870"/>
                    <a:pt x="5380736" y="2392553"/>
                  </a:cubicBezTo>
                  <a:lnTo>
                    <a:pt x="5376037" y="2391664"/>
                  </a:lnTo>
                  <a:lnTo>
                    <a:pt x="5380736" y="2392553"/>
                  </a:lnTo>
                  <a:cubicBezTo>
                    <a:pt x="5379974" y="2396236"/>
                    <a:pt x="5378958" y="2399792"/>
                    <a:pt x="5377434" y="2403221"/>
                  </a:cubicBezTo>
                  <a:lnTo>
                    <a:pt x="5372989" y="2401443"/>
                  </a:lnTo>
                  <a:lnTo>
                    <a:pt x="5377434" y="2403221"/>
                  </a:lnTo>
                  <a:cubicBezTo>
                    <a:pt x="5376037" y="2406650"/>
                    <a:pt x="5374259" y="2409952"/>
                    <a:pt x="5372100" y="2413127"/>
                  </a:cubicBezTo>
                  <a:lnTo>
                    <a:pt x="5368163" y="2410460"/>
                  </a:lnTo>
                  <a:lnTo>
                    <a:pt x="5372100" y="2413127"/>
                  </a:lnTo>
                  <a:cubicBezTo>
                    <a:pt x="5370068" y="2416302"/>
                    <a:pt x="5367655" y="2419096"/>
                    <a:pt x="5364988" y="2421763"/>
                  </a:cubicBezTo>
                  <a:cubicBezTo>
                    <a:pt x="5362321" y="2424430"/>
                    <a:pt x="5359400" y="2426843"/>
                    <a:pt x="5356352" y="2428875"/>
                  </a:cubicBezTo>
                  <a:cubicBezTo>
                    <a:pt x="5353177" y="2430907"/>
                    <a:pt x="5350002" y="2432685"/>
                    <a:pt x="5346446" y="2434209"/>
                  </a:cubicBezTo>
                  <a:lnTo>
                    <a:pt x="5344668" y="2429764"/>
                  </a:lnTo>
                  <a:lnTo>
                    <a:pt x="5346446" y="2434209"/>
                  </a:lnTo>
                  <a:cubicBezTo>
                    <a:pt x="5343017" y="2435606"/>
                    <a:pt x="5339461" y="2436749"/>
                    <a:pt x="5335778" y="2437511"/>
                  </a:cubicBezTo>
                  <a:lnTo>
                    <a:pt x="5334889" y="2432812"/>
                  </a:lnTo>
                  <a:lnTo>
                    <a:pt x="5335778" y="2437511"/>
                  </a:lnTo>
                  <a:cubicBezTo>
                    <a:pt x="5332095" y="2438273"/>
                    <a:pt x="5328412" y="2438654"/>
                    <a:pt x="5324602" y="2438654"/>
                  </a:cubicBezTo>
                  <a:lnTo>
                    <a:pt x="5324602" y="2433828"/>
                  </a:lnTo>
                  <a:lnTo>
                    <a:pt x="5324602" y="2438654"/>
                  </a:lnTo>
                  <a:lnTo>
                    <a:pt x="57277" y="2438654"/>
                  </a:lnTo>
                  <a:lnTo>
                    <a:pt x="57277" y="2433828"/>
                  </a:lnTo>
                  <a:lnTo>
                    <a:pt x="57277" y="2438654"/>
                  </a:lnTo>
                  <a:cubicBezTo>
                    <a:pt x="53467" y="2438654"/>
                    <a:pt x="49784" y="2438273"/>
                    <a:pt x="46101" y="2437511"/>
                  </a:cubicBezTo>
                  <a:lnTo>
                    <a:pt x="46990" y="2432812"/>
                  </a:lnTo>
                  <a:lnTo>
                    <a:pt x="46101" y="2437511"/>
                  </a:lnTo>
                  <a:cubicBezTo>
                    <a:pt x="42418" y="2436749"/>
                    <a:pt x="38862" y="2435733"/>
                    <a:pt x="35433" y="2434209"/>
                  </a:cubicBezTo>
                  <a:lnTo>
                    <a:pt x="37211" y="2429764"/>
                  </a:lnTo>
                  <a:lnTo>
                    <a:pt x="35433" y="2434209"/>
                  </a:lnTo>
                  <a:cubicBezTo>
                    <a:pt x="32004" y="2432812"/>
                    <a:pt x="28702" y="2431034"/>
                    <a:pt x="25527" y="2428875"/>
                  </a:cubicBezTo>
                  <a:lnTo>
                    <a:pt x="28194" y="2424938"/>
                  </a:lnTo>
                  <a:lnTo>
                    <a:pt x="25527" y="2428875"/>
                  </a:lnTo>
                  <a:cubicBezTo>
                    <a:pt x="22352" y="2426843"/>
                    <a:pt x="19558" y="2424430"/>
                    <a:pt x="16891" y="2421763"/>
                  </a:cubicBezTo>
                  <a:cubicBezTo>
                    <a:pt x="14224" y="2419096"/>
                    <a:pt x="11811" y="2416175"/>
                    <a:pt x="9779" y="2413127"/>
                  </a:cubicBezTo>
                  <a:lnTo>
                    <a:pt x="13716" y="2410460"/>
                  </a:lnTo>
                  <a:lnTo>
                    <a:pt x="9779" y="2413127"/>
                  </a:lnTo>
                  <a:cubicBezTo>
                    <a:pt x="7747" y="2409952"/>
                    <a:pt x="5969" y="2406650"/>
                    <a:pt x="4445" y="2403221"/>
                  </a:cubicBezTo>
                  <a:lnTo>
                    <a:pt x="8890" y="2401443"/>
                  </a:lnTo>
                  <a:lnTo>
                    <a:pt x="4445" y="2403221"/>
                  </a:lnTo>
                  <a:cubicBezTo>
                    <a:pt x="3048" y="2399792"/>
                    <a:pt x="1905" y="2396236"/>
                    <a:pt x="1143" y="2392553"/>
                  </a:cubicBezTo>
                  <a:cubicBezTo>
                    <a:pt x="381" y="2388870"/>
                    <a:pt x="0" y="2385187"/>
                    <a:pt x="0" y="2381377"/>
                  </a:cubicBezTo>
                  <a:lnTo>
                    <a:pt x="4826" y="2381377"/>
                  </a:lnTo>
                  <a:lnTo>
                    <a:pt x="127" y="2381377"/>
                  </a:lnTo>
                  <a:moveTo>
                    <a:pt x="9652" y="2381377"/>
                  </a:moveTo>
                  <a:cubicBezTo>
                    <a:pt x="9652" y="2384552"/>
                    <a:pt x="9906" y="2387600"/>
                    <a:pt x="10541" y="2390648"/>
                  </a:cubicBezTo>
                  <a:lnTo>
                    <a:pt x="5842" y="2391537"/>
                  </a:lnTo>
                  <a:lnTo>
                    <a:pt x="10541" y="2390648"/>
                  </a:lnTo>
                  <a:cubicBezTo>
                    <a:pt x="11176" y="2393696"/>
                    <a:pt x="12065" y="2396744"/>
                    <a:pt x="13208" y="2399538"/>
                  </a:cubicBezTo>
                  <a:cubicBezTo>
                    <a:pt x="14351" y="2402332"/>
                    <a:pt x="15875" y="2405126"/>
                    <a:pt x="17653" y="2407793"/>
                  </a:cubicBezTo>
                  <a:cubicBezTo>
                    <a:pt x="19431" y="2410460"/>
                    <a:pt x="21336" y="2412746"/>
                    <a:pt x="23622" y="2415032"/>
                  </a:cubicBezTo>
                  <a:lnTo>
                    <a:pt x="20193" y="2418461"/>
                  </a:lnTo>
                  <a:lnTo>
                    <a:pt x="23622" y="2415032"/>
                  </a:lnTo>
                  <a:cubicBezTo>
                    <a:pt x="25781" y="2417191"/>
                    <a:pt x="28194" y="2419223"/>
                    <a:pt x="30861" y="2421001"/>
                  </a:cubicBezTo>
                  <a:cubicBezTo>
                    <a:pt x="33401" y="2422779"/>
                    <a:pt x="36195" y="2424176"/>
                    <a:pt x="39116" y="2425446"/>
                  </a:cubicBezTo>
                  <a:cubicBezTo>
                    <a:pt x="42037" y="2426589"/>
                    <a:pt x="44958" y="2427605"/>
                    <a:pt x="48006" y="2428113"/>
                  </a:cubicBezTo>
                  <a:cubicBezTo>
                    <a:pt x="51054" y="2428621"/>
                    <a:pt x="54229" y="2429002"/>
                    <a:pt x="57277" y="2429002"/>
                  </a:cubicBezTo>
                  <a:lnTo>
                    <a:pt x="5324602" y="2429002"/>
                  </a:lnTo>
                  <a:cubicBezTo>
                    <a:pt x="5327777" y="2429002"/>
                    <a:pt x="5330825" y="2428748"/>
                    <a:pt x="5333873" y="2428113"/>
                  </a:cubicBezTo>
                  <a:cubicBezTo>
                    <a:pt x="5336921" y="2427478"/>
                    <a:pt x="5339969" y="2426589"/>
                    <a:pt x="5342763" y="2425446"/>
                  </a:cubicBezTo>
                  <a:cubicBezTo>
                    <a:pt x="5345684" y="2424303"/>
                    <a:pt x="5348351" y="2422779"/>
                    <a:pt x="5351018" y="2421001"/>
                  </a:cubicBezTo>
                  <a:lnTo>
                    <a:pt x="5353685" y="2424938"/>
                  </a:lnTo>
                  <a:lnTo>
                    <a:pt x="5351018" y="2421001"/>
                  </a:lnTo>
                  <a:cubicBezTo>
                    <a:pt x="5353558" y="2419223"/>
                    <a:pt x="5355971" y="2417318"/>
                    <a:pt x="5358257" y="2415032"/>
                  </a:cubicBezTo>
                  <a:lnTo>
                    <a:pt x="5361686" y="2418461"/>
                  </a:lnTo>
                  <a:lnTo>
                    <a:pt x="5358257" y="2415032"/>
                  </a:lnTo>
                  <a:cubicBezTo>
                    <a:pt x="5360416" y="2412873"/>
                    <a:pt x="5362448" y="2410460"/>
                    <a:pt x="5364226" y="2407793"/>
                  </a:cubicBezTo>
                  <a:cubicBezTo>
                    <a:pt x="5366004" y="2405253"/>
                    <a:pt x="5367401" y="2402459"/>
                    <a:pt x="5368671" y="2399538"/>
                  </a:cubicBezTo>
                  <a:cubicBezTo>
                    <a:pt x="5369814" y="2396617"/>
                    <a:pt x="5370830" y="2393696"/>
                    <a:pt x="5371338" y="2390648"/>
                  </a:cubicBezTo>
                  <a:cubicBezTo>
                    <a:pt x="5371973" y="2387600"/>
                    <a:pt x="5372227" y="2384425"/>
                    <a:pt x="5372227" y="2381377"/>
                  </a:cubicBezTo>
                  <a:lnTo>
                    <a:pt x="5372227" y="57150"/>
                  </a:lnTo>
                  <a:cubicBezTo>
                    <a:pt x="5372227" y="53975"/>
                    <a:pt x="5371973" y="50927"/>
                    <a:pt x="5371338" y="47879"/>
                  </a:cubicBezTo>
                  <a:cubicBezTo>
                    <a:pt x="5370703" y="44831"/>
                    <a:pt x="5369814" y="41783"/>
                    <a:pt x="5368671" y="38989"/>
                  </a:cubicBezTo>
                  <a:cubicBezTo>
                    <a:pt x="5367528" y="36068"/>
                    <a:pt x="5366004" y="33401"/>
                    <a:pt x="5364226" y="30734"/>
                  </a:cubicBezTo>
                  <a:cubicBezTo>
                    <a:pt x="5362448" y="28194"/>
                    <a:pt x="5360543" y="25781"/>
                    <a:pt x="5358257" y="23495"/>
                  </a:cubicBezTo>
                  <a:cubicBezTo>
                    <a:pt x="5355971" y="21209"/>
                    <a:pt x="5353685" y="19304"/>
                    <a:pt x="5351018" y="17526"/>
                  </a:cubicBezTo>
                  <a:cubicBezTo>
                    <a:pt x="5348351" y="15748"/>
                    <a:pt x="5345684" y="14351"/>
                    <a:pt x="5342763" y="13081"/>
                  </a:cubicBezTo>
                  <a:cubicBezTo>
                    <a:pt x="5339842" y="11938"/>
                    <a:pt x="5336921" y="10922"/>
                    <a:pt x="5333873" y="10414"/>
                  </a:cubicBezTo>
                  <a:lnTo>
                    <a:pt x="5334762" y="5715"/>
                  </a:lnTo>
                  <a:lnTo>
                    <a:pt x="5333873" y="10414"/>
                  </a:lnTo>
                  <a:cubicBezTo>
                    <a:pt x="5330825" y="9779"/>
                    <a:pt x="5327650" y="9525"/>
                    <a:pt x="5324602" y="9525"/>
                  </a:cubicBezTo>
                  <a:lnTo>
                    <a:pt x="57277" y="9525"/>
                  </a:lnTo>
                  <a:cubicBezTo>
                    <a:pt x="54102" y="9525"/>
                    <a:pt x="51054" y="9779"/>
                    <a:pt x="48006" y="10414"/>
                  </a:cubicBezTo>
                  <a:lnTo>
                    <a:pt x="47117" y="5715"/>
                  </a:lnTo>
                  <a:lnTo>
                    <a:pt x="48006" y="10414"/>
                  </a:lnTo>
                  <a:cubicBezTo>
                    <a:pt x="44958" y="11049"/>
                    <a:pt x="41910" y="11938"/>
                    <a:pt x="39116" y="13081"/>
                  </a:cubicBezTo>
                  <a:lnTo>
                    <a:pt x="37338" y="8636"/>
                  </a:lnTo>
                  <a:lnTo>
                    <a:pt x="39116" y="13081"/>
                  </a:lnTo>
                  <a:cubicBezTo>
                    <a:pt x="36195" y="14224"/>
                    <a:pt x="33528" y="15748"/>
                    <a:pt x="30861" y="17526"/>
                  </a:cubicBezTo>
                  <a:cubicBezTo>
                    <a:pt x="28321" y="19304"/>
                    <a:pt x="25908" y="21209"/>
                    <a:pt x="23622" y="23495"/>
                  </a:cubicBezTo>
                  <a:cubicBezTo>
                    <a:pt x="21336" y="25781"/>
                    <a:pt x="19431" y="28067"/>
                    <a:pt x="17653" y="30734"/>
                  </a:cubicBezTo>
                  <a:cubicBezTo>
                    <a:pt x="15875" y="33274"/>
                    <a:pt x="14478" y="36068"/>
                    <a:pt x="13208" y="38989"/>
                  </a:cubicBezTo>
                  <a:lnTo>
                    <a:pt x="8763" y="37211"/>
                  </a:lnTo>
                  <a:lnTo>
                    <a:pt x="13208" y="38989"/>
                  </a:lnTo>
                  <a:cubicBezTo>
                    <a:pt x="12065" y="41910"/>
                    <a:pt x="11049" y="44831"/>
                    <a:pt x="10541" y="47879"/>
                  </a:cubicBezTo>
                  <a:lnTo>
                    <a:pt x="5842" y="46990"/>
                  </a:lnTo>
                  <a:lnTo>
                    <a:pt x="10541" y="47879"/>
                  </a:lnTo>
                  <a:cubicBezTo>
                    <a:pt x="9906" y="50927"/>
                    <a:pt x="9652" y="54102"/>
                    <a:pt x="9652" y="57150"/>
                  </a:cubicBezTo>
                  <a:lnTo>
                    <a:pt x="9652" y="238125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801225" y="2786062"/>
            <a:ext cx="1143000" cy="1143000"/>
            <a:chOff x="0" y="0"/>
            <a:chExt cx="1016000" cy="101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6000" cy="1016000"/>
            </a:xfrm>
            <a:custGeom>
              <a:avLst/>
              <a:gdLst/>
              <a:ahLst/>
              <a:cxnLst/>
              <a:rect l="l" t="t" r="r" b="b"/>
              <a:pathLst>
                <a:path w="1016000" h="1016000">
                  <a:moveTo>
                    <a:pt x="50800" y="0"/>
                  </a:moveTo>
                  <a:cubicBezTo>
                    <a:pt x="36830" y="0"/>
                    <a:pt x="24765" y="4953"/>
                    <a:pt x="14859" y="14859"/>
                  </a:cubicBezTo>
                  <a:cubicBezTo>
                    <a:pt x="4953" y="24765"/>
                    <a:pt x="0" y="36703"/>
                    <a:pt x="0" y="50673"/>
                  </a:cubicBezTo>
                  <a:lnTo>
                    <a:pt x="0" y="965327"/>
                  </a:lnTo>
                  <a:cubicBezTo>
                    <a:pt x="0" y="979297"/>
                    <a:pt x="4953" y="991235"/>
                    <a:pt x="14859" y="1001141"/>
                  </a:cubicBezTo>
                  <a:cubicBezTo>
                    <a:pt x="24765" y="1011047"/>
                    <a:pt x="36830" y="1016000"/>
                    <a:pt x="50800" y="1016000"/>
                  </a:cubicBezTo>
                  <a:lnTo>
                    <a:pt x="965200" y="1016000"/>
                  </a:lnTo>
                  <a:cubicBezTo>
                    <a:pt x="979170" y="1016000"/>
                    <a:pt x="991235" y="1011047"/>
                    <a:pt x="1001141" y="1001141"/>
                  </a:cubicBezTo>
                  <a:cubicBezTo>
                    <a:pt x="1011047" y="991235"/>
                    <a:pt x="1016000" y="979170"/>
                    <a:pt x="1016000" y="965200"/>
                  </a:cubicBezTo>
                  <a:lnTo>
                    <a:pt x="1016000" y="50800"/>
                  </a:lnTo>
                  <a:cubicBezTo>
                    <a:pt x="1016000" y="36830"/>
                    <a:pt x="1011047" y="24765"/>
                    <a:pt x="1001141" y="14859"/>
                  </a:cubicBezTo>
                  <a:cubicBezTo>
                    <a:pt x="991235" y="4953"/>
                    <a:pt x="979170" y="0"/>
                    <a:pt x="9652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61995" y="6334120"/>
            <a:ext cx="8262933" cy="3848095"/>
            <a:chOff x="0" y="0"/>
            <a:chExt cx="5508625" cy="2565400"/>
          </a:xfrm>
        </p:grpSpPr>
        <p:sp>
          <p:nvSpPr>
            <p:cNvPr id="13" name="Freeform 13"/>
            <p:cNvSpPr/>
            <p:nvPr/>
          </p:nvSpPr>
          <p:spPr>
            <a:xfrm>
              <a:off x="68326" y="68453"/>
              <a:ext cx="5371846" cy="2428494"/>
            </a:xfrm>
            <a:custGeom>
              <a:avLst/>
              <a:gdLst/>
              <a:ahLst/>
              <a:cxnLst/>
              <a:rect l="l" t="t" r="r" b="b"/>
              <a:pathLst>
                <a:path w="5371846" h="2428494">
                  <a:moveTo>
                    <a:pt x="0" y="2376297"/>
                  </a:moveTo>
                  <a:lnTo>
                    <a:pt x="0" y="52197"/>
                  </a:lnTo>
                  <a:cubicBezTo>
                    <a:pt x="0" y="48768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lnTo>
                    <a:pt x="5319649" y="0"/>
                  </a:lnTo>
                  <a:cubicBezTo>
                    <a:pt x="5323078" y="0"/>
                    <a:pt x="5326507" y="381"/>
                    <a:pt x="5329809" y="1016"/>
                  </a:cubicBezTo>
                  <a:cubicBezTo>
                    <a:pt x="5333111" y="1651"/>
                    <a:pt x="5336413" y="2667"/>
                    <a:pt x="5339588" y="3937"/>
                  </a:cubicBezTo>
                  <a:cubicBezTo>
                    <a:pt x="5342763" y="5207"/>
                    <a:pt x="5345811" y="6858"/>
                    <a:pt x="5348605" y="8763"/>
                  </a:cubicBezTo>
                  <a:cubicBezTo>
                    <a:pt x="5351399" y="10668"/>
                    <a:pt x="5354066" y="12827"/>
                    <a:pt x="5356606" y="15240"/>
                  </a:cubicBezTo>
                  <a:cubicBezTo>
                    <a:pt x="5359146" y="17653"/>
                    <a:pt x="5361178" y="20320"/>
                    <a:pt x="5363083" y="23241"/>
                  </a:cubicBezTo>
                  <a:cubicBezTo>
                    <a:pt x="5364988" y="26162"/>
                    <a:pt x="5366639" y="29083"/>
                    <a:pt x="5367909" y="32258"/>
                  </a:cubicBezTo>
                  <a:cubicBezTo>
                    <a:pt x="5369179" y="35433"/>
                    <a:pt x="5370195" y="38735"/>
                    <a:pt x="5370830" y="42037"/>
                  </a:cubicBezTo>
                  <a:cubicBezTo>
                    <a:pt x="5371465" y="45339"/>
                    <a:pt x="5371846" y="48768"/>
                    <a:pt x="5371846" y="52197"/>
                  </a:cubicBezTo>
                  <a:lnTo>
                    <a:pt x="5371846" y="2376297"/>
                  </a:lnTo>
                  <a:cubicBezTo>
                    <a:pt x="5371846" y="2379726"/>
                    <a:pt x="5371465" y="2383155"/>
                    <a:pt x="5370830" y="2386457"/>
                  </a:cubicBezTo>
                  <a:cubicBezTo>
                    <a:pt x="5370195" y="2389759"/>
                    <a:pt x="5369179" y="2393061"/>
                    <a:pt x="5367909" y="2396236"/>
                  </a:cubicBezTo>
                  <a:cubicBezTo>
                    <a:pt x="5366639" y="2399411"/>
                    <a:pt x="5364988" y="2402459"/>
                    <a:pt x="5363083" y="2405253"/>
                  </a:cubicBezTo>
                  <a:cubicBezTo>
                    <a:pt x="5361178" y="2408047"/>
                    <a:pt x="5359019" y="2410714"/>
                    <a:pt x="5356606" y="2413254"/>
                  </a:cubicBezTo>
                  <a:cubicBezTo>
                    <a:pt x="5354193" y="2415794"/>
                    <a:pt x="5351526" y="2417826"/>
                    <a:pt x="5348605" y="2419731"/>
                  </a:cubicBezTo>
                  <a:cubicBezTo>
                    <a:pt x="5345684" y="2421636"/>
                    <a:pt x="5342763" y="2423287"/>
                    <a:pt x="5339588" y="2424557"/>
                  </a:cubicBezTo>
                  <a:cubicBezTo>
                    <a:pt x="5336413" y="2425827"/>
                    <a:pt x="5333111" y="2426843"/>
                    <a:pt x="5329809" y="2427478"/>
                  </a:cubicBezTo>
                  <a:cubicBezTo>
                    <a:pt x="5326507" y="2428113"/>
                    <a:pt x="5323078" y="2428494"/>
                    <a:pt x="5319649" y="2428494"/>
                  </a:cubicBezTo>
                  <a:lnTo>
                    <a:pt x="52324" y="2428494"/>
                  </a:lnTo>
                  <a:cubicBezTo>
                    <a:pt x="48895" y="2428494"/>
                    <a:pt x="45466" y="2428113"/>
                    <a:pt x="42164" y="2427478"/>
                  </a:cubicBezTo>
                  <a:cubicBezTo>
                    <a:pt x="38862" y="2426843"/>
                    <a:pt x="35560" y="2425827"/>
                    <a:pt x="32385" y="2424557"/>
                  </a:cubicBezTo>
                  <a:cubicBezTo>
                    <a:pt x="29210" y="2423287"/>
                    <a:pt x="26162" y="2421636"/>
                    <a:pt x="23368" y="2419731"/>
                  </a:cubicBezTo>
                  <a:cubicBezTo>
                    <a:pt x="20574" y="2417826"/>
                    <a:pt x="17907" y="2415667"/>
                    <a:pt x="15367" y="2413254"/>
                  </a:cubicBezTo>
                  <a:cubicBezTo>
                    <a:pt x="12827" y="2410841"/>
                    <a:pt x="10795" y="2408174"/>
                    <a:pt x="8890" y="2405253"/>
                  </a:cubicBezTo>
                  <a:cubicBezTo>
                    <a:pt x="6985" y="2402332"/>
                    <a:pt x="5334" y="2399411"/>
                    <a:pt x="4064" y="2396236"/>
                  </a:cubicBezTo>
                  <a:cubicBezTo>
                    <a:pt x="2794" y="2393061"/>
                    <a:pt x="1778" y="2389759"/>
                    <a:pt x="1143" y="2386457"/>
                  </a:cubicBezTo>
                  <a:cubicBezTo>
                    <a:pt x="508" y="2383155"/>
                    <a:pt x="127" y="2379726"/>
                    <a:pt x="127" y="2376297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63373" y="63500"/>
              <a:ext cx="5381879" cy="2438654"/>
            </a:xfrm>
            <a:custGeom>
              <a:avLst/>
              <a:gdLst/>
              <a:ahLst/>
              <a:cxnLst/>
              <a:rect l="l" t="t" r="r" b="b"/>
              <a:pathLst>
                <a:path w="5381879" h="2438654">
                  <a:moveTo>
                    <a:pt x="127" y="2381250"/>
                  </a:moveTo>
                  <a:lnTo>
                    <a:pt x="127" y="57150"/>
                  </a:lnTo>
                  <a:lnTo>
                    <a:pt x="4953" y="57150"/>
                  </a:lnTo>
                  <a:lnTo>
                    <a:pt x="127" y="57150"/>
                  </a:lnTo>
                  <a:cubicBezTo>
                    <a:pt x="127" y="53340"/>
                    <a:pt x="508" y="49657"/>
                    <a:pt x="1270" y="45974"/>
                  </a:cubicBezTo>
                  <a:lnTo>
                    <a:pt x="5969" y="46863"/>
                  </a:lnTo>
                  <a:lnTo>
                    <a:pt x="1270" y="45974"/>
                  </a:lnTo>
                  <a:cubicBezTo>
                    <a:pt x="2032" y="42291"/>
                    <a:pt x="3048" y="38735"/>
                    <a:pt x="4572" y="35306"/>
                  </a:cubicBezTo>
                  <a:cubicBezTo>
                    <a:pt x="5969" y="31877"/>
                    <a:pt x="7747" y="28575"/>
                    <a:pt x="9906" y="25400"/>
                  </a:cubicBezTo>
                  <a:cubicBezTo>
                    <a:pt x="11938" y="22225"/>
                    <a:pt x="14351" y="19431"/>
                    <a:pt x="17018" y="16764"/>
                  </a:cubicBezTo>
                  <a:lnTo>
                    <a:pt x="20447" y="20193"/>
                  </a:lnTo>
                  <a:lnTo>
                    <a:pt x="17018" y="16764"/>
                  </a:lnTo>
                  <a:cubicBezTo>
                    <a:pt x="19685" y="14097"/>
                    <a:pt x="22606" y="11684"/>
                    <a:pt x="25654" y="9652"/>
                  </a:cubicBezTo>
                  <a:lnTo>
                    <a:pt x="28321" y="13589"/>
                  </a:lnTo>
                  <a:lnTo>
                    <a:pt x="25527" y="9652"/>
                  </a:lnTo>
                  <a:cubicBezTo>
                    <a:pt x="28702" y="7620"/>
                    <a:pt x="32004" y="5842"/>
                    <a:pt x="35433" y="4318"/>
                  </a:cubicBezTo>
                  <a:lnTo>
                    <a:pt x="37211" y="8763"/>
                  </a:lnTo>
                  <a:lnTo>
                    <a:pt x="35433" y="4318"/>
                  </a:lnTo>
                  <a:cubicBezTo>
                    <a:pt x="38862" y="2921"/>
                    <a:pt x="42418" y="1778"/>
                    <a:pt x="46101" y="1016"/>
                  </a:cubicBezTo>
                  <a:lnTo>
                    <a:pt x="46990" y="5715"/>
                  </a:lnTo>
                  <a:lnTo>
                    <a:pt x="46101" y="1016"/>
                  </a:lnTo>
                  <a:cubicBezTo>
                    <a:pt x="49784" y="381"/>
                    <a:pt x="53467" y="0"/>
                    <a:pt x="57277" y="0"/>
                  </a:cubicBezTo>
                  <a:lnTo>
                    <a:pt x="57277" y="4826"/>
                  </a:lnTo>
                  <a:lnTo>
                    <a:pt x="57277" y="0"/>
                  </a:lnTo>
                  <a:lnTo>
                    <a:pt x="5324602" y="0"/>
                  </a:lnTo>
                  <a:lnTo>
                    <a:pt x="5324602" y="4826"/>
                  </a:lnTo>
                  <a:lnTo>
                    <a:pt x="5324602" y="0"/>
                  </a:lnTo>
                  <a:cubicBezTo>
                    <a:pt x="5328412" y="0"/>
                    <a:pt x="5332095" y="381"/>
                    <a:pt x="5335778" y="1143"/>
                  </a:cubicBezTo>
                  <a:lnTo>
                    <a:pt x="5334889" y="5842"/>
                  </a:lnTo>
                  <a:lnTo>
                    <a:pt x="5335778" y="1143"/>
                  </a:lnTo>
                  <a:cubicBezTo>
                    <a:pt x="5339461" y="1905"/>
                    <a:pt x="5343017" y="2921"/>
                    <a:pt x="5346446" y="4445"/>
                  </a:cubicBezTo>
                  <a:lnTo>
                    <a:pt x="5344668" y="8890"/>
                  </a:lnTo>
                  <a:lnTo>
                    <a:pt x="5346446" y="4445"/>
                  </a:lnTo>
                  <a:cubicBezTo>
                    <a:pt x="5349875" y="5842"/>
                    <a:pt x="5353177" y="7620"/>
                    <a:pt x="5356352" y="9779"/>
                  </a:cubicBezTo>
                  <a:lnTo>
                    <a:pt x="5353685" y="13716"/>
                  </a:lnTo>
                  <a:lnTo>
                    <a:pt x="5356352" y="9779"/>
                  </a:lnTo>
                  <a:cubicBezTo>
                    <a:pt x="5359527" y="11811"/>
                    <a:pt x="5362321" y="14224"/>
                    <a:pt x="5364988" y="16891"/>
                  </a:cubicBezTo>
                  <a:cubicBezTo>
                    <a:pt x="5367655" y="19558"/>
                    <a:pt x="5370068" y="22479"/>
                    <a:pt x="5372100" y="25527"/>
                  </a:cubicBezTo>
                  <a:lnTo>
                    <a:pt x="5368163" y="28194"/>
                  </a:lnTo>
                  <a:lnTo>
                    <a:pt x="5372100" y="25527"/>
                  </a:lnTo>
                  <a:cubicBezTo>
                    <a:pt x="5374132" y="28702"/>
                    <a:pt x="5375910" y="32004"/>
                    <a:pt x="5377434" y="35433"/>
                  </a:cubicBezTo>
                  <a:lnTo>
                    <a:pt x="5372989" y="37211"/>
                  </a:lnTo>
                  <a:lnTo>
                    <a:pt x="5377434" y="35433"/>
                  </a:lnTo>
                  <a:cubicBezTo>
                    <a:pt x="5378831" y="38862"/>
                    <a:pt x="5379974" y="42418"/>
                    <a:pt x="5380736" y="46101"/>
                  </a:cubicBezTo>
                  <a:lnTo>
                    <a:pt x="5376037" y="46990"/>
                  </a:lnTo>
                  <a:lnTo>
                    <a:pt x="5380736" y="46101"/>
                  </a:lnTo>
                  <a:cubicBezTo>
                    <a:pt x="5381498" y="49784"/>
                    <a:pt x="5381879" y="53467"/>
                    <a:pt x="5381879" y="57277"/>
                  </a:cubicBezTo>
                  <a:lnTo>
                    <a:pt x="5377053" y="57277"/>
                  </a:lnTo>
                  <a:lnTo>
                    <a:pt x="5381879" y="57277"/>
                  </a:lnTo>
                  <a:lnTo>
                    <a:pt x="5381879" y="2381377"/>
                  </a:lnTo>
                  <a:lnTo>
                    <a:pt x="5377053" y="2381377"/>
                  </a:lnTo>
                  <a:lnTo>
                    <a:pt x="5381879" y="2381377"/>
                  </a:lnTo>
                  <a:cubicBezTo>
                    <a:pt x="5381879" y="2385187"/>
                    <a:pt x="5381498" y="2388870"/>
                    <a:pt x="5380736" y="2392553"/>
                  </a:cubicBezTo>
                  <a:lnTo>
                    <a:pt x="5376037" y="2391664"/>
                  </a:lnTo>
                  <a:lnTo>
                    <a:pt x="5380736" y="2392553"/>
                  </a:lnTo>
                  <a:cubicBezTo>
                    <a:pt x="5379974" y="2396236"/>
                    <a:pt x="5378958" y="2399792"/>
                    <a:pt x="5377434" y="2403221"/>
                  </a:cubicBezTo>
                  <a:lnTo>
                    <a:pt x="5372989" y="2401443"/>
                  </a:lnTo>
                  <a:lnTo>
                    <a:pt x="5377434" y="2403221"/>
                  </a:lnTo>
                  <a:cubicBezTo>
                    <a:pt x="5376037" y="2406650"/>
                    <a:pt x="5374259" y="2409952"/>
                    <a:pt x="5372100" y="2413127"/>
                  </a:cubicBezTo>
                  <a:lnTo>
                    <a:pt x="5368163" y="2410460"/>
                  </a:lnTo>
                  <a:lnTo>
                    <a:pt x="5372100" y="2413127"/>
                  </a:lnTo>
                  <a:cubicBezTo>
                    <a:pt x="5370068" y="2416302"/>
                    <a:pt x="5367655" y="2419096"/>
                    <a:pt x="5364988" y="2421763"/>
                  </a:cubicBezTo>
                  <a:cubicBezTo>
                    <a:pt x="5362321" y="2424430"/>
                    <a:pt x="5359400" y="2426843"/>
                    <a:pt x="5356352" y="2428875"/>
                  </a:cubicBezTo>
                  <a:cubicBezTo>
                    <a:pt x="5353177" y="2430907"/>
                    <a:pt x="5349875" y="2432685"/>
                    <a:pt x="5346446" y="2434209"/>
                  </a:cubicBezTo>
                  <a:lnTo>
                    <a:pt x="5344668" y="2429764"/>
                  </a:lnTo>
                  <a:lnTo>
                    <a:pt x="5346446" y="2434209"/>
                  </a:lnTo>
                  <a:cubicBezTo>
                    <a:pt x="5343017" y="2435606"/>
                    <a:pt x="5339461" y="2436749"/>
                    <a:pt x="5335778" y="2437511"/>
                  </a:cubicBezTo>
                  <a:lnTo>
                    <a:pt x="5334889" y="2432812"/>
                  </a:lnTo>
                  <a:lnTo>
                    <a:pt x="5335778" y="2437511"/>
                  </a:lnTo>
                  <a:cubicBezTo>
                    <a:pt x="5332095" y="2438273"/>
                    <a:pt x="5328412" y="2438654"/>
                    <a:pt x="5324602" y="2438654"/>
                  </a:cubicBezTo>
                  <a:lnTo>
                    <a:pt x="5324602" y="2433828"/>
                  </a:lnTo>
                  <a:lnTo>
                    <a:pt x="5324602" y="2438654"/>
                  </a:lnTo>
                  <a:lnTo>
                    <a:pt x="57277" y="2438654"/>
                  </a:lnTo>
                  <a:lnTo>
                    <a:pt x="57277" y="2433828"/>
                  </a:lnTo>
                  <a:lnTo>
                    <a:pt x="57277" y="2438654"/>
                  </a:lnTo>
                  <a:cubicBezTo>
                    <a:pt x="53467" y="2438654"/>
                    <a:pt x="49784" y="2438273"/>
                    <a:pt x="46101" y="2437511"/>
                  </a:cubicBezTo>
                  <a:lnTo>
                    <a:pt x="46990" y="2432812"/>
                  </a:lnTo>
                  <a:lnTo>
                    <a:pt x="46101" y="2437511"/>
                  </a:lnTo>
                  <a:cubicBezTo>
                    <a:pt x="42418" y="2436749"/>
                    <a:pt x="38862" y="2435733"/>
                    <a:pt x="35433" y="2434209"/>
                  </a:cubicBezTo>
                  <a:lnTo>
                    <a:pt x="37211" y="2429764"/>
                  </a:lnTo>
                  <a:lnTo>
                    <a:pt x="35433" y="2434209"/>
                  </a:lnTo>
                  <a:cubicBezTo>
                    <a:pt x="32004" y="2432812"/>
                    <a:pt x="28702" y="2431034"/>
                    <a:pt x="25527" y="2428875"/>
                  </a:cubicBezTo>
                  <a:cubicBezTo>
                    <a:pt x="22352" y="2426843"/>
                    <a:pt x="19558" y="2424430"/>
                    <a:pt x="16891" y="2421763"/>
                  </a:cubicBezTo>
                  <a:cubicBezTo>
                    <a:pt x="14224" y="2419096"/>
                    <a:pt x="11811" y="2416175"/>
                    <a:pt x="9779" y="2413127"/>
                  </a:cubicBezTo>
                  <a:cubicBezTo>
                    <a:pt x="7747" y="2409952"/>
                    <a:pt x="5969" y="2406650"/>
                    <a:pt x="4445" y="2403221"/>
                  </a:cubicBezTo>
                  <a:cubicBezTo>
                    <a:pt x="3048" y="2399792"/>
                    <a:pt x="1905" y="2396236"/>
                    <a:pt x="1143" y="2392553"/>
                  </a:cubicBezTo>
                  <a:lnTo>
                    <a:pt x="5842" y="2391664"/>
                  </a:lnTo>
                  <a:lnTo>
                    <a:pt x="1143" y="2392553"/>
                  </a:lnTo>
                  <a:cubicBezTo>
                    <a:pt x="381" y="2388870"/>
                    <a:pt x="0" y="2385187"/>
                    <a:pt x="0" y="2381377"/>
                  </a:cubicBezTo>
                  <a:lnTo>
                    <a:pt x="4826" y="2381377"/>
                  </a:lnTo>
                  <a:lnTo>
                    <a:pt x="127" y="2381377"/>
                  </a:lnTo>
                  <a:moveTo>
                    <a:pt x="9652" y="2381377"/>
                  </a:moveTo>
                  <a:cubicBezTo>
                    <a:pt x="9652" y="2384552"/>
                    <a:pt x="9906" y="2387600"/>
                    <a:pt x="10541" y="2390648"/>
                  </a:cubicBezTo>
                  <a:cubicBezTo>
                    <a:pt x="11176" y="2393696"/>
                    <a:pt x="12065" y="2396744"/>
                    <a:pt x="13208" y="2399538"/>
                  </a:cubicBezTo>
                  <a:lnTo>
                    <a:pt x="8763" y="2401316"/>
                  </a:lnTo>
                  <a:lnTo>
                    <a:pt x="13208" y="2399538"/>
                  </a:lnTo>
                  <a:cubicBezTo>
                    <a:pt x="14351" y="2402459"/>
                    <a:pt x="15875" y="2405126"/>
                    <a:pt x="17653" y="2407793"/>
                  </a:cubicBezTo>
                  <a:lnTo>
                    <a:pt x="13716" y="2410460"/>
                  </a:lnTo>
                  <a:lnTo>
                    <a:pt x="17653" y="2407793"/>
                  </a:lnTo>
                  <a:cubicBezTo>
                    <a:pt x="19431" y="2410333"/>
                    <a:pt x="21336" y="2412746"/>
                    <a:pt x="23622" y="2415032"/>
                  </a:cubicBezTo>
                  <a:lnTo>
                    <a:pt x="20193" y="2418461"/>
                  </a:lnTo>
                  <a:lnTo>
                    <a:pt x="23622" y="2415032"/>
                  </a:lnTo>
                  <a:cubicBezTo>
                    <a:pt x="25781" y="2417191"/>
                    <a:pt x="28194" y="2419223"/>
                    <a:pt x="30861" y="2421001"/>
                  </a:cubicBezTo>
                  <a:lnTo>
                    <a:pt x="28194" y="2424938"/>
                  </a:lnTo>
                  <a:lnTo>
                    <a:pt x="30861" y="2421001"/>
                  </a:lnTo>
                  <a:cubicBezTo>
                    <a:pt x="33401" y="2422779"/>
                    <a:pt x="36195" y="2424176"/>
                    <a:pt x="39116" y="2425446"/>
                  </a:cubicBezTo>
                  <a:cubicBezTo>
                    <a:pt x="42037" y="2426589"/>
                    <a:pt x="44958" y="2427605"/>
                    <a:pt x="48006" y="2428113"/>
                  </a:cubicBezTo>
                  <a:cubicBezTo>
                    <a:pt x="51054" y="2428748"/>
                    <a:pt x="54229" y="2429002"/>
                    <a:pt x="57277" y="2429002"/>
                  </a:cubicBezTo>
                  <a:lnTo>
                    <a:pt x="5324602" y="2429002"/>
                  </a:lnTo>
                  <a:cubicBezTo>
                    <a:pt x="5327777" y="2429002"/>
                    <a:pt x="5330825" y="2428748"/>
                    <a:pt x="5333873" y="2428113"/>
                  </a:cubicBezTo>
                  <a:cubicBezTo>
                    <a:pt x="5336921" y="2427478"/>
                    <a:pt x="5339969" y="2426589"/>
                    <a:pt x="5342763" y="2425446"/>
                  </a:cubicBezTo>
                  <a:cubicBezTo>
                    <a:pt x="5345684" y="2424303"/>
                    <a:pt x="5348351" y="2422779"/>
                    <a:pt x="5351018" y="2421001"/>
                  </a:cubicBezTo>
                  <a:lnTo>
                    <a:pt x="5353685" y="2424938"/>
                  </a:lnTo>
                  <a:lnTo>
                    <a:pt x="5351018" y="2421001"/>
                  </a:lnTo>
                  <a:cubicBezTo>
                    <a:pt x="5353558" y="2419223"/>
                    <a:pt x="5355971" y="2417318"/>
                    <a:pt x="5358257" y="2415032"/>
                  </a:cubicBezTo>
                  <a:lnTo>
                    <a:pt x="5361686" y="2418461"/>
                  </a:lnTo>
                  <a:lnTo>
                    <a:pt x="5358257" y="2415032"/>
                  </a:lnTo>
                  <a:cubicBezTo>
                    <a:pt x="5360416" y="2412873"/>
                    <a:pt x="5362448" y="2410460"/>
                    <a:pt x="5364226" y="2407793"/>
                  </a:cubicBezTo>
                  <a:cubicBezTo>
                    <a:pt x="5366004" y="2405126"/>
                    <a:pt x="5367401" y="2402459"/>
                    <a:pt x="5368671" y="2399538"/>
                  </a:cubicBezTo>
                  <a:cubicBezTo>
                    <a:pt x="5369814" y="2396617"/>
                    <a:pt x="5370830" y="2393696"/>
                    <a:pt x="5371338" y="2390648"/>
                  </a:cubicBezTo>
                  <a:cubicBezTo>
                    <a:pt x="5371973" y="2387600"/>
                    <a:pt x="5372227" y="2384425"/>
                    <a:pt x="5372227" y="2381377"/>
                  </a:cubicBezTo>
                  <a:lnTo>
                    <a:pt x="5372227" y="57150"/>
                  </a:lnTo>
                  <a:cubicBezTo>
                    <a:pt x="5372227" y="53975"/>
                    <a:pt x="5371973" y="50927"/>
                    <a:pt x="5371338" y="47879"/>
                  </a:cubicBezTo>
                  <a:cubicBezTo>
                    <a:pt x="5370703" y="44831"/>
                    <a:pt x="5369814" y="41783"/>
                    <a:pt x="5368671" y="38989"/>
                  </a:cubicBezTo>
                  <a:cubicBezTo>
                    <a:pt x="5367528" y="36068"/>
                    <a:pt x="5366004" y="33401"/>
                    <a:pt x="5364226" y="30734"/>
                  </a:cubicBezTo>
                  <a:cubicBezTo>
                    <a:pt x="5362448" y="28194"/>
                    <a:pt x="5360543" y="25781"/>
                    <a:pt x="5358257" y="23495"/>
                  </a:cubicBezTo>
                  <a:lnTo>
                    <a:pt x="5361686" y="20066"/>
                  </a:lnTo>
                  <a:lnTo>
                    <a:pt x="5358257" y="23495"/>
                  </a:lnTo>
                  <a:cubicBezTo>
                    <a:pt x="5356098" y="21336"/>
                    <a:pt x="5353685" y="19304"/>
                    <a:pt x="5351018" y="17526"/>
                  </a:cubicBezTo>
                  <a:cubicBezTo>
                    <a:pt x="5348478" y="15748"/>
                    <a:pt x="5345684" y="14351"/>
                    <a:pt x="5342763" y="13081"/>
                  </a:cubicBezTo>
                  <a:cubicBezTo>
                    <a:pt x="5339842" y="11938"/>
                    <a:pt x="5336921" y="10922"/>
                    <a:pt x="5333873" y="10414"/>
                  </a:cubicBezTo>
                  <a:cubicBezTo>
                    <a:pt x="5330825" y="9779"/>
                    <a:pt x="5327650" y="9525"/>
                    <a:pt x="5324602" y="9525"/>
                  </a:cubicBezTo>
                  <a:lnTo>
                    <a:pt x="57277" y="9525"/>
                  </a:lnTo>
                  <a:cubicBezTo>
                    <a:pt x="54102" y="9525"/>
                    <a:pt x="51054" y="9779"/>
                    <a:pt x="48006" y="10414"/>
                  </a:cubicBezTo>
                  <a:cubicBezTo>
                    <a:pt x="44958" y="11049"/>
                    <a:pt x="41910" y="11938"/>
                    <a:pt x="39116" y="13081"/>
                  </a:cubicBezTo>
                  <a:cubicBezTo>
                    <a:pt x="36195" y="14224"/>
                    <a:pt x="33528" y="15748"/>
                    <a:pt x="30861" y="17526"/>
                  </a:cubicBezTo>
                  <a:cubicBezTo>
                    <a:pt x="28321" y="19304"/>
                    <a:pt x="25908" y="21209"/>
                    <a:pt x="23622" y="23495"/>
                  </a:cubicBezTo>
                  <a:cubicBezTo>
                    <a:pt x="21463" y="25654"/>
                    <a:pt x="19431" y="28067"/>
                    <a:pt x="17653" y="30734"/>
                  </a:cubicBezTo>
                  <a:lnTo>
                    <a:pt x="13716" y="28067"/>
                  </a:lnTo>
                  <a:lnTo>
                    <a:pt x="17653" y="30734"/>
                  </a:lnTo>
                  <a:cubicBezTo>
                    <a:pt x="15875" y="33274"/>
                    <a:pt x="14478" y="36068"/>
                    <a:pt x="13208" y="38989"/>
                  </a:cubicBezTo>
                  <a:lnTo>
                    <a:pt x="8763" y="37211"/>
                  </a:lnTo>
                  <a:lnTo>
                    <a:pt x="13208" y="38989"/>
                  </a:lnTo>
                  <a:cubicBezTo>
                    <a:pt x="12065" y="41910"/>
                    <a:pt x="11049" y="44831"/>
                    <a:pt x="10541" y="47879"/>
                  </a:cubicBezTo>
                  <a:cubicBezTo>
                    <a:pt x="10033" y="50927"/>
                    <a:pt x="9652" y="54102"/>
                    <a:pt x="9652" y="57150"/>
                  </a:cubicBezTo>
                  <a:lnTo>
                    <a:pt x="9652" y="238125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300162" y="6872288"/>
            <a:ext cx="1143000" cy="1143000"/>
            <a:chOff x="0" y="0"/>
            <a:chExt cx="1016000" cy="1016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16000" cy="1016000"/>
            </a:xfrm>
            <a:custGeom>
              <a:avLst/>
              <a:gdLst/>
              <a:ahLst/>
              <a:cxnLst/>
              <a:rect l="l" t="t" r="r" b="b"/>
              <a:pathLst>
                <a:path w="1016000" h="1016000">
                  <a:moveTo>
                    <a:pt x="50673" y="0"/>
                  </a:moveTo>
                  <a:cubicBezTo>
                    <a:pt x="36703" y="0"/>
                    <a:pt x="24765" y="4953"/>
                    <a:pt x="14859" y="14859"/>
                  </a:cubicBezTo>
                  <a:cubicBezTo>
                    <a:pt x="4953" y="24765"/>
                    <a:pt x="0" y="36830"/>
                    <a:pt x="0" y="50800"/>
                  </a:cubicBezTo>
                  <a:lnTo>
                    <a:pt x="0" y="965200"/>
                  </a:lnTo>
                  <a:cubicBezTo>
                    <a:pt x="0" y="979170"/>
                    <a:pt x="4953" y="991235"/>
                    <a:pt x="14859" y="1001141"/>
                  </a:cubicBezTo>
                  <a:cubicBezTo>
                    <a:pt x="24765" y="1011047"/>
                    <a:pt x="36830" y="1016000"/>
                    <a:pt x="50800" y="1016000"/>
                  </a:cubicBezTo>
                  <a:lnTo>
                    <a:pt x="965200" y="1016000"/>
                  </a:lnTo>
                  <a:cubicBezTo>
                    <a:pt x="979170" y="1016000"/>
                    <a:pt x="991235" y="1011047"/>
                    <a:pt x="1001141" y="1001141"/>
                  </a:cubicBezTo>
                  <a:cubicBezTo>
                    <a:pt x="1011047" y="991235"/>
                    <a:pt x="1016000" y="979170"/>
                    <a:pt x="1016000" y="965200"/>
                  </a:cubicBezTo>
                  <a:lnTo>
                    <a:pt x="1016000" y="50800"/>
                  </a:lnTo>
                  <a:cubicBezTo>
                    <a:pt x="1016000" y="36830"/>
                    <a:pt x="1011047" y="24765"/>
                    <a:pt x="1001141" y="14859"/>
                  </a:cubicBezTo>
                  <a:cubicBezTo>
                    <a:pt x="991235" y="4953"/>
                    <a:pt x="979297" y="0"/>
                    <a:pt x="965327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9263058" y="6334120"/>
            <a:ext cx="8262933" cy="3848095"/>
            <a:chOff x="0" y="0"/>
            <a:chExt cx="5508625" cy="2565400"/>
          </a:xfrm>
        </p:grpSpPr>
        <p:sp>
          <p:nvSpPr>
            <p:cNvPr id="18" name="Freeform 18"/>
            <p:cNvSpPr/>
            <p:nvPr/>
          </p:nvSpPr>
          <p:spPr>
            <a:xfrm>
              <a:off x="68326" y="68453"/>
              <a:ext cx="5371846" cy="2428494"/>
            </a:xfrm>
            <a:custGeom>
              <a:avLst/>
              <a:gdLst/>
              <a:ahLst/>
              <a:cxnLst/>
              <a:rect l="l" t="t" r="r" b="b"/>
              <a:pathLst>
                <a:path w="5371846" h="2428494">
                  <a:moveTo>
                    <a:pt x="0" y="2376297"/>
                  </a:moveTo>
                  <a:lnTo>
                    <a:pt x="0" y="52197"/>
                  </a:lnTo>
                  <a:cubicBezTo>
                    <a:pt x="0" y="48768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lnTo>
                    <a:pt x="5319649" y="0"/>
                  </a:lnTo>
                  <a:cubicBezTo>
                    <a:pt x="5323078" y="0"/>
                    <a:pt x="5326507" y="381"/>
                    <a:pt x="5329809" y="1016"/>
                  </a:cubicBezTo>
                  <a:cubicBezTo>
                    <a:pt x="5333111" y="1651"/>
                    <a:pt x="5336413" y="2667"/>
                    <a:pt x="5339588" y="3937"/>
                  </a:cubicBezTo>
                  <a:cubicBezTo>
                    <a:pt x="5342763" y="5207"/>
                    <a:pt x="5345811" y="6858"/>
                    <a:pt x="5348605" y="8763"/>
                  </a:cubicBezTo>
                  <a:cubicBezTo>
                    <a:pt x="5351399" y="10668"/>
                    <a:pt x="5354066" y="12827"/>
                    <a:pt x="5356606" y="15240"/>
                  </a:cubicBezTo>
                  <a:cubicBezTo>
                    <a:pt x="5359146" y="17653"/>
                    <a:pt x="5361178" y="20320"/>
                    <a:pt x="5363083" y="23241"/>
                  </a:cubicBezTo>
                  <a:cubicBezTo>
                    <a:pt x="5364988" y="26162"/>
                    <a:pt x="5366639" y="29083"/>
                    <a:pt x="5367909" y="32258"/>
                  </a:cubicBezTo>
                  <a:cubicBezTo>
                    <a:pt x="5369179" y="35433"/>
                    <a:pt x="5370195" y="38735"/>
                    <a:pt x="5370830" y="42037"/>
                  </a:cubicBezTo>
                  <a:cubicBezTo>
                    <a:pt x="5371465" y="45339"/>
                    <a:pt x="5371846" y="48768"/>
                    <a:pt x="5371846" y="52197"/>
                  </a:cubicBezTo>
                  <a:lnTo>
                    <a:pt x="5371846" y="2376297"/>
                  </a:lnTo>
                  <a:cubicBezTo>
                    <a:pt x="5371846" y="2379726"/>
                    <a:pt x="5371465" y="2383155"/>
                    <a:pt x="5370830" y="2386457"/>
                  </a:cubicBezTo>
                  <a:cubicBezTo>
                    <a:pt x="5370195" y="2389759"/>
                    <a:pt x="5369179" y="2393061"/>
                    <a:pt x="5367909" y="2396236"/>
                  </a:cubicBezTo>
                  <a:cubicBezTo>
                    <a:pt x="5366639" y="2399411"/>
                    <a:pt x="5364988" y="2402459"/>
                    <a:pt x="5363083" y="2405253"/>
                  </a:cubicBezTo>
                  <a:cubicBezTo>
                    <a:pt x="5361178" y="2408047"/>
                    <a:pt x="5359019" y="2410714"/>
                    <a:pt x="5356606" y="2413254"/>
                  </a:cubicBezTo>
                  <a:cubicBezTo>
                    <a:pt x="5354193" y="2415794"/>
                    <a:pt x="5351526" y="2417826"/>
                    <a:pt x="5348605" y="2419731"/>
                  </a:cubicBezTo>
                  <a:cubicBezTo>
                    <a:pt x="5345684" y="2421636"/>
                    <a:pt x="5342763" y="2423287"/>
                    <a:pt x="5339588" y="2424557"/>
                  </a:cubicBezTo>
                  <a:cubicBezTo>
                    <a:pt x="5336413" y="2425827"/>
                    <a:pt x="5333111" y="2426843"/>
                    <a:pt x="5329809" y="2427478"/>
                  </a:cubicBezTo>
                  <a:cubicBezTo>
                    <a:pt x="5326507" y="2428113"/>
                    <a:pt x="5323078" y="2428494"/>
                    <a:pt x="5319649" y="2428494"/>
                  </a:cubicBezTo>
                  <a:lnTo>
                    <a:pt x="52324" y="2428494"/>
                  </a:lnTo>
                  <a:cubicBezTo>
                    <a:pt x="48895" y="2428494"/>
                    <a:pt x="45466" y="2428113"/>
                    <a:pt x="42164" y="2427478"/>
                  </a:cubicBezTo>
                  <a:cubicBezTo>
                    <a:pt x="38862" y="2426843"/>
                    <a:pt x="35560" y="2425827"/>
                    <a:pt x="32385" y="2424557"/>
                  </a:cubicBezTo>
                  <a:cubicBezTo>
                    <a:pt x="29210" y="2423287"/>
                    <a:pt x="26162" y="2421636"/>
                    <a:pt x="23368" y="2419731"/>
                  </a:cubicBezTo>
                  <a:cubicBezTo>
                    <a:pt x="20574" y="2417826"/>
                    <a:pt x="17907" y="2415667"/>
                    <a:pt x="15367" y="2413254"/>
                  </a:cubicBezTo>
                  <a:cubicBezTo>
                    <a:pt x="12827" y="2410841"/>
                    <a:pt x="10795" y="2408174"/>
                    <a:pt x="8890" y="2405253"/>
                  </a:cubicBezTo>
                  <a:cubicBezTo>
                    <a:pt x="6985" y="2402332"/>
                    <a:pt x="5334" y="2399411"/>
                    <a:pt x="4064" y="2396236"/>
                  </a:cubicBezTo>
                  <a:cubicBezTo>
                    <a:pt x="2794" y="2393061"/>
                    <a:pt x="1778" y="2389759"/>
                    <a:pt x="1143" y="2386457"/>
                  </a:cubicBezTo>
                  <a:cubicBezTo>
                    <a:pt x="508" y="2383155"/>
                    <a:pt x="127" y="2379726"/>
                    <a:pt x="127" y="2376297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63373" y="63500"/>
              <a:ext cx="5381879" cy="2438654"/>
            </a:xfrm>
            <a:custGeom>
              <a:avLst/>
              <a:gdLst/>
              <a:ahLst/>
              <a:cxnLst/>
              <a:rect l="l" t="t" r="r" b="b"/>
              <a:pathLst>
                <a:path w="5381879" h="2438654">
                  <a:moveTo>
                    <a:pt x="127" y="2381250"/>
                  </a:moveTo>
                  <a:lnTo>
                    <a:pt x="127" y="57150"/>
                  </a:lnTo>
                  <a:lnTo>
                    <a:pt x="4953" y="57150"/>
                  </a:lnTo>
                  <a:lnTo>
                    <a:pt x="127" y="57150"/>
                  </a:lnTo>
                  <a:cubicBezTo>
                    <a:pt x="127" y="53340"/>
                    <a:pt x="508" y="49657"/>
                    <a:pt x="1270" y="45974"/>
                  </a:cubicBezTo>
                  <a:cubicBezTo>
                    <a:pt x="2032" y="42291"/>
                    <a:pt x="3048" y="38735"/>
                    <a:pt x="4572" y="35306"/>
                  </a:cubicBezTo>
                  <a:lnTo>
                    <a:pt x="9017" y="37084"/>
                  </a:lnTo>
                  <a:lnTo>
                    <a:pt x="4572" y="35306"/>
                  </a:lnTo>
                  <a:cubicBezTo>
                    <a:pt x="5969" y="31877"/>
                    <a:pt x="7747" y="28575"/>
                    <a:pt x="9906" y="25400"/>
                  </a:cubicBezTo>
                  <a:lnTo>
                    <a:pt x="13843" y="28067"/>
                  </a:lnTo>
                  <a:lnTo>
                    <a:pt x="9779" y="25400"/>
                  </a:lnTo>
                  <a:cubicBezTo>
                    <a:pt x="11811" y="22225"/>
                    <a:pt x="14224" y="19431"/>
                    <a:pt x="16891" y="16764"/>
                  </a:cubicBezTo>
                  <a:lnTo>
                    <a:pt x="20320" y="20193"/>
                  </a:lnTo>
                  <a:lnTo>
                    <a:pt x="16891" y="16764"/>
                  </a:lnTo>
                  <a:cubicBezTo>
                    <a:pt x="19558" y="14097"/>
                    <a:pt x="22479" y="11684"/>
                    <a:pt x="25527" y="9652"/>
                  </a:cubicBezTo>
                  <a:lnTo>
                    <a:pt x="28194" y="13589"/>
                  </a:lnTo>
                  <a:lnTo>
                    <a:pt x="25527" y="9652"/>
                  </a:lnTo>
                  <a:cubicBezTo>
                    <a:pt x="28702" y="7620"/>
                    <a:pt x="32004" y="5842"/>
                    <a:pt x="35433" y="4318"/>
                  </a:cubicBezTo>
                  <a:cubicBezTo>
                    <a:pt x="38862" y="2921"/>
                    <a:pt x="42418" y="1778"/>
                    <a:pt x="46101" y="1016"/>
                  </a:cubicBezTo>
                  <a:lnTo>
                    <a:pt x="46990" y="5715"/>
                  </a:lnTo>
                  <a:lnTo>
                    <a:pt x="46101" y="1016"/>
                  </a:lnTo>
                  <a:cubicBezTo>
                    <a:pt x="49784" y="381"/>
                    <a:pt x="53467" y="0"/>
                    <a:pt x="57277" y="0"/>
                  </a:cubicBezTo>
                  <a:lnTo>
                    <a:pt x="57277" y="4826"/>
                  </a:lnTo>
                  <a:lnTo>
                    <a:pt x="57277" y="0"/>
                  </a:lnTo>
                  <a:lnTo>
                    <a:pt x="5324602" y="0"/>
                  </a:lnTo>
                  <a:lnTo>
                    <a:pt x="5324602" y="4826"/>
                  </a:lnTo>
                  <a:lnTo>
                    <a:pt x="5324602" y="0"/>
                  </a:lnTo>
                  <a:cubicBezTo>
                    <a:pt x="5328412" y="0"/>
                    <a:pt x="5332095" y="381"/>
                    <a:pt x="5335778" y="1143"/>
                  </a:cubicBezTo>
                  <a:lnTo>
                    <a:pt x="5334889" y="5842"/>
                  </a:lnTo>
                  <a:lnTo>
                    <a:pt x="5335778" y="1143"/>
                  </a:lnTo>
                  <a:cubicBezTo>
                    <a:pt x="5339461" y="1905"/>
                    <a:pt x="5343017" y="2921"/>
                    <a:pt x="5346446" y="4445"/>
                  </a:cubicBezTo>
                  <a:lnTo>
                    <a:pt x="5344668" y="8890"/>
                  </a:lnTo>
                  <a:lnTo>
                    <a:pt x="5346446" y="4445"/>
                  </a:lnTo>
                  <a:cubicBezTo>
                    <a:pt x="5349875" y="5842"/>
                    <a:pt x="5353177" y="7620"/>
                    <a:pt x="5356352" y="9779"/>
                  </a:cubicBezTo>
                  <a:lnTo>
                    <a:pt x="5353685" y="13716"/>
                  </a:lnTo>
                  <a:lnTo>
                    <a:pt x="5356352" y="9779"/>
                  </a:lnTo>
                  <a:cubicBezTo>
                    <a:pt x="5359527" y="11811"/>
                    <a:pt x="5362321" y="14224"/>
                    <a:pt x="5364988" y="16891"/>
                  </a:cubicBezTo>
                  <a:lnTo>
                    <a:pt x="5361559" y="20320"/>
                  </a:lnTo>
                  <a:lnTo>
                    <a:pt x="5364988" y="16891"/>
                  </a:lnTo>
                  <a:cubicBezTo>
                    <a:pt x="5367655" y="19558"/>
                    <a:pt x="5370068" y="22479"/>
                    <a:pt x="5372100" y="25527"/>
                  </a:cubicBezTo>
                  <a:lnTo>
                    <a:pt x="5368163" y="28194"/>
                  </a:lnTo>
                  <a:lnTo>
                    <a:pt x="5372100" y="25527"/>
                  </a:lnTo>
                  <a:cubicBezTo>
                    <a:pt x="5374132" y="28702"/>
                    <a:pt x="5375910" y="32004"/>
                    <a:pt x="5377434" y="35433"/>
                  </a:cubicBezTo>
                  <a:lnTo>
                    <a:pt x="5372989" y="37211"/>
                  </a:lnTo>
                  <a:lnTo>
                    <a:pt x="5377434" y="35433"/>
                  </a:lnTo>
                  <a:cubicBezTo>
                    <a:pt x="5378831" y="38862"/>
                    <a:pt x="5379974" y="42418"/>
                    <a:pt x="5380736" y="46101"/>
                  </a:cubicBezTo>
                  <a:lnTo>
                    <a:pt x="5376037" y="46990"/>
                  </a:lnTo>
                  <a:lnTo>
                    <a:pt x="5380736" y="46101"/>
                  </a:lnTo>
                  <a:cubicBezTo>
                    <a:pt x="5381498" y="49784"/>
                    <a:pt x="5381879" y="53467"/>
                    <a:pt x="5381879" y="57277"/>
                  </a:cubicBezTo>
                  <a:lnTo>
                    <a:pt x="5377053" y="57277"/>
                  </a:lnTo>
                  <a:lnTo>
                    <a:pt x="5381879" y="57277"/>
                  </a:lnTo>
                  <a:lnTo>
                    <a:pt x="5381879" y="2381377"/>
                  </a:lnTo>
                  <a:lnTo>
                    <a:pt x="5377053" y="2381377"/>
                  </a:lnTo>
                  <a:lnTo>
                    <a:pt x="5381879" y="2381377"/>
                  </a:lnTo>
                  <a:cubicBezTo>
                    <a:pt x="5381879" y="2385187"/>
                    <a:pt x="5381498" y="2388870"/>
                    <a:pt x="5380736" y="2392553"/>
                  </a:cubicBezTo>
                  <a:lnTo>
                    <a:pt x="5376037" y="2391664"/>
                  </a:lnTo>
                  <a:lnTo>
                    <a:pt x="5380736" y="2392553"/>
                  </a:lnTo>
                  <a:cubicBezTo>
                    <a:pt x="5379974" y="2396236"/>
                    <a:pt x="5378958" y="2399792"/>
                    <a:pt x="5377434" y="2403221"/>
                  </a:cubicBezTo>
                  <a:lnTo>
                    <a:pt x="5372989" y="2401443"/>
                  </a:lnTo>
                  <a:lnTo>
                    <a:pt x="5377434" y="2403221"/>
                  </a:lnTo>
                  <a:cubicBezTo>
                    <a:pt x="5376037" y="2406650"/>
                    <a:pt x="5374259" y="2409952"/>
                    <a:pt x="5372100" y="2413127"/>
                  </a:cubicBezTo>
                  <a:lnTo>
                    <a:pt x="5368163" y="2410460"/>
                  </a:lnTo>
                  <a:lnTo>
                    <a:pt x="5372100" y="2413127"/>
                  </a:lnTo>
                  <a:cubicBezTo>
                    <a:pt x="5370068" y="2416302"/>
                    <a:pt x="5367655" y="2419096"/>
                    <a:pt x="5364988" y="2421763"/>
                  </a:cubicBezTo>
                  <a:cubicBezTo>
                    <a:pt x="5362321" y="2424430"/>
                    <a:pt x="5359400" y="2426843"/>
                    <a:pt x="5356352" y="2428875"/>
                  </a:cubicBezTo>
                  <a:cubicBezTo>
                    <a:pt x="5353177" y="2430907"/>
                    <a:pt x="5350002" y="2432685"/>
                    <a:pt x="5346446" y="2434209"/>
                  </a:cubicBezTo>
                  <a:lnTo>
                    <a:pt x="5344668" y="2429764"/>
                  </a:lnTo>
                  <a:lnTo>
                    <a:pt x="5346446" y="2434209"/>
                  </a:lnTo>
                  <a:cubicBezTo>
                    <a:pt x="5343017" y="2435606"/>
                    <a:pt x="5339461" y="2436749"/>
                    <a:pt x="5335778" y="2437511"/>
                  </a:cubicBezTo>
                  <a:lnTo>
                    <a:pt x="5334889" y="2432812"/>
                  </a:lnTo>
                  <a:lnTo>
                    <a:pt x="5335778" y="2437511"/>
                  </a:lnTo>
                  <a:cubicBezTo>
                    <a:pt x="5332095" y="2438273"/>
                    <a:pt x="5328412" y="2438654"/>
                    <a:pt x="5324602" y="2438654"/>
                  </a:cubicBezTo>
                  <a:lnTo>
                    <a:pt x="5324602" y="2433828"/>
                  </a:lnTo>
                  <a:lnTo>
                    <a:pt x="5324602" y="2438654"/>
                  </a:lnTo>
                  <a:lnTo>
                    <a:pt x="57277" y="2438654"/>
                  </a:lnTo>
                  <a:lnTo>
                    <a:pt x="57277" y="2433828"/>
                  </a:lnTo>
                  <a:lnTo>
                    <a:pt x="57277" y="2438654"/>
                  </a:lnTo>
                  <a:cubicBezTo>
                    <a:pt x="53467" y="2438654"/>
                    <a:pt x="49784" y="2438273"/>
                    <a:pt x="46101" y="2437511"/>
                  </a:cubicBezTo>
                  <a:lnTo>
                    <a:pt x="46990" y="2432812"/>
                  </a:lnTo>
                  <a:lnTo>
                    <a:pt x="46101" y="2437511"/>
                  </a:lnTo>
                  <a:cubicBezTo>
                    <a:pt x="42418" y="2436749"/>
                    <a:pt x="38862" y="2435733"/>
                    <a:pt x="35433" y="2434209"/>
                  </a:cubicBezTo>
                  <a:cubicBezTo>
                    <a:pt x="32004" y="2432812"/>
                    <a:pt x="28702" y="2431034"/>
                    <a:pt x="25527" y="2428875"/>
                  </a:cubicBezTo>
                  <a:lnTo>
                    <a:pt x="28194" y="2424938"/>
                  </a:lnTo>
                  <a:lnTo>
                    <a:pt x="25527" y="2428875"/>
                  </a:lnTo>
                  <a:cubicBezTo>
                    <a:pt x="22352" y="2426843"/>
                    <a:pt x="19558" y="2424430"/>
                    <a:pt x="16891" y="2421763"/>
                  </a:cubicBezTo>
                  <a:cubicBezTo>
                    <a:pt x="14224" y="2419096"/>
                    <a:pt x="11811" y="2416175"/>
                    <a:pt x="9779" y="2413127"/>
                  </a:cubicBezTo>
                  <a:lnTo>
                    <a:pt x="13716" y="2410460"/>
                  </a:lnTo>
                  <a:lnTo>
                    <a:pt x="9779" y="2413127"/>
                  </a:lnTo>
                  <a:cubicBezTo>
                    <a:pt x="7747" y="2409952"/>
                    <a:pt x="5969" y="2406650"/>
                    <a:pt x="4445" y="2403221"/>
                  </a:cubicBezTo>
                  <a:lnTo>
                    <a:pt x="8890" y="2401443"/>
                  </a:lnTo>
                  <a:lnTo>
                    <a:pt x="4445" y="2403221"/>
                  </a:lnTo>
                  <a:cubicBezTo>
                    <a:pt x="3048" y="2399792"/>
                    <a:pt x="1905" y="2396236"/>
                    <a:pt x="1143" y="2392553"/>
                  </a:cubicBezTo>
                  <a:cubicBezTo>
                    <a:pt x="381" y="2388870"/>
                    <a:pt x="0" y="2385187"/>
                    <a:pt x="0" y="2381377"/>
                  </a:cubicBezTo>
                  <a:lnTo>
                    <a:pt x="4826" y="2381377"/>
                  </a:lnTo>
                  <a:lnTo>
                    <a:pt x="127" y="2381377"/>
                  </a:lnTo>
                  <a:moveTo>
                    <a:pt x="9652" y="2381377"/>
                  </a:moveTo>
                  <a:cubicBezTo>
                    <a:pt x="9652" y="2384552"/>
                    <a:pt x="9906" y="2387600"/>
                    <a:pt x="10541" y="2390648"/>
                  </a:cubicBezTo>
                  <a:lnTo>
                    <a:pt x="5842" y="2391537"/>
                  </a:lnTo>
                  <a:lnTo>
                    <a:pt x="10541" y="2390648"/>
                  </a:lnTo>
                  <a:cubicBezTo>
                    <a:pt x="11176" y="2393696"/>
                    <a:pt x="12065" y="2396744"/>
                    <a:pt x="13208" y="2399538"/>
                  </a:cubicBezTo>
                  <a:cubicBezTo>
                    <a:pt x="14351" y="2402332"/>
                    <a:pt x="15875" y="2405126"/>
                    <a:pt x="17653" y="2407793"/>
                  </a:cubicBezTo>
                  <a:cubicBezTo>
                    <a:pt x="19431" y="2410460"/>
                    <a:pt x="21336" y="2412746"/>
                    <a:pt x="23622" y="2415032"/>
                  </a:cubicBezTo>
                  <a:lnTo>
                    <a:pt x="20193" y="2418461"/>
                  </a:lnTo>
                  <a:lnTo>
                    <a:pt x="23622" y="2415032"/>
                  </a:lnTo>
                  <a:cubicBezTo>
                    <a:pt x="25781" y="2417191"/>
                    <a:pt x="28194" y="2419223"/>
                    <a:pt x="30861" y="2421001"/>
                  </a:cubicBezTo>
                  <a:cubicBezTo>
                    <a:pt x="33401" y="2422779"/>
                    <a:pt x="36195" y="2424176"/>
                    <a:pt x="39116" y="2425446"/>
                  </a:cubicBezTo>
                  <a:lnTo>
                    <a:pt x="37338" y="2429891"/>
                  </a:lnTo>
                  <a:lnTo>
                    <a:pt x="39116" y="2425446"/>
                  </a:lnTo>
                  <a:cubicBezTo>
                    <a:pt x="42037" y="2426589"/>
                    <a:pt x="44958" y="2427605"/>
                    <a:pt x="48006" y="2428113"/>
                  </a:cubicBezTo>
                  <a:cubicBezTo>
                    <a:pt x="51054" y="2428748"/>
                    <a:pt x="54229" y="2429002"/>
                    <a:pt x="57277" y="2429002"/>
                  </a:cubicBezTo>
                  <a:lnTo>
                    <a:pt x="5324602" y="2429002"/>
                  </a:lnTo>
                  <a:cubicBezTo>
                    <a:pt x="5327777" y="2429002"/>
                    <a:pt x="5330825" y="2428748"/>
                    <a:pt x="5333873" y="2428113"/>
                  </a:cubicBezTo>
                  <a:cubicBezTo>
                    <a:pt x="5336921" y="2427478"/>
                    <a:pt x="5339969" y="2426589"/>
                    <a:pt x="5342763" y="2425446"/>
                  </a:cubicBezTo>
                  <a:cubicBezTo>
                    <a:pt x="5345684" y="2424303"/>
                    <a:pt x="5348351" y="2422779"/>
                    <a:pt x="5351018" y="2421001"/>
                  </a:cubicBezTo>
                  <a:lnTo>
                    <a:pt x="5353685" y="2424938"/>
                  </a:lnTo>
                  <a:lnTo>
                    <a:pt x="5351018" y="2421001"/>
                  </a:lnTo>
                  <a:cubicBezTo>
                    <a:pt x="5353558" y="2419223"/>
                    <a:pt x="5355971" y="2417318"/>
                    <a:pt x="5358257" y="2415032"/>
                  </a:cubicBezTo>
                  <a:lnTo>
                    <a:pt x="5361686" y="2418461"/>
                  </a:lnTo>
                  <a:lnTo>
                    <a:pt x="5358257" y="2415032"/>
                  </a:lnTo>
                  <a:cubicBezTo>
                    <a:pt x="5360416" y="2412873"/>
                    <a:pt x="5362448" y="2410460"/>
                    <a:pt x="5364226" y="2407793"/>
                  </a:cubicBezTo>
                  <a:cubicBezTo>
                    <a:pt x="5366004" y="2405126"/>
                    <a:pt x="5367401" y="2402459"/>
                    <a:pt x="5368671" y="2399538"/>
                  </a:cubicBezTo>
                  <a:cubicBezTo>
                    <a:pt x="5369814" y="2396617"/>
                    <a:pt x="5370830" y="2393696"/>
                    <a:pt x="5371338" y="2390648"/>
                  </a:cubicBezTo>
                  <a:cubicBezTo>
                    <a:pt x="5371973" y="2387600"/>
                    <a:pt x="5372227" y="2384425"/>
                    <a:pt x="5372227" y="2381377"/>
                  </a:cubicBezTo>
                  <a:lnTo>
                    <a:pt x="5372227" y="57150"/>
                  </a:lnTo>
                  <a:cubicBezTo>
                    <a:pt x="5372227" y="53975"/>
                    <a:pt x="5371973" y="50927"/>
                    <a:pt x="5371338" y="47879"/>
                  </a:cubicBezTo>
                  <a:cubicBezTo>
                    <a:pt x="5370703" y="44831"/>
                    <a:pt x="5369814" y="41783"/>
                    <a:pt x="5368671" y="38989"/>
                  </a:cubicBezTo>
                  <a:cubicBezTo>
                    <a:pt x="5367528" y="36068"/>
                    <a:pt x="5366004" y="33401"/>
                    <a:pt x="5364226" y="30734"/>
                  </a:cubicBezTo>
                  <a:cubicBezTo>
                    <a:pt x="5362448" y="28194"/>
                    <a:pt x="5360543" y="25781"/>
                    <a:pt x="5358257" y="23495"/>
                  </a:cubicBezTo>
                  <a:cubicBezTo>
                    <a:pt x="5356098" y="21336"/>
                    <a:pt x="5353685" y="19304"/>
                    <a:pt x="5351018" y="17526"/>
                  </a:cubicBezTo>
                  <a:cubicBezTo>
                    <a:pt x="5348478" y="15748"/>
                    <a:pt x="5345684" y="14351"/>
                    <a:pt x="5342763" y="13081"/>
                  </a:cubicBezTo>
                  <a:cubicBezTo>
                    <a:pt x="5339842" y="11938"/>
                    <a:pt x="5336921" y="10922"/>
                    <a:pt x="5333873" y="10414"/>
                  </a:cubicBezTo>
                  <a:cubicBezTo>
                    <a:pt x="5330825" y="9779"/>
                    <a:pt x="5327650" y="9525"/>
                    <a:pt x="5324602" y="9525"/>
                  </a:cubicBezTo>
                  <a:lnTo>
                    <a:pt x="57277" y="9525"/>
                  </a:lnTo>
                  <a:cubicBezTo>
                    <a:pt x="54102" y="9525"/>
                    <a:pt x="51054" y="9779"/>
                    <a:pt x="48006" y="10414"/>
                  </a:cubicBezTo>
                  <a:cubicBezTo>
                    <a:pt x="44958" y="11049"/>
                    <a:pt x="41910" y="11938"/>
                    <a:pt x="39116" y="13081"/>
                  </a:cubicBezTo>
                  <a:lnTo>
                    <a:pt x="37338" y="8636"/>
                  </a:lnTo>
                  <a:lnTo>
                    <a:pt x="39116" y="13081"/>
                  </a:lnTo>
                  <a:cubicBezTo>
                    <a:pt x="36195" y="14224"/>
                    <a:pt x="33528" y="15748"/>
                    <a:pt x="30861" y="17526"/>
                  </a:cubicBezTo>
                  <a:cubicBezTo>
                    <a:pt x="28321" y="19304"/>
                    <a:pt x="25908" y="21209"/>
                    <a:pt x="23622" y="23495"/>
                  </a:cubicBezTo>
                  <a:cubicBezTo>
                    <a:pt x="21463" y="25654"/>
                    <a:pt x="19431" y="28067"/>
                    <a:pt x="17653" y="30734"/>
                  </a:cubicBezTo>
                  <a:cubicBezTo>
                    <a:pt x="15875" y="33401"/>
                    <a:pt x="14478" y="36068"/>
                    <a:pt x="13208" y="38989"/>
                  </a:cubicBezTo>
                  <a:cubicBezTo>
                    <a:pt x="11938" y="41910"/>
                    <a:pt x="11049" y="44831"/>
                    <a:pt x="10541" y="47879"/>
                  </a:cubicBezTo>
                  <a:lnTo>
                    <a:pt x="5842" y="46990"/>
                  </a:lnTo>
                  <a:lnTo>
                    <a:pt x="10541" y="47879"/>
                  </a:lnTo>
                  <a:cubicBezTo>
                    <a:pt x="9906" y="50927"/>
                    <a:pt x="9652" y="54102"/>
                    <a:pt x="9652" y="57150"/>
                  </a:cubicBezTo>
                  <a:lnTo>
                    <a:pt x="9652" y="238125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801225" y="6872288"/>
            <a:ext cx="1143000" cy="1143000"/>
            <a:chOff x="0" y="0"/>
            <a:chExt cx="1016000" cy="1016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16000" cy="1016000"/>
            </a:xfrm>
            <a:custGeom>
              <a:avLst/>
              <a:gdLst/>
              <a:ahLst/>
              <a:cxnLst/>
              <a:rect l="l" t="t" r="r" b="b"/>
              <a:pathLst>
                <a:path w="1016000" h="1016000">
                  <a:moveTo>
                    <a:pt x="50673" y="0"/>
                  </a:moveTo>
                  <a:cubicBezTo>
                    <a:pt x="36703" y="0"/>
                    <a:pt x="24765" y="4953"/>
                    <a:pt x="14859" y="14859"/>
                  </a:cubicBezTo>
                  <a:cubicBezTo>
                    <a:pt x="4953" y="24765"/>
                    <a:pt x="0" y="36703"/>
                    <a:pt x="0" y="50673"/>
                  </a:cubicBezTo>
                  <a:lnTo>
                    <a:pt x="0" y="965327"/>
                  </a:lnTo>
                  <a:cubicBezTo>
                    <a:pt x="0" y="979297"/>
                    <a:pt x="4953" y="991235"/>
                    <a:pt x="14859" y="1001141"/>
                  </a:cubicBezTo>
                  <a:cubicBezTo>
                    <a:pt x="24765" y="1011047"/>
                    <a:pt x="36830" y="1016000"/>
                    <a:pt x="50800" y="1016000"/>
                  </a:cubicBezTo>
                  <a:lnTo>
                    <a:pt x="965200" y="1016000"/>
                  </a:lnTo>
                  <a:cubicBezTo>
                    <a:pt x="979170" y="1016000"/>
                    <a:pt x="991235" y="1011047"/>
                    <a:pt x="1001141" y="1001141"/>
                  </a:cubicBezTo>
                  <a:cubicBezTo>
                    <a:pt x="1011047" y="991235"/>
                    <a:pt x="1016000" y="979170"/>
                    <a:pt x="1016000" y="965200"/>
                  </a:cubicBezTo>
                  <a:lnTo>
                    <a:pt x="1016000" y="50800"/>
                  </a:lnTo>
                  <a:cubicBezTo>
                    <a:pt x="1016000" y="36830"/>
                    <a:pt x="1011047" y="24765"/>
                    <a:pt x="1001141" y="14859"/>
                  </a:cubicBezTo>
                  <a:cubicBezTo>
                    <a:pt x="991235" y="4953"/>
                    <a:pt x="979297" y="0"/>
                    <a:pt x="965327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857250" y="734982"/>
            <a:ext cx="3937335" cy="74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Project Objec ves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728912" y="3063321"/>
            <a:ext cx="1868505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00BCD4"/>
                </a:solidFill>
                <a:latin typeface="Carlito Bold"/>
                <a:ea typeface="Carlito Bold"/>
                <a:cs typeface="Carlito Bold"/>
                <a:sym typeface="Carlito Bold"/>
              </a:rPr>
              <a:t>Skill Mastery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728912" y="7149546"/>
            <a:ext cx="2240637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00BCD4"/>
                </a:solidFill>
                <a:latin typeface="Carlito Bold"/>
                <a:ea typeface="Carlito Bold"/>
                <a:cs typeface="Carlito Bold"/>
                <a:sym typeface="Carlito Bold"/>
              </a:rPr>
              <a:t>Prac cal Bridge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29975" y="7149546"/>
            <a:ext cx="1874991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00BCD4"/>
                </a:solidFill>
                <a:latin typeface="Carlito Bold"/>
                <a:ea typeface="Carlito Bold"/>
                <a:cs typeface="Carlito Bold"/>
                <a:sym typeface="Carlito Bold"/>
              </a:rPr>
              <a:t>Code Quality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29975" y="3063321"/>
            <a:ext cx="1844602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00BCD4"/>
                </a:solidFill>
                <a:latin typeface="Carlito Bold"/>
                <a:ea typeface="Carlito Bold"/>
                <a:cs typeface="Carlito Bold"/>
                <a:sym typeface="Carlito Bold"/>
              </a:rPr>
              <a:t>System Logic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00162" y="4141689"/>
            <a:ext cx="6932752" cy="1399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Reinforce fundamental C programming skills through complex memory management, pointer manipulation, and data structure implementation.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00162" y="8227914"/>
            <a:ext cx="7128277" cy="1399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Bridge the gap between theoretical logic and practical utility by creating a tool designed for real- world efficiency and task organization.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01225" y="8227914"/>
            <a:ext cx="7003990" cy="1662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Develop reusable, modular source code following professional standards to ensure long-term maintainability and scalability.</a:t>
            </a:r>
          </a:p>
          <a:p>
            <a:pPr algn="l">
              <a:lnSpc>
                <a:spcPts val="1912"/>
              </a:lnSpc>
            </a:pPr>
            <a:r>
              <a:rPr lang="en-US" sz="1575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01225" y="4141689"/>
            <a:ext cx="7021206" cy="1399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Implement full CRUD (Create, Read, Update, Delete) lifecycle logic to manage task persistence and data integrity within the system.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698119" y="9603167"/>
            <a:ext cx="5847102" cy="283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©2026To-DoListManagementSystem | ProjectDocumentation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15588" y="7243762"/>
            <a:ext cx="4600575" cy="2600325"/>
          </a:xfrm>
          <a:custGeom>
            <a:avLst/>
            <a:gdLst/>
            <a:ahLst/>
            <a:cxnLst/>
            <a:rect l="l" t="t" r="r" b="b"/>
            <a:pathLst>
              <a:path w="4600575" h="2600325">
                <a:moveTo>
                  <a:pt x="0" y="0"/>
                </a:moveTo>
                <a:lnTo>
                  <a:pt x="4600574" y="0"/>
                </a:lnTo>
                <a:lnTo>
                  <a:pt x="4600574" y="2600326"/>
                </a:lnTo>
                <a:lnTo>
                  <a:pt x="0" y="26003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905745" y="2105020"/>
            <a:ext cx="9620245" cy="4876795"/>
          </a:xfrm>
          <a:custGeom>
            <a:avLst/>
            <a:gdLst/>
            <a:ahLst/>
            <a:cxnLst/>
            <a:rect l="l" t="t" r="r" b="b"/>
            <a:pathLst>
              <a:path w="9620245" h="4876795">
                <a:moveTo>
                  <a:pt x="0" y="0"/>
                </a:moveTo>
                <a:lnTo>
                  <a:pt x="9620245" y="0"/>
                </a:lnTo>
                <a:lnTo>
                  <a:pt x="9620245" y="4876795"/>
                </a:lnTo>
                <a:lnTo>
                  <a:pt x="0" y="48767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429875" y="7258050"/>
            <a:ext cx="4572000" cy="2571750"/>
            <a:chOff x="0" y="0"/>
            <a:chExt cx="40640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64000" cy="2286000"/>
            </a:xfrm>
            <a:custGeom>
              <a:avLst/>
              <a:gdLst/>
              <a:ahLst/>
              <a:cxnLst/>
              <a:rect l="l" t="t" r="r" b="b"/>
              <a:pathLst>
                <a:path w="4064000" h="2286000">
                  <a:moveTo>
                    <a:pt x="38100" y="0"/>
                  </a:moveTo>
                  <a:cubicBezTo>
                    <a:pt x="27559" y="0"/>
                    <a:pt x="18542" y="3683"/>
                    <a:pt x="11176" y="11176"/>
                  </a:cubicBezTo>
                  <a:cubicBezTo>
                    <a:pt x="3810" y="18669"/>
                    <a:pt x="0" y="27559"/>
                    <a:pt x="0" y="38100"/>
                  </a:cubicBezTo>
                  <a:lnTo>
                    <a:pt x="0" y="2247900"/>
                  </a:lnTo>
                  <a:cubicBezTo>
                    <a:pt x="0" y="2258441"/>
                    <a:pt x="3683" y="2267458"/>
                    <a:pt x="11176" y="2274824"/>
                  </a:cubicBezTo>
                  <a:cubicBezTo>
                    <a:pt x="18669" y="2282190"/>
                    <a:pt x="27559" y="2286000"/>
                    <a:pt x="38100" y="2286000"/>
                  </a:cubicBezTo>
                  <a:lnTo>
                    <a:pt x="4025900" y="2286000"/>
                  </a:lnTo>
                  <a:cubicBezTo>
                    <a:pt x="4036441" y="2286000"/>
                    <a:pt x="4045458" y="2282317"/>
                    <a:pt x="4052824" y="2274824"/>
                  </a:cubicBezTo>
                  <a:cubicBezTo>
                    <a:pt x="4060190" y="2267331"/>
                    <a:pt x="4064000" y="2258441"/>
                    <a:pt x="4064000" y="2247900"/>
                  </a:cubicBezTo>
                  <a:lnTo>
                    <a:pt x="4064000" y="38100"/>
                  </a:lnTo>
                  <a:cubicBezTo>
                    <a:pt x="4064000" y="27559"/>
                    <a:pt x="4060317" y="18542"/>
                    <a:pt x="4052824" y="11176"/>
                  </a:cubicBezTo>
                  <a:cubicBezTo>
                    <a:pt x="4045331" y="3810"/>
                    <a:pt x="4036441" y="0"/>
                    <a:pt x="4025900" y="0"/>
                  </a:cubicBezTo>
                  <a:close/>
                </a:path>
              </a:pathLst>
            </a:custGeom>
            <a:blipFill>
              <a:blip r:embed="rId4"/>
              <a:stretch>
                <a:fillRect t="-138" b="-138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857250" y="2314575"/>
            <a:ext cx="114300" cy="114300"/>
            <a:chOff x="0" y="0"/>
            <a:chExt cx="76200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857250" y="4371975"/>
            <a:ext cx="114300" cy="114300"/>
            <a:chOff x="0" y="0"/>
            <a:chExt cx="76200" cy="76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57250" y="6429375"/>
            <a:ext cx="114300" cy="114300"/>
            <a:chOff x="0" y="0"/>
            <a:chExt cx="76200" cy="76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57250" y="8101012"/>
            <a:ext cx="114300" cy="114300"/>
            <a:chOff x="0" y="0"/>
            <a:chExt cx="76200" cy="76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857250" y="734982"/>
            <a:ext cx="4206183" cy="74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 spc="72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SYSTEM FEATURES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01038" y="2411368"/>
            <a:ext cx="844977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Option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01038" y="3097168"/>
            <a:ext cx="1063747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Option 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01038" y="3754393"/>
            <a:ext cx="1063747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Option 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01038" y="4411618"/>
            <a:ext cx="1063747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Option 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01038" y="5068843"/>
            <a:ext cx="1063747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Option 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01038" y="5726068"/>
            <a:ext cx="1063747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Option 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01038" y="6383293"/>
            <a:ext cx="1063747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Option 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06049" y="2411368"/>
            <a:ext cx="2205247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Functional Action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4438" y="4722152"/>
            <a:ext cx="5599243" cy="114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Immediate task addition and viewing capabilities using dynamic data structures for optimized performance.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14438" y="2664752"/>
            <a:ext cx="5827485" cy="114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robust, menu-driven interface designed for high efficiency and seamless user interaction within the console environment.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14438" y="6779552"/>
            <a:ext cx="5928941" cy="755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Full CRUD (Create, Read, Update, Delete) support allowing users to modify or remove tasks on the fly.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14438" y="8451190"/>
            <a:ext cx="6052028" cy="755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Integrated completion markers to differentiate between pending and finalized activities at a glance.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06049" y="3083852"/>
            <a:ext cx="5112782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Add Task: Create new entries in the system.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06049" y="3741077"/>
            <a:ext cx="5471927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View Tasks: Display the current list of activities.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06049" y="4398302"/>
            <a:ext cx="5039644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Edit Task: Modify existing task descriptions.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06049" y="5055527"/>
            <a:ext cx="5900252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Delete Task: Remove completed or obsolete tasks.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06049" y="5712752"/>
            <a:ext cx="5788295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Mark as Complete: Update task status to finished.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06049" y="6369977"/>
            <a:ext cx="5088693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Exit: Securely close the application session.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14438" y="7910665"/>
            <a:ext cx="1996778" cy="456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Status Tracking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14438" y="2124227"/>
            <a:ext cx="2616084" cy="456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Intui ve Naviga 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14438" y="4181627"/>
            <a:ext cx="2761988" cy="456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Real- me Processing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14438" y="6239027"/>
            <a:ext cx="2860929" cy="456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Dynamic Task Control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701691" y="9460292"/>
            <a:ext cx="5843516" cy="283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 2026 To-Do List Management System | Technical Specification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1995" y="4648195"/>
            <a:ext cx="7905745" cy="2319333"/>
          </a:xfrm>
          <a:custGeom>
            <a:avLst/>
            <a:gdLst/>
            <a:ahLst/>
            <a:cxnLst/>
            <a:rect l="l" t="t" r="r" b="b"/>
            <a:pathLst>
              <a:path w="7905745" h="2319333">
                <a:moveTo>
                  <a:pt x="0" y="0"/>
                </a:moveTo>
                <a:lnTo>
                  <a:pt x="7905745" y="0"/>
                </a:lnTo>
                <a:lnTo>
                  <a:pt x="7905745" y="2319333"/>
                </a:lnTo>
                <a:lnTo>
                  <a:pt x="0" y="23193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28688" y="8172450"/>
            <a:ext cx="100012" cy="100012"/>
            <a:chOff x="0" y="0"/>
            <a:chExt cx="66675" cy="666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28688" y="9401175"/>
            <a:ext cx="100012" cy="100012"/>
            <a:chOff x="0" y="0"/>
            <a:chExt cx="66675" cy="666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9029700" y="2528316"/>
            <a:ext cx="8801100" cy="3973068"/>
            <a:chOff x="0" y="0"/>
            <a:chExt cx="7823200" cy="35316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823200" cy="3531616"/>
            </a:xfrm>
            <a:custGeom>
              <a:avLst/>
              <a:gdLst/>
              <a:ahLst/>
              <a:cxnLst/>
              <a:rect l="l" t="t" r="r" b="b"/>
              <a:pathLst>
                <a:path w="7823200" h="3531616">
                  <a:moveTo>
                    <a:pt x="7391400" y="241808"/>
                  </a:moveTo>
                  <a:cubicBezTo>
                    <a:pt x="7408926" y="241808"/>
                    <a:pt x="7423912" y="248031"/>
                    <a:pt x="7436358" y="260350"/>
                  </a:cubicBezTo>
                  <a:cubicBezTo>
                    <a:pt x="7448804" y="272669"/>
                    <a:pt x="7454900" y="287782"/>
                    <a:pt x="7454900" y="305308"/>
                  </a:cubicBezTo>
                  <a:lnTo>
                    <a:pt x="7454900" y="2972308"/>
                  </a:lnTo>
                  <a:cubicBezTo>
                    <a:pt x="7454900" y="2989834"/>
                    <a:pt x="7448677" y="3004820"/>
                    <a:pt x="7436358" y="3017266"/>
                  </a:cubicBezTo>
                  <a:cubicBezTo>
                    <a:pt x="7424039" y="3029712"/>
                    <a:pt x="7409053" y="3035808"/>
                    <a:pt x="7391400" y="3035808"/>
                  </a:cubicBezTo>
                  <a:lnTo>
                    <a:pt x="431800" y="3035808"/>
                  </a:lnTo>
                  <a:cubicBezTo>
                    <a:pt x="414274" y="3035808"/>
                    <a:pt x="399288" y="3029585"/>
                    <a:pt x="386842" y="3017266"/>
                  </a:cubicBezTo>
                  <a:cubicBezTo>
                    <a:pt x="374396" y="3004947"/>
                    <a:pt x="368300" y="2989834"/>
                    <a:pt x="368300" y="2972308"/>
                  </a:cubicBezTo>
                  <a:lnTo>
                    <a:pt x="368300" y="305308"/>
                  </a:lnTo>
                  <a:cubicBezTo>
                    <a:pt x="368300" y="287782"/>
                    <a:pt x="374523" y="272796"/>
                    <a:pt x="386842" y="260350"/>
                  </a:cubicBezTo>
                  <a:cubicBezTo>
                    <a:pt x="399161" y="247904"/>
                    <a:pt x="414147" y="241808"/>
                    <a:pt x="431800" y="241808"/>
                  </a:cubicBezTo>
                  <a:close/>
                  <a:moveTo>
                    <a:pt x="0" y="0"/>
                  </a:moveTo>
                  <a:lnTo>
                    <a:pt x="0" y="3531616"/>
                  </a:lnTo>
                  <a:lnTo>
                    <a:pt x="7823200" y="3531616"/>
                  </a:lnTo>
                  <a:lnTo>
                    <a:pt x="782320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8934445" y="2433061"/>
            <a:ext cx="8991595" cy="4163563"/>
          </a:xfrm>
          <a:custGeom>
            <a:avLst/>
            <a:gdLst/>
            <a:ahLst/>
            <a:cxnLst/>
            <a:rect l="l" t="t" r="r" b="b"/>
            <a:pathLst>
              <a:path w="8991595" h="4163563">
                <a:moveTo>
                  <a:pt x="0" y="0"/>
                </a:moveTo>
                <a:lnTo>
                  <a:pt x="8991595" y="0"/>
                </a:lnTo>
                <a:lnTo>
                  <a:pt x="8991595" y="4163563"/>
                </a:lnTo>
                <a:lnTo>
                  <a:pt x="0" y="41635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334495" y="6948483"/>
            <a:ext cx="7848595" cy="1104895"/>
          </a:xfrm>
          <a:custGeom>
            <a:avLst/>
            <a:gdLst/>
            <a:ahLst/>
            <a:cxnLst/>
            <a:rect l="l" t="t" r="r" b="b"/>
            <a:pathLst>
              <a:path w="7848595" h="1104895">
                <a:moveTo>
                  <a:pt x="0" y="0"/>
                </a:moveTo>
                <a:lnTo>
                  <a:pt x="7848595" y="0"/>
                </a:lnTo>
                <a:lnTo>
                  <a:pt x="7848595" y="1104895"/>
                </a:lnTo>
                <a:lnTo>
                  <a:pt x="0" y="11048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57250" y="734982"/>
            <a:ext cx="8050149" cy="74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Data Structure: The System Blueprint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7250" y="2134410"/>
            <a:ext cx="7841709" cy="223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150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Custom Task Struct</a:t>
            </a:r>
          </a:p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The core of the application is a user-defined </a:t>
            </a:r>
            <a:r>
              <a:rPr lang="en-US" sz="2475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struct</a:t>
            </a: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that encapsulates all properties of a single to-do item into a single memory block.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7250" y="7263622"/>
            <a:ext cx="5131713" cy="557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Static Allocation Rationale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4626" y="9603167"/>
            <a:ext cx="56679" cy="283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4438" y="9590084"/>
            <a:ext cx="1354455" cy="537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via</a:t>
            </a:r>
            <a:r>
              <a:rPr lang="en-US" sz="2475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ind</a:t>
            </a:r>
            <a:r>
              <a:rPr lang="en-US" sz="2475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4438" y="7970739"/>
            <a:ext cx="7376779" cy="1701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 b="1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Simplicity:</a:t>
            </a: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Avoids the complexity of pointers and manual memory management.</a:t>
            </a:r>
          </a:p>
          <a:p>
            <a:pPr algn="l" rtl="1">
              <a:lnSpc>
                <a:spcPts val="3712"/>
              </a:lnSpc>
            </a:pPr>
            <a:endParaRPr lang="en-US" sz="2475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712"/>
              </a:lnSpc>
            </a:pPr>
            <a:r>
              <a:rPr lang="en-US" sz="2475" b="1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Performance:</a:t>
            </a: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O(1) access time to any specific task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13152" y="9603167"/>
            <a:ext cx="56679" cy="283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29750" y="6372525"/>
            <a:ext cx="2708453" cy="427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Global Task Array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29750" y="2186288"/>
            <a:ext cx="4465544" cy="427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Memory Layout: `struct Task`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00150" y="5054556"/>
            <a:ext cx="2186545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Storage Strategy: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04227" y="5381415"/>
            <a:ext cx="64780" cy="32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00150" y="5381415"/>
            <a:ext cx="3113889" cy="32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Task</a:t>
            </a:r>
            <a:r>
              <a:rPr lang="en-US" sz="18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1800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taskList[MAX_TASKS];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20654" y="7195928"/>
            <a:ext cx="514164" cy="61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Task</a:t>
            </a:r>
          </a:p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[0]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28330" y="3281153"/>
            <a:ext cx="556855" cy="32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int id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128052" y="4995653"/>
            <a:ext cx="1373415" cy="32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enum status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000807" y="4138403"/>
            <a:ext cx="1633118" cy="32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char desc[100]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63704" y="7195928"/>
            <a:ext cx="514164" cy="61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Task</a:t>
            </a:r>
          </a:p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[1]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006754" y="7195928"/>
            <a:ext cx="514164" cy="61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Task</a:t>
            </a:r>
          </a:p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[2]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706524" y="7310228"/>
            <a:ext cx="194353" cy="32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...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092854" y="7195928"/>
            <a:ext cx="514164" cy="61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Task</a:t>
            </a:r>
          </a:p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[N]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00150" y="5808002"/>
            <a:ext cx="7158552" cy="755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Utilizes fixed-size array allocation for predictable performance and memory safety.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101512" y="3269590"/>
            <a:ext cx="3003604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Unique Identifier (4 bytes)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101512" y="4984090"/>
            <a:ext cx="3028450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0: Pending | 1: Completed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101512" y="4126840"/>
            <a:ext cx="3251192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Text Description (100 bytes)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7250" y="9603167"/>
            <a:ext cx="5449810" cy="283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©2026To-DoSystemArchitecture|CProgrammingModule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061300" y="8169921"/>
            <a:ext cx="6872659" cy="32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Contiguous memory allocation for maximum CPU cache efficiency.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1995" y="2105020"/>
            <a:ext cx="10134595" cy="1976433"/>
            <a:chOff x="0" y="0"/>
            <a:chExt cx="6756400" cy="1317625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6629527" cy="1190752"/>
            </a:xfrm>
            <a:custGeom>
              <a:avLst/>
              <a:gdLst/>
              <a:ahLst/>
              <a:cxnLst/>
              <a:rect l="l" t="t" r="r" b="b"/>
              <a:pathLst>
                <a:path w="6629527" h="1190752">
                  <a:moveTo>
                    <a:pt x="0" y="1133475"/>
                  </a:moveTo>
                  <a:lnTo>
                    <a:pt x="0" y="57150"/>
                  </a:ln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620" y="28575"/>
                    <a:pt x="9779" y="25400"/>
                  </a:cubicBezTo>
                  <a:cubicBezTo>
                    <a:pt x="11938" y="22225"/>
                    <a:pt x="14224" y="19431"/>
                    <a:pt x="16891" y="16764"/>
                  </a:cubicBezTo>
                  <a:cubicBezTo>
                    <a:pt x="19558" y="14097"/>
                    <a:pt x="22479" y="11684"/>
                    <a:pt x="25527" y="9652"/>
                  </a:cubicBezTo>
                  <a:cubicBezTo>
                    <a:pt x="28575" y="7620"/>
                    <a:pt x="32004" y="5842"/>
                    <a:pt x="35433" y="4318"/>
                  </a:cubicBezTo>
                  <a:cubicBezTo>
                    <a:pt x="38862" y="2794"/>
                    <a:pt x="42418" y="1778"/>
                    <a:pt x="46101" y="1016"/>
                  </a:cubicBezTo>
                  <a:cubicBezTo>
                    <a:pt x="49784" y="254"/>
                    <a:pt x="53340" y="0"/>
                    <a:pt x="57150" y="0"/>
                  </a:cubicBezTo>
                  <a:lnTo>
                    <a:pt x="6572250" y="0"/>
                  </a:lnTo>
                  <a:cubicBezTo>
                    <a:pt x="6576060" y="0"/>
                    <a:pt x="6579743" y="381"/>
                    <a:pt x="6583426" y="1143"/>
                  </a:cubicBezTo>
                  <a:cubicBezTo>
                    <a:pt x="6587109" y="1905"/>
                    <a:pt x="6590665" y="2921"/>
                    <a:pt x="6594094" y="4445"/>
                  </a:cubicBezTo>
                  <a:cubicBezTo>
                    <a:pt x="6597523" y="5969"/>
                    <a:pt x="6600825" y="7620"/>
                    <a:pt x="6604000" y="9779"/>
                  </a:cubicBezTo>
                  <a:cubicBezTo>
                    <a:pt x="6607175" y="11938"/>
                    <a:pt x="6609969" y="14224"/>
                    <a:pt x="6612636" y="16891"/>
                  </a:cubicBezTo>
                  <a:cubicBezTo>
                    <a:pt x="6615303" y="19558"/>
                    <a:pt x="6617716" y="22479"/>
                    <a:pt x="6619748" y="25527"/>
                  </a:cubicBezTo>
                  <a:cubicBezTo>
                    <a:pt x="6621780" y="28575"/>
                    <a:pt x="6623558" y="32004"/>
                    <a:pt x="6625082" y="35433"/>
                  </a:cubicBezTo>
                  <a:cubicBezTo>
                    <a:pt x="6626606" y="38862"/>
                    <a:pt x="6627622" y="42418"/>
                    <a:pt x="6628384" y="46101"/>
                  </a:cubicBezTo>
                  <a:cubicBezTo>
                    <a:pt x="6629146" y="49784"/>
                    <a:pt x="6629527" y="53467"/>
                    <a:pt x="6629527" y="57277"/>
                  </a:cubicBezTo>
                  <a:lnTo>
                    <a:pt x="6629527" y="1133475"/>
                  </a:lnTo>
                  <a:cubicBezTo>
                    <a:pt x="6629527" y="1137285"/>
                    <a:pt x="6629146" y="1140968"/>
                    <a:pt x="6628384" y="1144651"/>
                  </a:cubicBezTo>
                  <a:cubicBezTo>
                    <a:pt x="6627622" y="1148334"/>
                    <a:pt x="6626606" y="1151890"/>
                    <a:pt x="6625082" y="1155319"/>
                  </a:cubicBezTo>
                  <a:cubicBezTo>
                    <a:pt x="6623558" y="1158748"/>
                    <a:pt x="6621907" y="1162050"/>
                    <a:pt x="6619748" y="1165225"/>
                  </a:cubicBezTo>
                  <a:cubicBezTo>
                    <a:pt x="6617589" y="1168400"/>
                    <a:pt x="6615303" y="1171194"/>
                    <a:pt x="6612636" y="1173861"/>
                  </a:cubicBezTo>
                  <a:cubicBezTo>
                    <a:pt x="6609969" y="1176528"/>
                    <a:pt x="6607048" y="1178941"/>
                    <a:pt x="6604000" y="1180973"/>
                  </a:cubicBezTo>
                  <a:cubicBezTo>
                    <a:pt x="6600952" y="1183005"/>
                    <a:pt x="6597523" y="1184783"/>
                    <a:pt x="6594094" y="1186307"/>
                  </a:cubicBezTo>
                  <a:cubicBezTo>
                    <a:pt x="6590665" y="1187831"/>
                    <a:pt x="6587109" y="1188847"/>
                    <a:pt x="6583426" y="1189609"/>
                  </a:cubicBezTo>
                  <a:cubicBezTo>
                    <a:pt x="6579743" y="1190371"/>
                    <a:pt x="6576060" y="1190752"/>
                    <a:pt x="6572250" y="1190752"/>
                  </a:cubicBezTo>
                  <a:lnTo>
                    <a:pt x="57150" y="1190752"/>
                  </a:lnTo>
                  <a:cubicBezTo>
                    <a:pt x="53340" y="1190752"/>
                    <a:pt x="49657" y="1190371"/>
                    <a:pt x="45974" y="1189609"/>
                  </a:cubicBezTo>
                  <a:cubicBezTo>
                    <a:pt x="42291" y="1188847"/>
                    <a:pt x="38735" y="1187831"/>
                    <a:pt x="35306" y="1186307"/>
                  </a:cubicBezTo>
                  <a:cubicBezTo>
                    <a:pt x="31877" y="1184783"/>
                    <a:pt x="28575" y="1183132"/>
                    <a:pt x="25400" y="1180973"/>
                  </a:cubicBezTo>
                  <a:cubicBezTo>
                    <a:pt x="22225" y="1178814"/>
                    <a:pt x="19431" y="1176528"/>
                    <a:pt x="16764" y="1173861"/>
                  </a:cubicBezTo>
                  <a:cubicBezTo>
                    <a:pt x="14097" y="1171194"/>
                    <a:pt x="11684" y="1168273"/>
                    <a:pt x="9652" y="1165225"/>
                  </a:cubicBezTo>
                  <a:cubicBezTo>
                    <a:pt x="7620" y="1162177"/>
                    <a:pt x="5842" y="1158748"/>
                    <a:pt x="4318" y="1155319"/>
                  </a:cubicBezTo>
                  <a:cubicBezTo>
                    <a:pt x="2794" y="1151890"/>
                    <a:pt x="1778" y="1148334"/>
                    <a:pt x="1016" y="1144651"/>
                  </a:cubicBezTo>
                  <a:cubicBezTo>
                    <a:pt x="254" y="1140968"/>
                    <a:pt x="0" y="1137285"/>
                    <a:pt x="0" y="1133475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254000" y="47307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42900"/>
                  </a:move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lnTo>
                    <a:pt x="342900" y="0"/>
                  </a:lnTo>
                  <a:cubicBezTo>
                    <a:pt x="347980" y="0"/>
                    <a:pt x="352806" y="1016"/>
                    <a:pt x="357505" y="2921"/>
                  </a:cubicBezTo>
                  <a:cubicBezTo>
                    <a:pt x="362204" y="4826"/>
                    <a:pt x="366268" y="7620"/>
                    <a:pt x="369824" y="11176"/>
                  </a:cubicBezTo>
                  <a:cubicBezTo>
                    <a:pt x="373380" y="14732"/>
                    <a:pt x="376174" y="18923"/>
                    <a:pt x="378079" y="23495"/>
                  </a:cubicBezTo>
                  <a:cubicBezTo>
                    <a:pt x="379984" y="28067"/>
                    <a:pt x="381000" y="33020"/>
                    <a:pt x="381000" y="38100"/>
                  </a:cubicBezTo>
                  <a:lnTo>
                    <a:pt x="381000" y="342900"/>
                  </a:lnTo>
                  <a:cubicBezTo>
                    <a:pt x="381000" y="347980"/>
                    <a:pt x="379984" y="352806"/>
                    <a:pt x="378079" y="357505"/>
                  </a:cubicBezTo>
                  <a:cubicBezTo>
                    <a:pt x="376174" y="362204"/>
                    <a:pt x="373380" y="366268"/>
                    <a:pt x="369824" y="369824"/>
                  </a:cubicBezTo>
                  <a:cubicBezTo>
                    <a:pt x="366268" y="373380"/>
                    <a:pt x="362077" y="376174"/>
                    <a:pt x="357505" y="378079"/>
                  </a:cubicBezTo>
                  <a:cubicBezTo>
                    <a:pt x="352933" y="379984"/>
                    <a:pt x="347980" y="381000"/>
                    <a:pt x="342900" y="381000"/>
                  </a:cubicBezTo>
                  <a:lnTo>
                    <a:pt x="38100" y="381000"/>
                  </a:lnTo>
                  <a:cubicBezTo>
                    <a:pt x="33020" y="381000"/>
                    <a:pt x="28194" y="379984"/>
                    <a:pt x="23495" y="378079"/>
                  </a:cubicBezTo>
                  <a:cubicBezTo>
                    <a:pt x="18796" y="376174"/>
                    <a:pt x="14732" y="373380"/>
                    <a:pt x="11176" y="369824"/>
                  </a:cubicBezTo>
                  <a:cubicBezTo>
                    <a:pt x="7620" y="366268"/>
                    <a:pt x="4826" y="362077"/>
                    <a:pt x="2921" y="357505"/>
                  </a:cubicBezTo>
                  <a:cubicBezTo>
                    <a:pt x="1016" y="352933"/>
                    <a:pt x="0" y="347980"/>
                    <a:pt x="0" y="34290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330200" y="54927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09550"/>
                  </a:moveTo>
                  <a:lnTo>
                    <a:pt x="0" y="19050"/>
                  </a:lnTo>
                  <a:lnTo>
                    <a:pt x="9525" y="19050"/>
                  </a:lnTo>
                  <a:lnTo>
                    <a:pt x="0" y="19050"/>
                  </a:lnTo>
                  <a:cubicBezTo>
                    <a:pt x="0" y="18034"/>
                    <a:pt x="127" y="16891"/>
                    <a:pt x="254" y="15875"/>
                  </a:cubicBezTo>
                  <a:cubicBezTo>
                    <a:pt x="762" y="13081"/>
                    <a:pt x="1778" y="10414"/>
                    <a:pt x="3429" y="8128"/>
                  </a:cubicBezTo>
                  <a:cubicBezTo>
                    <a:pt x="4064" y="7239"/>
                    <a:pt x="4826" y="6477"/>
                    <a:pt x="5588" y="5715"/>
                  </a:cubicBezTo>
                  <a:lnTo>
                    <a:pt x="12319" y="12446"/>
                  </a:lnTo>
                  <a:lnTo>
                    <a:pt x="5588" y="5715"/>
                  </a:lnTo>
                  <a:cubicBezTo>
                    <a:pt x="6350" y="4953"/>
                    <a:pt x="7112" y="4318"/>
                    <a:pt x="8001" y="3683"/>
                  </a:cubicBezTo>
                  <a:cubicBezTo>
                    <a:pt x="10287" y="2032"/>
                    <a:pt x="12954" y="889"/>
                    <a:pt x="15748" y="508"/>
                  </a:cubicBezTo>
                  <a:cubicBezTo>
                    <a:pt x="16891" y="381"/>
                    <a:pt x="17907" y="254"/>
                    <a:pt x="18923" y="254"/>
                  </a:cubicBezTo>
                  <a:lnTo>
                    <a:pt x="18923" y="9525"/>
                  </a:lnTo>
                  <a:lnTo>
                    <a:pt x="18923" y="0"/>
                  </a:lnTo>
                  <a:lnTo>
                    <a:pt x="209423" y="0"/>
                  </a:lnTo>
                  <a:lnTo>
                    <a:pt x="209423" y="9525"/>
                  </a:lnTo>
                  <a:lnTo>
                    <a:pt x="209423" y="0"/>
                  </a:lnTo>
                  <a:cubicBezTo>
                    <a:pt x="210439" y="0"/>
                    <a:pt x="211582" y="127"/>
                    <a:pt x="212598" y="254"/>
                  </a:cubicBezTo>
                  <a:cubicBezTo>
                    <a:pt x="215392" y="762"/>
                    <a:pt x="218059" y="1778"/>
                    <a:pt x="220345" y="3429"/>
                  </a:cubicBezTo>
                  <a:cubicBezTo>
                    <a:pt x="221234" y="4064"/>
                    <a:pt x="221996" y="4826"/>
                    <a:pt x="222758" y="5461"/>
                  </a:cubicBezTo>
                  <a:cubicBezTo>
                    <a:pt x="223520" y="6223"/>
                    <a:pt x="224282" y="6985"/>
                    <a:pt x="224917" y="7874"/>
                  </a:cubicBezTo>
                  <a:cubicBezTo>
                    <a:pt x="226568" y="10160"/>
                    <a:pt x="227711" y="12827"/>
                    <a:pt x="228092" y="15621"/>
                  </a:cubicBezTo>
                  <a:cubicBezTo>
                    <a:pt x="228219" y="16764"/>
                    <a:pt x="228346" y="17780"/>
                    <a:pt x="228346" y="18796"/>
                  </a:cubicBezTo>
                  <a:lnTo>
                    <a:pt x="218821" y="18796"/>
                  </a:lnTo>
                  <a:lnTo>
                    <a:pt x="228600" y="18796"/>
                  </a:lnTo>
                  <a:lnTo>
                    <a:pt x="228600" y="209296"/>
                  </a:lnTo>
                  <a:lnTo>
                    <a:pt x="219075" y="209296"/>
                  </a:lnTo>
                  <a:lnTo>
                    <a:pt x="228600" y="209296"/>
                  </a:lnTo>
                  <a:cubicBezTo>
                    <a:pt x="228600" y="210312"/>
                    <a:pt x="228473" y="211455"/>
                    <a:pt x="228346" y="212471"/>
                  </a:cubicBezTo>
                  <a:cubicBezTo>
                    <a:pt x="227838" y="215265"/>
                    <a:pt x="226822" y="217932"/>
                    <a:pt x="225171" y="220218"/>
                  </a:cubicBezTo>
                  <a:cubicBezTo>
                    <a:pt x="224536" y="221107"/>
                    <a:pt x="223774" y="221869"/>
                    <a:pt x="223012" y="222631"/>
                  </a:cubicBezTo>
                  <a:cubicBezTo>
                    <a:pt x="222250" y="223393"/>
                    <a:pt x="221488" y="224155"/>
                    <a:pt x="220599" y="224790"/>
                  </a:cubicBezTo>
                  <a:cubicBezTo>
                    <a:pt x="218313" y="226441"/>
                    <a:pt x="215646" y="227584"/>
                    <a:pt x="212852" y="227965"/>
                  </a:cubicBezTo>
                  <a:cubicBezTo>
                    <a:pt x="211836" y="228092"/>
                    <a:pt x="210693" y="228219"/>
                    <a:pt x="209677" y="228219"/>
                  </a:cubicBezTo>
                  <a:lnTo>
                    <a:pt x="209677" y="219075"/>
                  </a:lnTo>
                  <a:lnTo>
                    <a:pt x="209677" y="228600"/>
                  </a:lnTo>
                  <a:lnTo>
                    <a:pt x="19177" y="228600"/>
                  </a:lnTo>
                  <a:lnTo>
                    <a:pt x="19177" y="219075"/>
                  </a:lnTo>
                  <a:lnTo>
                    <a:pt x="19177" y="228600"/>
                  </a:lnTo>
                  <a:cubicBezTo>
                    <a:pt x="18161" y="228600"/>
                    <a:pt x="17018" y="228473"/>
                    <a:pt x="16002" y="228346"/>
                  </a:cubicBezTo>
                  <a:cubicBezTo>
                    <a:pt x="13208" y="227838"/>
                    <a:pt x="10541" y="226822"/>
                    <a:pt x="8255" y="225171"/>
                  </a:cubicBezTo>
                  <a:cubicBezTo>
                    <a:pt x="7366" y="224536"/>
                    <a:pt x="6604" y="223774"/>
                    <a:pt x="5842" y="223012"/>
                  </a:cubicBezTo>
                  <a:cubicBezTo>
                    <a:pt x="5080" y="222250"/>
                    <a:pt x="4318" y="221488"/>
                    <a:pt x="3683" y="220599"/>
                  </a:cubicBezTo>
                  <a:cubicBezTo>
                    <a:pt x="2032" y="218313"/>
                    <a:pt x="889" y="215646"/>
                    <a:pt x="508" y="212852"/>
                  </a:cubicBezTo>
                  <a:cubicBezTo>
                    <a:pt x="381" y="211836"/>
                    <a:pt x="254" y="210693"/>
                    <a:pt x="254" y="209677"/>
                  </a:cubicBezTo>
                  <a:lnTo>
                    <a:pt x="9779" y="209677"/>
                  </a:lnTo>
                  <a:lnTo>
                    <a:pt x="0" y="209677"/>
                  </a:lnTo>
                  <a:moveTo>
                    <a:pt x="19050" y="209677"/>
                  </a:moveTo>
                  <a:cubicBezTo>
                    <a:pt x="19050" y="209931"/>
                    <a:pt x="19050" y="209677"/>
                    <a:pt x="19050" y="209804"/>
                  </a:cubicBezTo>
                  <a:cubicBezTo>
                    <a:pt x="19050" y="209804"/>
                    <a:pt x="19050" y="209677"/>
                    <a:pt x="18923" y="209550"/>
                  </a:cubicBezTo>
                  <a:cubicBezTo>
                    <a:pt x="19050" y="209677"/>
                    <a:pt x="18923" y="209550"/>
                    <a:pt x="19050" y="209677"/>
                  </a:cubicBezTo>
                  <a:lnTo>
                    <a:pt x="12319" y="216408"/>
                  </a:lnTo>
                  <a:lnTo>
                    <a:pt x="19050" y="209677"/>
                  </a:lnTo>
                  <a:cubicBezTo>
                    <a:pt x="19177" y="209804"/>
                    <a:pt x="19050" y="209677"/>
                    <a:pt x="19177" y="209804"/>
                  </a:cubicBezTo>
                  <a:cubicBezTo>
                    <a:pt x="19177" y="209804"/>
                    <a:pt x="19050" y="209677"/>
                    <a:pt x="18923" y="209677"/>
                  </a:cubicBezTo>
                  <a:cubicBezTo>
                    <a:pt x="19050" y="209677"/>
                    <a:pt x="18796" y="209677"/>
                    <a:pt x="19050" y="209677"/>
                  </a:cubicBezTo>
                  <a:lnTo>
                    <a:pt x="209550" y="209677"/>
                  </a:lnTo>
                  <a:cubicBezTo>
                    <a:pt x="209804" y="209677"/>
                    <a:pt x="209550" y="209677"/>
                    <a:pt x="209677" y="209677"/>
                  </a:cubicBezTo>
                  <a:cubicBezTo>
                    <a:pt x="209677" y="209677"/>
                    <a:pt x="209550" y="209677"/>
                    <a:pt x="209423" y="209804"/>
                  </a:cubicBezTo>
                  <a:cubicBezTo>
                    <a:pt x="209550" y="209677"/>
                    <a:pt x="209423" y="209804"/>
                    <a:pt x="209550" y="209677"/>
                  </a:cubicBezTo>
                  <a:lnTo>
                    <a:pt x="216281" y="216408"/>
                  </a:lnTo>
                  <a:lnTo>
                    <a:pt x="209550" y="209677"/>
                  </a:lnTo>
                  <a:cubicBezTo>
                    <a:pt x="209677" y="209550"/>
                    <a:pt x="209550" y="209677"/>
                    <a:pt x="209677" y="209550"/>
                  </a:cubicBezTo>
                  <a:cubicBezTo>
                    <a:pt x="209677" y="209550"/>
                    <a:pt x="209550" y="209677"/>
                    <a:pt x="209550" y="209804"/>
                  </a:cubicBezTo>
                  <a:cubicBezTo>
                    <a:pt x="209550" y="209677"/>
                    <a:pt x="209550" y="209931"/>
                    <a:pt x="209550" y="209677"/>
                  </a:cubicBezTo>
                  <a:lnTo>
                    <a:pt x="209550" y="19177"/>
                  </a:lnTo>
                  <a:cubicBezTo>
                    <a:pt x="209550" y="18923"/>
                    <a:pt x="209550" y="19177"/>
                    <a:pt x="209550" y="19050"/>
                  </a:cubicBezTo>
                  <a:cubicBezTo>
                    <a:pt x="209550" y="19050"/>
                    <a:pt x="209550" y="19177"/>
                    <a:pt x="209677" y="19304"/>
                  </a:cubicBezTo>
                  <a:cubicBezTo>
                    <a:pt x="209550" y="19177"/>
                    <a:pt x="209677" y="19304"/>
                    <a:pt x="209550" y="19177"/>
                  </a:cubicBezTo>
                  <a:lnTo>
                    <a:pt x="216281" y="12446"/>
                  </a:lnTo>
                  <a:lnTo>
                    <a:pt x="209550" y="19177"/>
                  </a:lnTo>
                  <a:cubicBezTo>
                    <a:pt x="209423" y="19050"/>
                    <a:pt x="209550" y="19177"/>
                    <a:pt x="209423" y="19050"/>
                  </a:cubicBezTo>
                  <a:cubicBezTo>
                    <a:pt x="209423" y="19050"/>
                    <a:pt x="209550" y="19177"/>
                    <a:pt x="209677" y="19177"/>
                  </a:cubicBezTo>
                  <a:cubicBezTo>
                    <a:pt x="209550" y="19177"/>
                    <a:pt x="209804" y="19177"/>
                    <a:pt x="209550" y="19177"/>
                  </a:cubicBezTo>
                  <a:lnTo>
                    <a:pt x="19050" y="19177"/>
                  </a:lnTo>
                  <a:cubicBezTo>
                    <a:pt x="18796" y="19177"/>
                    <a:pt x="19050" y="19177"/>
                    <a:pt x="18923" y="19177"/>
                  </a:cubicBezTo>
                  <a:cubicBezTo>
                    <a:pt x="18923" y="19177"/>
                    <a:pt x="19050" y="19177"/>
                    <a:pt x="19177" y="19050"/>
                  </a:cubicBezTo>
                  <a:cubicBezTo>
                    <a:pt x="19050" y="19177"/>
                    <a:pt x="19177" y="19050"/>
                    <a:pt x="19050" y="19177"/>
                  </a:cubicBezTo>
                  <a:cubicBezTo>
                    <a:pt x="18923" y="19304"/>
                    <a:pt x="19050" y="19177"/>
                    <a:pt x="18923" y="19304"/>
                  </a:cubicBezTo>
                  <a:cubicBezTo>
                    <a:pt x="18923" y="19304"/>
                    <a:pt x="19050" y="19177"/>
                    <a:pt x="19050" y="19050"/>
                  </a:cubicBezTo>
                  <a:cubicBezTo>
                    <a:pt x="19050" y="19177"/>
                    <a:pt x="19050" y="18923"/>
                    <a:pt x="19050" y="19177"/>
                  </a:cubicBezTo>
                  <a:lnTo>
                    <a:pt x="19050" y="20967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61995" y="4248145"/>
            <a:ext cx="10134595" cy="1976433"/>
            <a:chOff x="0" y="0"/>
            <a:chExt cx="6756400" cy="1317625"/>
          </a:xfrm>
        </p:grpSpPr>
        <p:sp>
          <p:nvSpPr>
            <p:cNvPr id="7" name="Freeform 7"/>
            <p:cNvSpPr/>
            <p:nvPr/>
          </p:nvSpPr>
          <p:spPr>
            <a:xfrm>
              <a:off x="63500" y="63500"/>
              <a:ext cx="6629527" cy="1190752"/>
            </a:xfrm>
            <a:custGeom>
              <a:avLst/>
              <a:gdLst/>
              <a:ahLst/>
              <a:cxnLst/>
              <a:rect l="l" t="t" r="r" b="b"/>
              <a:pathLst>
                <a:path w="6629527" h="1190752">
                  <a:moveTo>
                    <a:pt x="0" y="1133475"/>
                  </a:moveTo>
                  <a:lnTo>
                    <a:pt x="0" y="57150"/>
                  </a:ln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620" y="28575"/>
                    <a:pt x="9779" y="25400"/>
                  </a:cubicBezTo>
                  <a:cubicBezTo>
                    <a:pt x="11938" y="22225"/>
                    <a:pt x="14224" y="19431"/>
                    <a:pt x="16891" y="16764"/>
                  </a:cubicBezTo>
                  <a:cubicBezTo>
                    <a:pt x="19558" y="14097"/>
                    <a:pt x="22479" y="11684"/>
                    <a:pt x="25527" y="9652"/>
                  </a:cubicBezTo>
                  <a:cubicBezTo>
                    <a:pt x="28575" y="7620"/>
                    <a:pt x="32004" y="5842"/>
                    <a:pt x="35433" y="4318"/>
                  </a:cubicBezTo>
                  <a:cubicBezTo>
                    <a:pt x="38862" y="2794"/>
                    <a:pt x="42418" y="1778"/>
                    <a:pt x="46101" y="1016"/>
                  </a:cubicBezTo>
                  <a:cubicBezTo>
                    <a:pt x="49784" y="254"/>
                    <a:pt x="53340" y="0"/>
                    <a:pt x="57150" y="0"/>
                  </a:cubicBezTo>
                  <a:lnTo>
                    <a:pt x="6572250" y="0"/>
                  </a:lnTo>
                  <a:cubicBezTo>
                    <a:pt x="6576060" y="0"/>
                    <a:pt x="6579743" y="381"/>
                    <a:pt x="6583426" y="1143"/>
                  </a:cubicBezTo>
                  <a:cubicBezTo>
                    <a:pt x="6587109" y="1905"/>
                    <a:pt x="6590665" y="2921"/>
                    <a:pt x="6594094" y="4445"/>
                  </a:cubicBezTo>
                  <a:cubicBezTo>
                    <a:pt x="6597523" y="5969"/>
                    <a:pt x="6600825" y="7620"/>
                    <a:pt x="6604000" y="9779"/>
                  </a:cubicBezTo>
                  <a:cubicBezTo>
                    <a:pt x="6607175" y="11938"/>
                    <a:pt x="6609969" y="14224"/>
                    <a:pt x="6612636" y="16891"/>
                  </a:cubicBezTo>
                  <a:cubicBezTo>
                    <a:pt x="6615303" y="19558"/>
                    <a:pt x="6617716" y="22479"/>
                    <a:pt x="6619748" y="25527"/>
                  </a:cubicBezTo>
                  <a:cubicBezTo>
                    <a:pt x="6621780" y="28575"/>
                    <a:pt x="6623558" y="32004"/>
                    <a:pt x="6625082" y="35433"/>
                  </a:cubicBezTo>
                  <a:cubicBezTo>
                    <a:pt x="6626606" y="38862"/>
                    <a:pt x="6627622" y="42418"/>
                    <a:pt x="6628384" y="46101"/>
                  </a:cubicBezTo>
                  <a:cubicBezTo>
                    <a:pt x="6629146" y="49784"/>
                    <a:pt x="6629527" y="53467"/>
                    <a:pt x="6629527" y="57277"/>
                  </a:cubicBezTo>
                  <a:lnTo>
                    <a:pt x="6629527" y="1133475"/>
                  </a:lnTo>
                  <a:cubicBezTo>
                    <a:pt x="6629527" y="1137285"/>
                    <a:pt x="6629146" y="1140968"/>
                    <a:pt x="6628384" y="1144651"/>
                  </a:cubicBezTo>
                  <a:cubicBezTo>
                    <a:pt x="6627622" y="1148334"/>
                    <a:pt x="6626606" y="1151890"/>
                    <a:pt x="6625082" y="1155319"/>
                  </a:cubicBezTo>
                  <a:cubicBezTo>
                    <a:pt x="6623558" y="1158748"/>
                    <a:pt x="6621907" y="1162050"/>
                    <a:pt x="6619748" y="1165225"/>
                  </a:cubicBezTo>
                  <a:cubicBezTo>
                    <a:pt x="6617589" y="1168400"/>
                    <a:pt x="6615303" y="1171194"/>
                    <a:pt x="6612636" y="1173861"/>
                  </a:cubicBezTo>
                  <a:cubicBezTo>
                    <a:pt x="6609969" y="1176528"/>
                    <a:pt x="6607048" y="1178941"/>
                    <a:pt x="6604000" y="1180973"/>
                  </a:cubicBezTo>
                  <a:cubicBezTo>
                    <a:pt x="6600952" y="1183005"/>
                    <a:pt x="6597523" y="1184783"/>
                    <a:pt x="6594094" y="1186307"/>
                  </a:cubicBezTo>
                  <a:cubicBezTo>
                    <a:pt x="6590665" y="1187831"/>
                    <a:pt x="6587109" y="1188847"/>
                    <a:pt x="6583426" y="1189609"/>
                  </a:cubicBezTo>
                  <a:cubicBezTo>
                    <a:pt x="6579743" y="1190371"/>
                    <a:pt x="6576060" y="1190752"/>
                    <a:pt x="6572250" y="1190752"/>
                  </a:cubicBezTo>
                  <a:lnTo>
                    <a:pt x="57150" y="1190752"/>
                  </a:lnTo>
                  <a:cubicBezTo>
                    <a:pt x="53340" y="1190752"/>
                    <a:pt x="49657" y="1190371"/>
                    <a:pt x="45974" y="1189609"/>
                  </a:cubicBezTo>
                  <a:cubicBezTo>
                    <a:pt x="42291" y="1188847"/>
                    <a:pt x="38735" y="1187831"/>
                    <a:pt x="35306" y="1186307"/>
                  </a:cubicBezTo>
                  <a:cubicBezTo>
                    <a:pt x="31877" y="1184783"/>
                    <a:pt x="28575" y="1183132"/>
                    <a:pt x="25400" y="1180973"/>
                  </a:cubicBezTo>
                  <a:cubicBezTo>
                    <a:pt x="22225" y="1178814"/>
                    <a:pt x="19431" y="1176528"/>
                    <a:pt x="16764" y="1173861"/>
                  </a:cubicBezTo>
                  <a:cubicBezTo>
                    <a:pt x="14097" y="1171194"/>
                    <a:pt x="11684" y="1168273"/>
                    <a:pt x="9652" y="1165225"/>
                  </a:cubicBezTo>
                  <a:cubicBezTo>
                    <a:pt x="7620" y="1162177"/>
                    <a:pt x="5842" y="1158875"/>
                    <a:pt x="4318" y="1155319"/>
                  </a:cubicBezTo>
                  <a:cubicBezTo>
                    <a:pt x="2794" y="1151763"/>
                    <a:pt x="1778" y="1148334"/>
                    <a:pt x="1016" y="1144651"/>
                  </a:cubicBezTo>
                  <a:cubicBezTo>
                    <a:pt x="254" y="1140968"/>
                    <a:pt x="0" y="1137285"/>
                    <a:pt x="0" y="1133475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254000" y="47307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42900"/>
                  </a:move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lnTo>
                    <a:pt x="342900" y="0"/>
                  </a:lnTo>
                  <a:cubicBezTo>
                    <a:pt x="347980" y="0"/>
                    <a:pt x="352806" y="1016"/>
                    <a:pt x="357505" y="2921"/>
                  </a:cubicBezTo>
                  <a:cubicBezTo>
                    <a:pt x="362204" y="4826"/>
                    <a:pt x="366268" y="7620"/>
                    <a:pt x="369824" y="11176"/>
                  </a:cubicBezTo>
                  <a:cubicBezTo>
                    <a:pt x="373380" y="14732"/>
                    <a:pt x="376174" y="18923"/>
                    <a:pt x="378079" y="23495"/>
                  </a:cubicBezTo>
                  <a:cubicBezTo>
                    <a:pt x="379984" y="28067"/>
                    <a:pt x="381000" y="33020"/>
                    <a:pt x="381000" y="38100"/>
                  </a:cubicBezTo>
                  <a:lnTo>
                    <a:pt x="381000" y="342900"/>
                  </a:lnTo>
                  <a:cubicBezTo>
                    <a:pt x="381000" y="347980"/>
                    <a:pt x="379984" y="352806"/>
                    <a:pt x="378079" y="357505"/>
                  </a:cubicBezTo>
                  <a:cubicBezTo>
                    <a:pt x="376174" y="362204"/>
                    <a:pt x="373380" y="366268"/>
                    <a:pt x="369824" y="369824"/>
                  </a:cubicBezTo>
                  <a:cubicBezTo>
                    <a:pt x="366268" y="373380"/>
                    <a:pt x="362077" y="376174"/>
                    <a:pt x="357505" y="378079"/>
                  </a:cubicBezTo>
                  <a:cubicBezTo>
                    <a:pt x="352933" y="379984"/>
                    <a:pt x="347980" y="381000"/>
                    <a:pt x="342900" y="381000"/>
                  </a:cubicBezTo>
                  <a:lnTo>
                    <a:pt x="38100" y="381000"/>
                  </a:lnTo>
                  <a:cubicBezTo>
                    <a:pt x="33020" y="381000"/>
                    <a:pt x="28194" y="379984"/>
                    <a:pt x="23495" y="378079"/>
                  </a:cubicBezTo>
                  <a:cubicBezTo>
                    <a:pt x="18796" y="376174"/>
                    <a:pt x="14732" y="373380"/>
                    <a:pt x="11176" y="369824"/>
                  </a:cubicBezTo>
                  <a:cubicBezTo>
                    <a:pt x="7620" y="366268"/>
                    <a:pt x="4826" y="362077"/>
                    <a:pt x="2921" y="357505"/>
                  </a:cubicBezTo>
                  <a:cubicBezTo>
                    <a:pt x="1016" y="352933"/>
                    <a:pt x="0" y="347980"/>
                    <a:pt x="0" y="34290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330200" y="54927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09550"/>
                  </a:moveTo>
                  <a:lnTo>
                    <a:pt x="0" y="19050"/>
                  </a:lnTo>
                  <a:lnTo>
                    <a:pt x="9525" y="19050"/>
                  </a:lnTo>
                  <a:lnTo>
                    <a:pt x="0" y="19050"/>
                  </a:lnTo>
                  <a:cubicBezTo>
                    <a:pt x="0" y="18034"/>
                    <a:pt x="127" y="16891"/>
                    <a:pt x="254" y="15875"/>
                  </a:cubicBezTo>
                  <a:cubicBezTo>
                    <a:pt x="762" y="13081"/>
                    <a:pt x="1778" y="10414"/>
                    <a:pt x="3429" y="8128"/>
                  </a:cubicBezTo>
                  <a:cubicBezTo>
                    <a:pt x="4064" y="7239"/>
                    <a:pt x="4826" y="6477"/>
                    <a:pt x="5588" y="5715"/>
                  </a:cubicBezTo>
                  <a:cubicBezTo>
                    <a:pt x="6350" y="4953"/>
                    <a:pt x="7112" y="4318"/>
                    <a:pt x="8001" y="3683"/>
                  </a:cubicBezTo>
                  <a:cubicBezTo>
                    <a:pt x="10287" y="2032"/>
                    <a:pt x="12954" y="889"/>
                    <a:pt x="15748" y="508"/>
                  </a:cubicBezTo>
                  <a:cubicBezTo>
                    <a:pt x="16891" y="381"/>
                    <a:pt x="17907" y="254"/>
                    <a:pt x="18923" y="254"/>
                  </a:cubicBezTo>
                  <a:lnTo>
                    <a:pt x="18923" y="9525"/>
                  </a:lnTo>
                  <a:lnTo>
                    <a:pt x="18923" y="0"/>
                  </a:lnTo>
                  <a:lnTo>
                    <a:pt x="209423" y="0"/>
                  </a:lnTo>
                  <a:lnTo>
                    <a:pt x="209423" y="9525"/>
                  </a:lnTo>
                  <a:lnTo>
                    <a:pt x="209423" y="0"/>
                  </a:lnTo>
                  <a:cubicBezTo>
                    <a:pt x="210439" y="0"/>
                    <a:pt x="211582" y="127"/>
                    <a:pt x="212598" y="254"/>
                  </a:cubicBezTo>
                  <a:cubicBezTo>
                    <a:pt x="215392" y="762"/>
                    <a:pt x="218059" y="1778"/>
                    <a:pt x="220345" y="3429"/>
                  </a:cubicBezTo>
                  <a:cubicBezTo>
                    <a:pt x="221234" y="4064"/>
                    <a:pt x="221996" y="4826"/>
                    <a:pt x="222758" y="5588"/>
                  </a:cubicBezTo>
                  <a:cubicBezTo>
                    <a:pt x="223520" y="6350"/>
                    <a:pt x="224282" y="7112"/>
                    <a:pt x="224917" y="8001"/>
                  </a:cubicBezTo>
                  <a:cubicBezTo>
                    <a:pt x="226568" y="10287"/>
                    <a:pt x="227711" y="12954"/>
                    <a:pt x="228092" y="15748"/>
                  </a:cubicBezTo>
                  <a:cubicBezTo>
                    <a:pt x="228219" y="16891"/>
                    <a:pt x="228346" y="17907"/>
                    <a:pt x="228346" y="18923"/>
                  </a:cubicBezTo>
                  <a:lnTo>
                    <a:pt x="218821" y="18923"/>
                  </a:lnTo>
                  <a:lnTo>
                    <a:pt x="228600" y="18923"/>
                  </a:lnTo>
                  <a:lnTo>
                    <a:pt x="228600" y="209423"/>
                  </a:lnTo>
                  <a:lnTo>
                    <a:pt x="219075" y="209423"/>
                  </a:lnTo>
                  <a:lnTo>
                    <a:pt x="228600" y="209423"/>
                  </a:lnTo>
                  <a:cubicBezTo>
                    <a:pt x="228600" y="210439"/>
                    <a:pt x="228473" y="211582"/>
                    <a:pt x="228346" y="212598"/>
                  </a:cubicBezTo>
                  <a:cubicBezTo>
                    <a:pt x="227838" y="215392"/>
                    <a:pt x="226822" y="218059"/>
                    <a:pt x="225171" y="220345"/>
                  </a:cubicBezTo>
                  <a:cubicBezTo>
                    <a:pt x="224536" y="221234"/>
                    <a:pt x="223774" y="222123"/>
                    <a:pt x="223012" y="222885"/>
                  </a:cubicBezTo>
                  <a:cubicBezTo>
                    <a:pt x="222250" y="223647"/>
                    <a:pt x="221488" y="224282"/>
                    <a:pt x="220599" y="224917"/>
                  </a:cubicBezTo>
                  <a:cubicBezTo>
                    <a:pt x="218313" y="226568"/>
                    <a:pt x="215646" y="227711"/>
                    <a:pt x="212852" y="228092"/>
                  </a:cubicBezTo>
                  <a:cubicBezTo>
                    <a:pt x="211709" y="228219"/>
                    <a:pt x="210693" y="228346"/>
                    <a:pt x="209677" y="228346"/>
                  </a:cubicBezTo>
                  <a:lnTo>
                    <a:pt x="209677" y="219075"/>
                  </a:lnTo>
                  <a:lnTo>
                    <a:pt x="209677" y="228600"/>
                  </a:lnTo>
                  <a:lnTo>
                    <a:pt x="19177" y="228600"/>
                  </a:lnTo>
                  <a:lnTo>
                    <a:pt x="19177" y="219075"/>
                  </a:lnTo>
                  <a:lnTo>
                    <a:pt x="19177" y="228600"/>
                  </a:lnTo>
                  <a:cubicBezTo>
                    <a:pt x="18161" y="228600"/>
                    <a:pt x="17018" y="228473"/>
                    <a:pt x="16002" y="228346"/>
                  </a:cubicBezTo>
                  <a:cubicBezTo>
                    <a:pt x="13208" y="227838"/>
                    <a:pt x="10541" y="226822"/>
                    <a:pt x="8255" y="225171"/>
                  </a:cubicBezTo>
                  <a:cubicBezTo>
                    <a:pt x="7366" y="224536"/>
                    <a:pt x="6604" y="223774"/>
                    <a:pt x="5842" y="223139"/>
                  </a:cubicBezTo>
                  <a:cubicBezTo>
                    <a:pt x="5080" y="222377"/>
                    <a:pt x="4318" y="221615"/>
                    <a:pt x="3683" y="220599"/>
                  </a:cubicBezTo>
                  <a:cubicBezTo>
                    <a:pt x="2032" y="218313"/>
                    <a:pt x="889" y="215646"/>
                    <a:pt x="508" y="212852"/>
                  </a:cubicBezTo>
                  <a:cubicBezTo>
                    <a:pt x="381" y="211836"/>
                    <a:pt x="254" y="210693"/>
                    <a:pt x="254" y="209677"/>
                  </a:cubicBezTo>
                  <a:lnTo>
                    <a:pt x="9779" y="209677"/>
                  </a:lnTo>
                  <a:lnTo>
                    <a:pt x="0" y="209677"/>
                  </a:lnTo>
                  <a:moveTo>
                    <a:pt x="19050" y="209677"/>
                  </a:moveTo>
                  <a:cubicBezTo>
                    <a:pt x="19050" y="209931"/>
                    <a:pt x="19050" y="209677"/>
                    <a:pt x="19050" y="209804"/>
                  </a:cubicBezTo>
                  <a:cubicBezTo>
                    <a:pt x="19050" y="209804"/>
                    <a:pt x="19050" y="209677"/>
                    <a:pt x="18923" y="209550"/>
                  </a:cubicBezTo>
                  <a:cubicBezTo>
                    <a:pt x="19050" y="209677"/>
                    <a:pt x="18923" y="209550"/>
                    <a:pt x="19050" y="209677"/>
                  </a:cubicBezTo>
                  <a:lnTo>
                    <a:pt x="12319" y="216408"/>
                  </a:lnTo>
                  <a:lnTo>
                    <a:pt x="19050" y="209677"/>
                  </a:lnTo>
                  <a:cubicBezTo>
                    <a:pt x="19177" y="209804"/>
                    <a:pt x="19050" y="209677"/>
                    <a:pt x="19177" y="209804"/>
                  </a:cubicBezTo>
                  <a:cubicBezTo>
                    <a:pt x="19177" y="209804"/>
                    <a:pt x="19050" y="209677"/>
                    <a:pt x="18923" y="209677"/>
                  </a:cubicBezTo>
                  <a:cubicBezTo>
                    <a:pt x="19050" y="209677"/>
                    <a:pt x="18796" y="209677"/>
                    <a:pt x="19050" y="209677"/>
                  </a:cubicBezTo>
                  <a:lnTo>
                    <a:pt x="209550" y="209677"/>
                  </a:lnTo>
                  <a:cubicBezTo>
                    <a:pt x="209804" y="209677"/>
                    <a:pt x="209550" y="209677"/>
                    <a:pt x="209677" y="209677"/>
                  </a:cubicBezTo>
                  <a:cubicBezTo>
                    <a:pt x="209677" y="209677"/>
                    <a:pt x="209550" y="209677"/>
                    <a:pt x="209423" y="209804"/>
                  </a:cubicBezTo>
                  <a:cubicBezTo>
                    <a:pt x="209550" y="209677"/>
                    <a:pt x="209423" y="209804"/>
                    <a:pt x="209550" y="209677"/>
                  </a:cubicBezTo>
                  <a:lnTo>
                    <a:pt x="216281" y="216408"/>
                  </a:lnTo>
                  <a:lnTo>
                    <a:pt x="209550" y="209677"/>
                  </a:lnTo>
                  <a:cubicBezTo>
                    <a:pt x="209677" y="209550"/>
                    <a:pt x="209550" y="209677"/>
                    <a:pt x="209677" y="209550"/>
                  </a:cubicBezTo>
                  <a:cubicBezTo>
                    <a:pt x="209677" y="209550"/>
                    <a:pt x="209550" y="209677"/>
                    <a:pt x="209550" y="209804"/>
                  </a:cubicBezTo>
                  <a:cubicBezTo>
                    <a:pt x="209550" y="209677"/>
                    <a:pt x="209550" y="209931"/>
                    <a:pt x="209550" y="209677"/>
                  </a:cubicBezTo>
                  <a:lnTo>
                    <a:pt x="209550" y="19177"/>
                  </a:lnTo>
                  <a:cubicBezTo>
                    <a:pt x="209550" y="18923"/>
                    <a:pt x="209550" y="19177"/>
                    <a:pt x="209550" y="19050"/>
                  </a:cubicBezTo>
                  <a:cubicBezTo>
                    <a:pt x="209550" y="19050"/>
                    <a:pt x="209550" y="19177"/>
                    <a:pt x="209677" y="19304"/>
                  </a:cubicBezTo>
                  <a:cubicBezTo>
                    <a:pt x="209550" y="19177"/>
                    <a:pt x="209677" y="19304"/>
                    <a:pt x="209550" y="19177"/>
                  </a:cubicBezTo>
                  <a:lnTo>
                    <a:pt x="216281" y="12446"/>
                  </a:lnTo>
                  <a:lnTo>
                    <a:pt x="209550" y="19177"/>
                  </a:lnTo>
                  <a:cubicBezTo>
                    <a:pt x="209423" y="19050"/>
                    <a:pt x="209550" y="19177"/>
                    <a:pt x="209423" y="19050"/>
                  </a:cubicBezTo>
                  <a:cubicBezTo>
                    <a:pt x="209423" y="19050"/>
                    <a:pt x="209550" y="19177"/>
                    <a:pt x="209677" y="19177"/>
                  </a:cubicBezTo>
                  <a:cubicBezTo>
                    <a:pt x="209550" y="19177"/>
                    <a:pt x="209804" y="19177"/>
                    <a:pt x="209550" y="19177"/>
                  </a:cubicBezTo>
                  <a:lnTo>
                    <a:pt x="19050" y="19177"/>
                  </a:lnTo>
                  <a:cubicBezTo>
                    <a:pt x="18796" y="19177"/>
                    <a:pt x="19050" y="19177"/>
                    <a:pt x="18923" y="19177"/>
                  </a:cubicBezTo>
                  <a:cubicBezTo>
                    <a:pt x="18923" y="19177"/>
                    <a:pt x="19050" y="19177"/>
                    <a:pt x="19177" y="19050"/>
                  </a:cubicBezTo>
                  <a:cubicBezTo>
                    <a:pt x="19050" y="19177"/>
                    <a:pt x="19177" y="19050"/>
                    <a:pt x="19050" y="19177"/>
                  </a:cubicBezTo>
                  <a:lnTo>
                    <a:pt x="12319" y="12446"/>
                  </a:lnTo>
                  <a:lnTo>
                    <a:pt x="19050" y="19177"/>
                  </a:lnTo>
                  <a:cubicBezTo>
                    <a:pt x="18923" y="19304"/>
                    <a:pt x="19050" y="19177"/>
                    <a:pt x="18923" y="19304"/>
                  </a:cubicBezTo>
                  <a:cubicBezTo>
                    <a:pt x="18923" y="19304"/>
                    <a:pt x="19050" y="19177"/>
                    <a:pt x="19050" y="19050"/>
                  </a:cubicBezTo>
                  <a:cubicBezTo>
                    <a:pt x="19050" y="19177"/>
                    <a:pt x="19050" y="18923"/>
                    <a:pt x="19050" y="19177"/>
                  </a:cubicBezTo>
                  <a:lnTo>
                    <a:pt x="19050" y="20967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61995" y="6391270"/>
            <a:ext cx="10134595" cy="1976433"/>
            <a:chOff x="0" y="0"/>
            <a:chExt cx="6756400" cy="1317625"/>
          </a:xfrm>
        </p:grpSpPr>
        <p:sp>
          <p:nvSpPr>
            <p:cNvPr id="11" name="Freeform 11"/>
            <p:cNvSpPr/>
            <p:nvPr/>
          </p:nvSpPr>
          <p:spPr>
            <a:xfrm>
              <a:off x="63500" y="63500"/>
              <a:ext cx="6629527" cy="1190752"/>
            </a:xfrm>
            <a:custGeom>
              <a:avLst/>
              <a:gdLst/>
              <a:ahLst/>
              <a:cxnLst/>
              <a:rect l="l" t="t" r="r" b="b"/>
              <a:pathLst>
                <a:path w="6629527" h="1190752">
                  <a:moveTo>
                    <a:pt x="0" y="1133475"/>
                  </a:moveTo>
                  <a:lnTo>
                    <a:pt x="0" y="57150"/>
                  </a:ln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620" y="28575"/>
                    <a:pt x="9779" y="25400"/>
                  </a:cubicBezTo>
                  <a:cubicBezTo>
                    <a:pt x="11938" y="22225"/>
                    <a:pt x="14224" y="19431"/>
                    <a:pt x="16891" y="16764"/>
                  </a:cubicBezTo>
                  <a:cubicBezTo>
                    <a:pt x="19558" y="14097"/>
                    <a:pt x="22479" y="11684"/>
                    <a:pt x="25527" y="9652"/>
                  </a:cubicBezTo>
                  <a:cubicBezTo>
                    <a:pt x="28575" y="7620"/>
                    <a:pt x="32004" y="5842"/>
                    <a:pt x="35433" y="4318"/>
                  </a:cubicBezTo>
                  <a:cubicBezTo>
                    <a:pt x="38862" y="2794"/>
                    <a:pt x="42418" y="1778"/>
                    <a:pt x="46101" y="1016"/>
                  </a:cubicBezTo>
                  <a:cubicBezTo>
                    <a:pt x="49784" y="254"/>
                    <a:pt x="53340" y="0"/>
                    <a:pt x="57150" y="0"/>
                  </a:cubicBezTo>
                  <a:lnTo>
                    <a:pt x="6572250" y="0"/>
                  </a:lnTo>
                  <a:cubicBezTo>
                    <a:pt x="6576060" y="0"/>
                    <a:pt x="6579743" y="381"/>
                    <a:pt x="6583426" y="1143"/>
                  </a:cubicBezTo>
                  <a:cubicBezTo>
                    <a:pt x="6587109" y="1905"/>
                    <a:pt x="6590665" y="2921"/>
                    <a:pt x="6594094" y="4445"/>
                  </a:cubicBezTo>
                  <a:cubicBezTo>
                    <a:pt x="6597523" y="5969"/>
                    <a:pt x="6600825" y="7620"/>
                    <a:pt x="6604000" y="9779"/>
                  </a:cubicBezTo>
                  <a:cubicBezTo>
                    <a:pt x="6607175" y="11938"/>
                    <a:pt x="6609969" y="14224"/>
                    <a:pt x="6612636" y="16891"/>
                  </a:cubicBezTo>
                  <a:cubicBezTo>
                    <a:pt x="6615303" y="19558"/>
                    <a:pt x="6617716" y="22479"/>
                    <a:pt x="6619748" y="25527"/>
                  </a:cubicBezTo>
                  <a:cubicBezTo>
                    <a:pt x="6621780" y="28575"/>
                    <a:pt x="6623558" y="32004"/>
                    <a:pt x="6625082" y="35433"/>
                  </a:cubicBezTo>
                  <a:cubicBezTo>
                    <a:pt x="6626606" y="38862"/>
                    <a:pt x="6627622" y="42418"/>
                    <a:pt x="6628384" y="46101"/>
                  </a:cubicBezTo>
                  <a:cubicBezTo>
                    <a:pt x="6629146" y="49784"/>
                    <a:pt x="6629527" y="53467"/>
                    <a:pt x="6629527" y="57277"/>
                  </a:cubicBezTo>
                  <a:lnTo>
                    <a:pt x="6629527" y="1133475"/>
                  </a:lnTo>
                  <a:cubicBezTo>
                    <a:pt x="6629527" y="1137285"/>
                    <a:pt x="6629146" y="1140968"/>
                    <a:pt x="6628384" y="1144651"/>
                  </a:cubicBezTo>
                  <a:cubicBezTo>
                    <a:pt x="6627622" y="1148334"/>
                    <a:pt x="6626606" y="1151890"/>
                    <a:pt x="6625082" y="1155319"/>
                  </a:cubicBezTo>
                  <a:cubicBezTo>
                    <a:pt x="6623558" y="1158748"/>
                    <a:pt x="6621907" y="1162050"/>
                    <a:pt x="6619748" y="1165225"/>
                  </a:cubicBezTo>
                  <a:cubicBezTo>
                    <a:pt x="6617589" y="1168400"/>
                    <a:pt x="6615303" y="1171194"/>
                    <a:pt x="6612636" y="1173861"/>
                  </a:cubicBezTo>
                  <a:cubicBezTo>
                    <a:pt x="6609969" y="1176528"/>
                    <a:pt x="6607048" y="1178941"/>
                    <a:pt x="6604000" y="1180973"/>
                  </a:cubicBezTo>
                  <a:cubicBezTo>
                    <a:pt x="6600952" y="1183005"/>
                    <a:pt x="6597523" y="1184783"/>
                    <a:pt x="6594094" y="1186307"/>
                  </a:cubicBezTo>
                  <a:cubicBezTo>
                    <a:pt x="6590665" y="1187831"/>
                    <a:pt x="6587109" y="1188847"/>
                    <a:pt x="6583426" y="1189609"/>
                  </a:cubicBezTo>
                  <a:cubicBezTo>
                    <a:pt x="6579743" y="1190371"/>
                    <a:pt x="6576060" y="1190752"/>
                    <a:pt x="6572250" y="1190752"/>
                  </a:cubicBezTo>
                  <a:lnTo>
                    <a:pt x="57150" y="1190752"/>
                  </a:lnTo>
                  <a:cubicBezTo>
                    <a:pt x="53340" y="1190752"/>
                    <a:pt x="49657" y="1190371"/>
                    <a:pt x="45974" y="1189609"/>
                  </a:cubicBezTo>
                  <a:cubicBezTo>
                    <a:pt x="42291" y="1188847"/>
                    <a:pt x="38735" y="1187831"/>
                    <a:pt x="35306" y="1186307"/>
                  </a:cubicBezTo>
                  <a:cubicBezTo>
                    <a:pt x="31877" y="1184783"/>
                    <a:pt x="28575" y="1183132"/>
                    <a:pt x="25400" y="1180973"/>
                  </a:cubicBezTo>
                  <a:cubicBezTo>
                    <a:pt x="22225" y="1178814"/>
                    <a:pt x="19431" y="1176528"/>
                    <a:pt x="16764" y="1173861"/>
                  </a:cubicBezTo>
                  <a:cubicBezTo>
                    <a:pt x="14097" y="1171194"/>
                    <a:pt x="11684" y="1168273"/>
                    <a:pt x="9652" y="1165225"/>
                  </a:cubicBezTo>
                  <a:cubicBezTo>
                    <a:pt x="7620" y="1162177"/>
                    <a:pt x="5842" y="1158748"/>
                    <a:pt x="4318" y="1155319"/>
                  </a:cubicBezTo>
                  <a:cubicBezTo>
                    <a:pt x="2794" y="1151890"/>
                    <a:pt x="1778" y="1148334"/>
                    <a:pt x="1016" y="1144651"/>
                  </a:cubicBezTo>
                  <a:cubicBezTo>
                    <a:pt x="254" y="1140968"/>
                    <a:pt x="0" y="1137285"/>
                    <a:pt x="0" y="1133475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54000" y="47307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42900"/>
                  </a:move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lnTo>
                    <a:pt x="342900" y="0"/>
                  </a:lnTo>
                  <a:cubicBezTo>
                    <a:pt x="347980" y="0"/>
                    <a:pt x="352806" y="1016"/>
                    <a:pt x="357505" y="2921"/>
                  </a:cubicBezTo>
                  <a:cubicBezTo>
                    <a:pt x="362204" y="4826"/>
                    <a:pt x="366268" y="7620"/>
                    <a:pt x="369824" y="11176"/>
                  </a:cubicBezTo>
                  <a:cubicBezTo>
                    <a:pt x="373380" y="14732"/>
                    <a:pt x="376174" y="18923"/>
                    <a:pt x="378079" y="23495"/>
                  </a:cubicBezTo>
                  <a:cubicBezTo>
                    <a:pt x="379984" y="28067"/>
                    <a:pt x="381000" y="33020"/>
                    <a:pt x="381000" y="38100"/>
                  </a:cubicBezTo>
                  <a:lnTo>
                    <a:pt x="381000" y="342900"/>
                  </a:lnTo>
                  <a:cubicBezTo>
                    <a:pt x="381000" y="347980"/>
                    <a:pt x="379984" y="352806"/>
                    <a:pt x="378079" y="357505"/>
                  </a:cubicBezTo>
                  <a:cubicBezTo>
                    <a:pt x="376174" y="362204"/>
                    <a:pt x="373380" y="366268"/>
                    <a:pt x="369824" y="369824"/>
                  </a:cubicBezTo>
                  <a:cubicBezTo>
                    <a:pt x="366268" y="373380"/>
                    <a:pt x="362077" y="376174"/>
                    <a:pt x="357505" y="378079"/>
                  </a:cubicBezTo>
                  <a:cubicBezTo>
                    <a:pt x="352933" y="379984"/>
                    <a:pt x="347980" y="381000"/>
                    <a:pt x="342900" y="381000"/>
                  </a:cubicBezTo>
                  <a:lnTo>
                    <a:pt x="38100" y="381000"/>
                  </a:lnTo>
                  <a:cubicBezTo>
                    <a:pt x="33020" y="381000"/>
                    <a:pt x="28194" y="379984"/>
                    <a:pt x="23495" y="378079"/>
                  </a:cubicBezTo>
                  <a:cubicBezTo>
                    <a:pt x="18796" y="376174"/>
                    <a:pt x="14732" y="373380"/>
                    <a:pt x="11176" y="369824"/>
                  </a:cubicBezTo>
                  <a:cubicBezTo>
                    <a:pt x="7620" y="366268"/>
                    <a:pt x="4826" y="362077"/>
                    <a:pt x="2921" y="357505"/>
                  </a:cubicBezTo>
                  <a:cubicBezTo>
                    <a:pt x="1016" y="352933"/>
                    <a:pt x="0" y="347980"/>
                    <a:pt x="0" y="34290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330200" y="54927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09550"/>
                  </a:moveTo>
                  <a:lnTo>
                    <a:pt x="0" y="19050"/>
                  </a:lnTo>
                  <a:lnTo>
                    <a:pt x="9525" y="19050"/>
                  </a:lnTo>
                  <a:lnTo>
                    <a:pt x="0" y="19050"/>
                  </a:lnTo>
                  <a:cubicBezTo>
                    <a:pt x="0" y="18034"/>
                    <a:pt x="127" y="16891"/>
                    <a:pt x="254" y="15875"/>
                  </a:cubicBezTo>
                  <a:cubicBezTo>
                    <a:pt x="762" y="13081"/>
                    <a:pt x="1778" y="10414"/>
                    <a:pt x="3429" y="8128"/>
                  </a:cubicBezTo>
                  <a:cubicBezTo>
                    <a:pt x="4064" y="7239"/>
                    <a:pt x="4826" y="6477"/>
                    <a:pt x="5588" y="5715"/>
                  </a:cubicBezTo>
                  <a:cubicBezTo>
                    <a:pt x="6350" y="4953"/>
                    <a:pt x="7112" y="4318"/>
                    <a:pt x="8001" y="3683"/>
                  </a:cubicBezTo>
                  <a:cubicBezTo>
                    <a:pt x="10287" y="2032"/>
                    <a:pt x="12954" y="889"/>
                    <a:pt x="15748" y="508"/>
                  </a:cubicBezTo>
                  <a:cubicBezTo>
                    <a:pt x="16891" y="381"/>
                    <a:pt x="17907" y="254"/>
                    <a:pt x="18923" y="254"/>
                  </a:cubicBezTo>
                  <a:lnTo>
                    <a:pt x="18923" y="9525"/>
                  </a:lnTo>
                  <a:lnTo>
                    <a:pt x="18923" y="0"/>
                  </a:lnTo>
                  <a:lnTo>
                    <a:pt x="209423" y="0"/>
                  </a:lnTo>
                  <a:lnTo>
                    <a:pt x="209423" y="9525"/>
                  </a:lnTo>
                  <a:lnTo>
                    <a:pt x="209423" y="0"/>
                  </a:lnTo>
                  <a:cubicBezTo>
                    <a:pt x="210439" y="0"/>
                    <a:pt x="211582" y="127"/>
                    <a:pt x="212598" y="254"/>
                  </a:cubicBezTo>
                  <a:cubicBezTo>
                    <a:pt x="215392" y="762"/>
                    <a:pt x="218059" y="1778"/>
                    <a:pt x="220345" y="3429"/>
                  </a:cubicBezTo>
                  <a:cubicBezTo>
                    <a:pt x="221234" y="4064"/>
                    <a:pt x="221996" y="4826"/>
                    <a:pt x="222758" y="5588"/>
                  </a:cubicBezTo>
                  <a:cubicBezTo>
                    <a:pt x="223520" y="6350"/>
                    <a:pt x="224282" y="7112"/>
                    <a:pt x="224917" y="8001"/>
                  </a:cubicBezTo>
                  <a:cubicBezTo>
                    <a:pt x="226568" y="10287"/>
                    <a:pt x="227711" y="12954"/>
                    <a:pt x="228092" y="15748"/>
                  </a:cubicBezTo>
                  <a:cubicBezTo>
                    <a:pt x="228219" y="16891"/>
                    <a:pt x="228346" y="17907"/>
                    <a:pt x="228346" y="18923"/>
                  </a:cubicBezTo>
                  <a:lnTo>
                    <a:pt x="218821" y="18923"/>
                  </a:lnTo>
                  <a:lnTo>
                    <a:pt x="228600" y="18923"/>
                  </a:lnTo>
                  <a:lnTo>
                    <a:pt x="228600" y="209423"/>
                  </a:lnTo>
                  <a:lnTo>
                    <a:pt x="219075" y="209423"/>
                  </a:lnTo>
                  <a:lnTo>
                    <a:pt x="228600" y="209423"/>
                  </a:lnTo>
                  <a:cubicBezTo>
                    <a:pt x="228600" y="210439"/>
                    <a:pt x="228473" y="211582"/>
                    <a:pt x="228346" y="212598"/>
                  </a:cubicBezTo>
                  <a:cubicBezTo>
                    <a:pt x="227838" y="215392"/>
                    <a:pt x="226822" y="218059"/>
                    <a:pt x="225171" y="220345"/>
                  </a:cubicBezTo>
                  <a:cubicBezTo>
                    <a:pt x="224536" y="221234"/>
                    <a:pt x="223774" y="221996"/>
                    <a:pt x="223012" y="222758"/>
                  </a:cubicBezTo>
                  <a:cubicBezTo>
                    <a:pt x="222250" y="223520"/>
                    <a:pt x="221488" y="224282"/>
                    <a:pt x="220599" y="224917"/>
                  </a:cubicBezTo>
                  <a:cubicBezTo>
                    <a:pt x="218313" y="226568"/>
                    <a:pt x="215646" y="227711"/>
                    <a:pt x="212852" y="228092"/>
                  </a:cubicBezTo>
                  <a:cubicBezTo>
                    <a:pt x="211836" y="228219"/>
                    <a:pt x="210693" y="228346"/>
                    <a:pt x="209677" y="228346"/>
                  </a:cubicBezTo>
                  <a:lnTo>
                    <a:pt x="209677" y="219075"/>
                  </a:lnTo>
                  <a:lnTo>
                    <a:pt x="209677" y="228600"/>
                  </a:lnTo>
                  <a:lnTo>
                    <a:pt x="19177" y="228600"/>
                  </a:lnTo>
                  <a:lnTo>
                    <a:pt x="19177" y="219075"/>
                  </a:lnTo>
                  <a:lnTo>
                    <a:pt x="19177" y="228600"/>
                  </a:lnTo>
                  <a:cubicBezTo>
                    <a:pt x="18161" y="228600"/>
                    <a:pt x="17018" y="228473"/>
                    <a:pt x="16002" y="228346"/>
                  </a:cubicBezTo>
                  <a:cubicBezTo>
                    <a:pt x="13208" y="227838"/>
                    <a:pt x="10541" y="226822"/>
                    <a:pt x="8255" y="225171"/>
                  </a:cubicBezTo>
                  <a:cubicBezTo>
                    <a:pt x="7366" y="224536"/>
                    <a:pt x="6604" y="223774"/>
                    <a:pt x="5842" y="223012"/>
                  </a:cubicBezTo>
                  <a:lnTo>
                    <a:pt x="12573" y="216281"/>
                  </a:lnTo>
                  <a:lnTo>
                    <a:pt x="5842" y="223012"/>
                  </a:lnTo>
                  <a:cubicBezTo>
                    <a:pt x="5080" y="222250"/>
                    <a:pt x="4445" y="221488"/>
                    <a:pt x="3683" y="220599"/>
                  </a:cubicBezTo>
                  <a:cubicBezTo>
                    <a:pt x="2032" y="218313"/>
                    <a:pt x="889" y="215646"/>
                    <a:pt x="508" y="212852"/>
                  </a:cubicBezTo>
                  <a:cubicBezTo>
                    <a:pt x="381" y="211836"/>
                    <a:pt x="254" y="210693"/>
                    <a:pt x="254" y="209677"/>
                  </a:cubicBezTo>
                  <a:lnTo>
                    <a:pt x="9779" y="209677"/>
                  </a:lnTo>
                  <a:lnTo>
                    <a:pt x="0" y="209677"/>
                  </a:lnTo>
                  <a:moveTo>
                    <a:pt x="19050" y="209677"/>
                  </a:moveTo>
                  <a:cubicBezTo>
                    <a:pt x="19050" y="209931"/>
                    <a:pt x="19050" y="209677"/>
                    <a:pt x="19050" y="209804"/>
                  </a:cubicBezTo>
                  <a:cubicBezTo>
                    <a:pt x="19050" y="209804"/>
                    <a:pt x="19050" y="209677"/>
                    <a:pt x="18923" y="209550"/>
                  </a:cubicBezTo>
                  <a:cubicBezTo>
                    <a:pt x="19050" y="209677"/>
                    <a:pt x="18923" y="209550"/>
                    <a:pt x="19050" y="209677"/>
                  </a:cubicBezTo>
                  <a:cubicBezTo>
                    <a:pt x="19177" y="209804"/>
                    <a:pt x="19050" y="209677"/>
                    <a:pt x="19177" y="209804"/>
                  </a:cubicBezTo>
                  <a:cubicBezTo>
                    <a:pt x="19177" y="209804"/>
                    <a:pt x="19050" y="209677"/>
                    <a:pt x="18923" y="209677"/>
                  </a:cubicBezTo>
                  <a:cubicBezTo>
                    <a:pt x="19050" y="209677"/>
                    <a:pt x="18796" y="209677"/>
                    <a:pt x="19050" y="209677"/>
                  </a:cubicBezTo>
                  <a:lnTo>
                    <a:pt x="209550" y="209677"/>
                  </a:lnTo>
                  <a:cubicBezTo>
                    <a:pt x="209804" y="209677"/>
                    <a:pt x="209550" y="209677"/>
                    <a:pt x="209677" y="209677"/>
                  </a:cubicBezTo>
                  <a:cubicBezTo>
                    <a:pt x="209677" y="209677"/>
                    <a:pt x="209550" y="209677"/>
                    <a:pt x="209423" y="209804"/>
                  </a:cubicBezTo>
                  <a:cubicBezTo>
                    <a:pt x="209550" y="209677"/>
                    <a:pt x="209423" y="209804"/>
                    <a:pt x="209550" y="209677"/>
                  </a:cubicBezTo>
                  <a:lnTo>
                    <a:pt x="216281" y="216408"/>
                  </a:lnTo>
                  <a:lnTo>
                    <a:pt x="209550" y="209677"/>
                  </a:lnTo>
                  <a:cubicBezTo>
                    <a:pt x="209677" y="209550"/>
                    <a:pt x="209550" y="209677"/>
                    <a:pt x="209677" y="209550"/>
                  </a:cubicBezTo>
                  <a:cubicBezTo>
                    <a:pt x="209677" y="209550"/>
                    <a:pt x="209550" y="209677"/>
                    <a:pt x="209550" y="209804"/>
                  </a:cubicBezTo>
                  <a:cubicBezTo>
                    <a:pt x="209550" y="209677"/>
                    <a:pt x="209550" y="209931"/>
                    <a:pt x="209550" y="209677"/>
                  </a:cubicBezTo>
                  <a:lnTo>
                    <a:pt x="209550" y="19177"/>
                  </a:lnTo>
                  <a:cubicBezTo>
                    <a:pt x="209550" y="18923"/>
                    <a:pt x="209550" y="19177"/>
                    <a:pt x="209550" y="19050"/>
                  </a:cubicBezTo>
                  <a:cubicBezTo>
                    <a:pt x="209550" y="19050"/>
                    <a:pt x="209550" y="19177"/>
                    <a:pt x="209677" y="19304"/>
                  </a:cubicBezTo>
                  <a:cubicBezTo>
                    <a:pt x="209550" y="19177"/>
                    <a:pt x="209677" y="19304"/>
                    <a:pt x="209550" y="19177"/>
                  </a:cubicBezTo>
                  <a:lnTo>
                    <a:pt x="216281" y="12446"/>
                  </a:lnTo>
                  <a:lnTo>
                    <a:pt x="209550" y="19177"/>
                  </a:lnTo>
                  <a:cubicBezTo>
                    <a:pt x="209423" y="19050"/>
                    <a:pt x="209550" y="19177"/>
                    <a:pt x="209423" y="19050"/>
                  </a:cubicBezTo>
                  <a:cubicBezTo>
                    <a:pt x="209423" y="19050"/>
                    <a:pt x="209550" y="19177"/>
                    <a:pt x="209677" y="19177"/>
                  </a:cubicBezTo>
                  <a:cubicBezTo>
                    <a:pt x="209550" y="19177"/>
                    <a:pt x="209804" y="19177"/>
                    <a:pt x="209550" y="19177"/>
                  </a:cubicBezTo>
                  <a:lnTo>
                    <a:pt x="19050" y="19177"/>
                  </a:lnTo>
                  <a:cubicBezTo>
                    <a:pt x="18796" y="19177"/>
                    <a:pt x="19050" y="19177"/>
                    <a:pt x="18923" y="19177"/>
                  </a:cubicBezTo>
                  <a:cubicBezTo>
                    <a:pt x="18923" y="19177"/>
                    <a:pt x="19050" y="19177"/>
                    <a:pt x="19177" y="19050"/>
                  </a:cubicBezTo>
                  <a:cubicBezTo>
                    <a:pt x="19050" y="19177"/>
                    <a:pt x="19177" y="19050"/>
                    <a:pt x="19050" y="19177"/>
                  </a:cubicBezTo>
                  <a:lnTo>
                    <a:pt x="12319" y="12446"/>
                  </a:lnTo>
                  <a:lnTo>
                    <a:pt x="19050" y="19177"/>
                  </a:lnTo>
                  <a:cubicBezTo>
                    <a:pt x="18923" y="19304"/>
                    <a:pt x="19050" y="19177"/>
                    <a:pt x="18923" y="19304"/>
                  </a:cubicBezTo>
                  <a:cubicBezTo>
                    <a:pt x="18923" y="19304"/>
                    <a:pt x="19050" y="19177"/>
                    <a:pt x="19050" y="19050"/>
                  </a:cubicBezTo>
                  <a:cubicBezTo>
                    <a:pt x="19050" y="19177"/>
                    <a:pt x="19050" y="18923"/>
                    <a:pt x="19050" y="19177"/>
                  </a:cubicBezTo>
                  <a:lnTo>
                    <a:pt x="19050" y="20967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61995" y="8534395"/>
            <a:ext cx="10134595" cy="1847845"/>
            <a:chOff x="0" y="0"/>
            <a:chExt cx="6756400" cy="1231900"/>
          </a:xfrm>
        </p:grpSpPr>
        <p:sp>
          <p:nvSpPr>
            <p:cNvPr id="15" name="Freeform 15"/>
            <p:cNvSpPr/>
            <p:nvPr/>
          </p:nvSpPr>
          <p:spPr>
            <a:xfrm>
              <a:off x="63500" y="63500"/>
              <a:ext cx="6629400" cy="1104900"/>
            </a:xfrm>
            <a:custGeom>
              <a:avLst/>
              <a:gdLst/>
              <a:ahLst/>
              <a:cxnLst/>
              <a:rect l="l" t="t" r="r" b="b"/>
              <a:pathLst>
                <a:path w="6629400" h="1104900">
                  <a:moveTo>
                    <a:pt x="57150" y="0"/>
                  </a:moveTo>
                  <a:cubicBezTo>
                    <a:pt x="53340" y="0"/>
                    <a:pt x="49657" y="381"/>
                    <a:pt x="45974" y="1143"/>
                  </a:cubicBezTo>
                  <a:cubicBezTo>
                    <a:pt x="42291" y="1905"/>
                    <a:pt x="38735" y="2921"/>
                    <a:pt x="35306" y="4445"/>
                  </a:cubicBezTo>
                  <a:cubicBezTo>
                    <a:pt x="31877" y="5969"/>
                    <a:pt x="28575" y="7620"/>
                    <a:pt x="25400" y="9779"/>
                  </a:cubicBezTo>
                  <a:cubicBezTo>
                    <a:pt x="22225" y="11938"/>
                    <a:pt x="19431" y="14224"/>
                    <a:pt x="16764" y="16891"/>
                  </a:cubicBezTo>
                  <a:cubicBezTo>
                    <a:pt x="14097" y="19558"/>
                    <a:pt x="11684" y="22479"/>
                    <a:pt x="9652" y="25527"/>
                  </a:cubicBezTo>
                  <a:cubicBezTo>
                    <a:pt x="7620" y="28575"/>
                    <a:pt x="5842" y="32004"/>
                    <a:pt x="4318" y="35433"/>
                  </a:cubicBezTo>
                  <a:cubicBezTo>
                    <a:pt x="2794" y="38862"/>
                    <a:pt x="1778" y="42418"/>
                    <a:pt x="1016" y="46101"/>
                  </a:cubicBezTo>
                  <a:cubicBezTo>
                    <a:pt x="254" y="49784"/>
                    <a:pt x="0" y="53340"/>
                    <a:pt x="0" y="57150"/>
                  </a:cubicBezTo>
                  <a:lnTo>
                    <a:pt x="0" y="1104900"/>
                  </a:lnTo>
                  <a:lnTo>
                    <a:pt x="6629400" y="1104900"/>
                  </a:lnTo>
                  <a:lnTo>
                    <a:pt x="6629400" y="57150"/>
                  </a:lnTo>
                  <a:cubicBezTo>
                    <a:pt x="6629400" y="53340"/>
                    <a:pt x="6629019" y="49657"/>
                    <a:pt x="6628257" y="45974"/>
                  </a:cubicBezTo>
                  <a:cubicBezTo>
                    <a:pt x="6627495" y="42291"/>
                    <a:pt x="6626479" y="38735"/>
                    <a:pt x="6624955" y="35306"/>
                  </a:cubicBezTo>
                  <a:cubicBezTo>
                    <a:pt x="6623431" y="31877"/>
                    <a:pt x="6621780" y="28575"/>
                    <a:pt x="6619621" y="25400"/>
                  </a:cubicBezTo>
                  <a:cubicBezTo>
                    <a:pt x="6617462" y="22225"/>
                    <a:pt x="6615176" y="19431"/>
                    <a:pt x="6612509" y="16764"/>
                  </a:cubicBezTo>
                  <a:cubicBezTo>
                    <a:pt x="6609842" y="14097"/>
                    <a:pt x="6606921" y="11684"/>
                    <a:pt x="6603873" y="9652"/>
                  </a:cubicBezTo>
                  <a:cubicBezTo>
                    <a:pt x="6600825" y="7620"/>
                    <a:pt x="6597396" y="5842"/>
                    <a:pt x="6593967" y="4318"/>
                  </a:cubicBezTo>
                  <a:cubicBezTo>
                    <a:pt x="6590538" y="2794"/>
                    <a:pt x="6586982" y="1778"/>
                    <a:pt x="6583299" y="1016"/>
                  </a:cubicBezTo>
                  <a:cubicBezTo>
                    <a:pt x="6579616" y="254"/>
                    <a:pt x="6576060" y="0"/>
                    <a:pt x="657225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254000" y="47307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42900"/>
                  </a:move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lnTo>
                    <a:pt x="342900" y="0"/>
                  </a:lnTo>
                  <a:cubicBezTo>
                    <a:pt x="347980" y="0"/>
                    <a:pt x="352806" y="1016"/>
                    <a:pt x="357505" y="2921"/>
                  </a:cubicBezTo>
                  <a:cubicBezTo>
                    <a:pt x="362204" y="4826"/>
                    <a:pt x="366268" y="7620"/>
                    <a:pt x="369824" y="11176"/>
                  </a:cubicBezTo>
                  <a:cubicBezTo>
                    <a:pt x="373380" y="14732"/>
                    <a:pt x="376174" y="18923"/>
                    <a:pt x="378079" y="23495"/>
                  </a:cubicBezTo>
                  <a:cubicBezTo>
                    <a:pt x="379984" y="28067"/>
                    <a:pt x="381000" y="33020"/>
                    <a:pt x="381000" y="38100"/>
                  </a:cubicBezTo>
                  <a:lnTo>
                    <a:pt x="381000" y="342900"/>
                  </a:lnTo>
                  <a:cubicBezTo>
                    <a:pt x="381000" y="347980"/>
                    <a:pt x="379984" y="352806"/>
                    <a:pt x="378079" y="357505"/>
                  </a:cubicBezTo>
                  <a:cubicBezTo>
                    <a:pt x="376174" y="362204"/>
                    <a:pt x="373380" y="366268"/>
                    <a:pt x="369824" y="369824"/>
                  </a:cubicBezTo>
                  <a:cubicBezTo>
                    <a:pt x="366268" y="373380"/>
                    <a:pt x="362077" y="376174"/>
                    <a:pt x="357505" y="378079"/>
                  </a:cubicBezTo>
                  <a:cubicBezTo>
                    <a:pt x="352933" y="379984"/>
                    <a:pt x="347980" y="381000"/>
                    <a:pt x="342900" y="381000"/>
                  </a:cubicBezTo>
                  <a:lnTo>
                    <a:pt x="38100" y="381000"/>
                  </a:lnTo>
                  <a:cubicBezTo>
                    <a:pt x="33020" y="381000"/>
                    <a:pt x="28194" y="379984"/>
                    <a:pt x="23495" y="378079"/>
                  </a:cubicBezTo>
                  <a:cubicBezTo>
                    <a:pt x="18796" y="376174"/>
                    <a:pt x="14732" y="373380"/>
                    <a:pt x="11176" y="369824"/>
                  </a:cubicBezTo>
                  <a:cubicBezTo>
                    <a:pt x="7620" y="366268"/>
                    <a:pt x="4826" y="362077"/>
                    <a:pt x="2921" y="357505"/>
                  </a:cubicBezTo>
                  <a:cubicBezTo>
                    <a:pt x="1016" y="352933"/>
                    <a:pt x="0" y="347980"/>
                    <a:pt x="0" y="34290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330200" y="54927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09550"/>
                  </a:moveTo>
                  <a:lnTo>
                    <a:pt x="0" y="19050"/>
                  </a:lnTo>
                  <a:lnTo>
                    <a:pt x="9525" y="19050"/>
                  </a:lnTo>
                  <a:lnTo>
                    <a:pt x="0" y="19050"/>
                  </a:lnTo>
                  <a:cubicBezTo>
                    <a:pt x="0" y="18034"/>
                    <a:pt x="127" y="16891"/>
                    <a:pt x="254" y="15875"/>
                  </a:cubicBezTo>
                  <a:cubicBezTo>
                    <a:pt x="762" y="13081"/>
                    <a:pt x="1778" y="10414"/>
                    <a:pt x="3429" y="8128"/>
                  </a:cubicBezTo>
                  <a:cubicBezTo>
                    <a:pt x="4064" y="7239"/>
                    <a:pt x="4826" y="6477"/>
                    <a:pt x="5461" y="5715"/>
                  </a:cubicBezTo>
                  <a:lnTo>
                    <a:pt x="12192" y="12446"/>
                  </a:lnTo>
                  <a:lnTo>
                    <a:pt x="5461" y="5715"/>
                  </a:lnTo>
                  <a:cubicBezTo>
                    <a:pt x="6223" y="4953"/>
                    <a:pt x="6985" y="4318"/>
                    <a:pt x="7874" y="3683"/>
                  </a:cubicBezTo>
                  <a:cubicBezTo>
                    <a:pt x="10160" y="2032"/>
                    <a:pt x="12827" y="889"/>
                    <a:pt x="15621" y="508"/>
                  </a:cubicBezTo>
                  <a:cubicBezTo>
                    <a:pt x="16764" y="381"/>
                    <a:pt x="17780" y="254"/>
                    <a:pt x="18796" y="254"/>
                  </a:cubicBezTo>
                  <a:lnTo>
                    <a:pt x="18796" y="9525"/>
                  </a:lnTo>
                  <a:lnTo>
                    <a:pt x="18796" y="0"/>
                  </a:lnTo>
                  <a:lnTo>
                    <a:pt x="209296" y="0"/>
                  </a:lnTo>
                  <a:lnTo>
                    <a:pt x="209296" y="9525"/>
                  </a:lnTo>
                  <a:lnTo>
                    <a:pt x="209296" y="0"/>
                  </a:lnTo>
                  <a:cubicBezTo>
                    <a:pt x="210312" y="0"/>
                    <a:pt x="211455" y="127"/>
                    <a:pt x="212471" y="254"/>
                  </a:cubicBezTo>
                  <a:cubicBezTo>
                    <a:pt x="215265" y="762"/>
                    <a:pt x="217932" y="1778"/>
                    <a:pt x="220218" y="3429"/>
                  </a:cubicBezTo>
                  <a:cubicBezTo>
                    <a:pt x="221107" y="4064"/>
                    <a:pt x="221869" y="4826"/>
                    <a:pt x="222631" y="5461"/>
                  </a:cubicBezTo>
                  <a:cubicBezTo>
                    <a:pt x="223393" y="6223"/>
                    <a:pt x="224028" y="6985"/>
                    <a:pt x="224790" y="7874"/>
                  </a:cubicBezTo>
                  <a:cubicBezTo>
                    <a:pt x="226441" y="10160"/>
                    <a:pt x="227584" y="12827"/>
                    <a:pt x="227965" y="15621"/>
                  </a:cubicBezTo>
                  <a:cubicBezTo>
                    <a:pt x="228092" y="16764"/>
                    <a:pt x="228219" y="17780"/>
                    <a:pt x="228219" y="18796"/>
                  </a:cubicBezTo>
                  <a:lnTo>
                    <a:pt x="218694" y="18796"/>
                  </a:lnTo>
                  <a:lnTo>
                    <a:pt x="228600" y="18796"/>
                  </a:lnTo>
                  <a:lnTo>
                    <a:pt x="228600" y="209296"/>
                  </a:lnTo>
                  <a:lnTo>
                    <a:pt x="219075" y="209296"/>
                  </a:lnTo>
                  <a:lnTo>
                    <a:pt x="228600" y="209296"/>
                  </a:lnTo>
                  <a:cubicBezTo>
                    <a:pt x="228600" y="210312"/>
                    <a:pt x="228473" y="211455"/>
                    <a:pt x="228346" y="212471"/>
                  </a:cubicBezTo>
                  <a:cubicBezTo>
                    <a:pt x="227838" y="215265"/>
                    <a:pt x="226822" y="217932"/>
                    <a:pt x="225171" y="220218"/>
                  </a:cubicBezTo>
                  <a:cubicBezTo>
                    <a:pt x="224536" y="221107"/>
                    <a:pt x="223774" y="221869"/>
                    <a:pt x="223012" y="222631"/>
                  </a:cubicBezTo>
                  <a:cubicBezTo>
                    <a:pt x="222250" y="223393"/>
                    <a:pt x="221488" y="224155"/>
                    <a:pt x="220599" y="224790"/>
                  </a:cubicBezTo>
                  <a:cubicBezTo>
                    <a:pt x="218313" y="226441"/>
                    <a:pt x="215646" y="227584"/>
                    <a:pt x="212852" y="227965"/>
                  </a:cubicBezTo>
                  <a:cubicBezTo>
                    <a:pt x="211836" y="228092"/>
                    <a:pt x="210693" y="228219"/>
                    <a:pt x="209677" y="228219"/>
                  </a:cubicBezTo>
                  <a:lnTo>
                    <a:pt x="209677" y="219075"/>
                  </a:lnTo>
                  <a:lnTo>
                    <a:pt x="209677" y="228600"/>
                  </a:lnTo>
                  <a:lnTo>
                    <a:pt x="19177" y="228600"/>
                  </a:lnTo>
                  <a:lnTo>
                    <a:pt x="19177" y="219075"/>
                  </a:lnTo>
                  <a:lnTo>
                    <a:pt x="19177" y="228600"/>
                  </a:lnTo>
                  <a:cubicBezTo>
                    <a:pt x="18161" y="228600"/>
                    <a:pt x="17018" y="228473"/>
                    <a:pt x="16002" y="228346"/>
                  </a:cubicBezTo>
                  <a:cubicBezTo>
                    <a:pt x="13208" y="227838"/>
                    <a:pt x="10541" y="226822"/>
                    <a:pt x="8255" y="225171"/>
                  </a:cubicBezTo>
                  <a:cubicBezTo>
                    <a:pt x="7366" y="224536"/>
                    <a:pt x="6604" y="223774"/>
                    <a:pt x="5842" y="223012"/>
                  </a:cubicBezTo>
                  <a:lnTo>
                    <a:pt x="12573" y="216281"/>
                  </a:lnTo>
                  <a:lnTo>
                    <a:pt x="5842" y="223012"/>
                  </a:lnTo>
                  <a:cubicBezTo>
                    <a:pt x="5080" y="222250"/>
                    <a:pt x="4445" y="221488"/>
                    <a:pt x="3683" y="220599"/>
                  </a:cubicBezTo>
                  <a:cubicBezTo>
                    <a:pt x="2032" y="218313"/>
                    <a:pt x="889" y="215646"/>
                    <a:pt x="508" y="212852"/>
                  </a:cubicBezTo>
                  <a:cubicBezTo>
                    <a:pt x="381" y="211836"/>
                    <a:pt x="254" y="210693"/>
                    <a:pt x="254" y="209677"/>
                  </a:cubicBezTo>
                  <a:lnTo>
                    <a:pt x="9779" y="209677"/>
                  </a:lnTo>
                  <a:lnTo>
                    <a:pt x="0" y="209677"/>
                  </a:lnTo>
                  <a:moveTo>
                    <a:pt x="19050" y="209677"/>
                  </a:moveTo>
                  <a:cubicBezTo>
                    <a:pt x="19050" y="209931"/>
                    <a:pt x="19050" y="209677"/>
                    <a:pt x="19050" y="209804"/>
                  </a:cubicBezTo>
                  <a:cubicBezTo>
                    <a:pt x="19050" y="209804"/>
                    <a:pt x="19050" y="209677"/>
                    <a:pt x="18923" y="209550"/>
                  </a:cubicBezTo>
                  <a:cubicBezTo>
                    <a:pt x="19050" y="209677"/>
                    <a:pt x="18923" y="209550"/>
                    <a:pt x="19050" y="209677"/>
                  </a:cubicBezTo>
                  <a:cubicBezTo>
                    <a:pt x="19177" y="209804"/>
                    <a:pt x="19050" y="209677"/>
                    <a:pt x="19177" y="209804"/>
                  </a:cubicBezTo>
                  <a:cubicBezTo>
                    <a:pt x="19177" y="209804"/>
                    <a:pt x="19050" y="209677"/>
                    <a:pt x="18923" y="209677"/>
                  </a:cubicBezTo>
                  <a:cubicBezTo>
                    <a:pt x="19050" y="209677"/>
                    <a:pt x="18796" y="209677"/>
                    <a:pt x="19050" y="209677"/>
                  </a:cubicBezTo>
                  <a:lnTo>
                    <a:pt x="209550" y="209677"/>
                  </a:lnTo>
                  <a:cubicBezTo>
                    <a:pt x="209804" y="209677"/>
                    <a:pt x="209550" y="209677"/>
                    <a:pt x="209677" y="209677"/>
                  </a:cubicBezTo>
                  <a:cubicBezTo>
                    <a:pt x="209677" y="209677"/>
                    <a:pt x="209550" y="209677"/>
                    <a:pt x="209423" y="209804"/>
                  </a:cubicBezTo>
                  <a:cubicBezTo>
                    <a:pt x="209550" y="209677"/>
                    <a:pt x="209423" y="209804"/>
                    <a:pt x="209550" y="209677"/>
                  </a:cubicBezTo>
                  <a:lnTo>
                    <a:pt x="216281" y="216408"/>
                  </a:lnTo>
                  <a:lnTo>
                    <a:pt x="209550" y="209677"/>
                  </a:lnTo>
                  <a:cubicBezTo>
                    <a:pt x="209677" y="209550"/>
                    <a:pt x="209550" y="209677"/>
                    <a:pt x="209677" y="209550"/>
                  </a:cubicBezTo>
                  <a:cubicBezTo>
                    <a:pt x="209677" y="209550"/>
                    <a:pt x="209550" y="209677"/>
                    <a:pt x="209550" y="209804"/>
                  </a:cubicBezTo>
                  <a:cubicBezTo>
                    <a:pt x="209550" y="209677"/>
                    <a:pt x="209550" y="209931"/>
                    <a:pt x="209550" y="209677"/>
                  </a:cubicBezTo>
                  <a:lnTo>
                    <a:pt x="209550" y="19177"/>
                  </a:lnTo>
                  <a:cubicBezTo>
                    <a:pt x="209550" y="18923"/>
                    <a:pt x="209550" y="19177"/>
                    <a:pt x="209550" y="19050"/>
                  </a:cubicBezTo>
                  <a:cubicBezTo>
                    <a:pt x="209550" y="19050"/>
                    <a:pt x="209550" y="19177"/>
                    <a:pt x="209677" y="19304"/>
                  </a:cubicBezTo>
                  <a:cubicBezTo>
                    <a:pt x="209550" y="19177"/>
                    <a:pt x="209677" y="19304"/>
                    <a:pt x="209550" y="19177"/>
                  </a:cubicBezTo>
                  <a:lnTo>
                    <a:pt x="216281" y="12446"/>
                  </a:lnTo>
                  <a:lnTo>
                    <a:pt x="209550" y="19177"/>
                  </a:lnTo>
                  <a:cubicBezTo>
                    <a:pt x="209423" y="19050"/>
                    <a:pt x="209550" y="19177"/>
                    <a:pt x="209423" y="19050"/>
                  </a:cubicBezTo>
                  <a:cubicBezTo>
                    <a:pt x="209423" y="19050"/>
                    <a:pt x="209550" y="19177"/>
                    <a:pt x="209677" y="19177"/>
                  </a:cubicBezTo>
                  <a:cubicBezTo>
                    <a:pt x="209550" y="19177"/>
                    <a:pt x="209804" y="19177"/>
                    <a:pt x="209550" y="19177"/>
                  </a:cubicBezTo>
                  <a:lnTo>
                    <a:pt x="19050" y="19177"/>
                  </a:lnTo>
                  <a:cubicBezTo>
                    <a:pt x="18796" y="19177"/>
                    <a:pt x="19050" y="19177"/>
                    <a:pt x="18923" y="19177"/>
                  </a:cubicBezTo>
                  <a:cubicBezTo>
                    <a:pt x="18923" y="19177"/>
                    <a:pt x="19050" y="19177"/>
                    <a:pt x="19177" y="19050"/>
                  </a:cubicBezTo>
                  <a:cubicBezTo>
                    <a:pt x="19050" y="19177"/>
                    <a:pt x="19177" y="19050"/>
                    <a:pt x="19050" y="19177"/>
                  </a:cubicBezTo>
                  <a:cubicBezTo>
                    <a:pt x="18923" y="19304"/>
                    <a:pt x="19050" y="19177"/>
                    <a:pt x="18923" y="19304"/>
                  </a:cubicBezTo>
                  <a:cubicBezTo>
                    <a:pt x="18923" y="19304"/>
                    <a:pt x="19050" y="19177"/>
                    <a:pt x="19050" y="19050"/>
                  </a:cubicBezTo>
                  <a:cubicBezTo>
                    <a:pt x="19050" y="19177"/>
                    <a:pt x="19050" y="18923"/>
                    <a:pt x="19050" y="19177"/>
                  </a:cubicBezTo>
                  <a:lnTo>
                    <a:pt x="19050" y="20967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1562588" y="2290572"/>
            <a:ext cx="5934456" cy="4005072"/>
            <a:chOff x="0" y="0"/>
            <a:chExt cx="5275072" cy="35600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275072" cy="3560064"/>
            </a:xfrm>
            <a:custGeom>
              <a:avLst/>
              <a:gdLst/>
              <a:ahLst/>
              <a:cxnLst/>
              <a:rect l="l" t="t" r="r" b="b"/>
              <a:pathLst>
                <a:path w="5275072" h="3560064">
                  <a:moveTo>
                    <a:pt x="0" y="0"/>
                  </a:moveTo>
                  <a:lnTo>
                    <a:pt x="0" y="3560064"/>
                  </a:lnTo>
                  <a:lnTo>
                    <a:pt x="5275072" y="3560064"/>
                  </a:lnTo>
                  <a:lnTo>
                    <a:pt x="5275072" y="0"/>
                  </a:lnTo>
                  <a:lnTo>
                    <a:pt x="5216144" y="0"/>
                  </a:lnTo>
                  <a:lnTo>
                    <a:pt x="5216144" y="3336036"/>
                  </a:lnTo>
                  <a:cubicBezTo>
                    <a:pt x="5216144" y="3346577"/>
                    <a:pt x="5212461" y="3355594"/>
                    <a:pt x="5204968" y="3362960"/>
                  </a:cubicBezTo>
                  <a:cubicBezTo>
                    <a:pt x="5197475" y="3370326"/>
                    <a:pt x="5188585" y="3374136"/>
                    <a:pt x="5178044" y="3374136"/>
                  </a:cubicBezTo>
                  <a:lnTo>
                    <a:pt x="98044" y="3374136"/>
                  </a:lnTo>
                  <a:cubicBezTo>
                    <a:pt x="87503" y="3374136"/>
                    <a:pt x="78486" y="3370453"/>
                    <a:pt x="71120" y="3362960"/>
                  </a:cubicBezTo>
                  <a:cubicBezTo>
                    <a:pt x="63754" y="3355467"/>
                    <a:pt x="59944" y="3346577"/>
                    <a:pt x="59944" y="3336036"/>
                  </a:cubicBezTo>
                  <a:lnTo>
                    <a:pt x="59944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1467333" y="2105020"/>
            <a:ext cx="6124951" cy="4285864"/>
            <a:chOff x="0" y="0"/>
            <a:chExt cx="4083304" cy="2857246"/>
          </a:xfrm>
        </p:grpSpPr>
        <p:sp>
          <p:nvSpPr>
            <p:cNvPr id="21" name="Freeform 21"/>
            <p:cNvSpPr/>
            <p:nvPr/>
          </p:nvSpPr>
          <p:spPr>
            <a:xfrm>
              <a:off x="63500" y="123698"/>
              <a:ext cx="3956303" cy="2670048"/>
            </a:xfrm>
            <a:custGeom>
              <a:avLst/>
              <a:gdLst/>
              <a:ahLst/>
              <a:cxnLst/>
              <a:rect l="l" t="t" r="r" b="b"/>
              <a:pathLst>
                <a:path w="3956303" h="2670048">
                  <a:moveTo>
                    <a:pt x="0" y="0"/>
                  </a:moveTo>
                  <a:lnTo>
                    <a:pt x="3956303" y="0"/>
                  </a:lnTo>
                  <a:lnTo>
                    <a:pt x="3956303" y="2670048"/>
                  </a:lnTo>
                  <a:lnTo>
                    <a:pt x="0" y="2670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103759" y="68326"/>
              <a:ext cx="3876548" cy="2590673"/>
            </a:xfrm>
            <a:custGeom>
              <a:avLst/>
              <a:gdLst/>
              <a:ahLst/>
              <a:cxnLst/>
              <a:rect l="l" t="t" r="r" b="b"/>
              <a:pathLst>
                <a:path w="3876548" h="2590673">
                  <a:moveTo>
                    <a:pt x="0" y="2557399"/>
                  </a:moveTo>
                  <a:lnTo>
                    <a:pt x="0" y="33274"/>
                  </a:lnTo>
                  <a:cubicBezTo>
                    <a:pt x="0" y="28829"/>
                    <a:pt x="889" y="24638"/>
                    <a:pt x="2540" y="20574"/>
                  </a:cubicBezTo>
                  <a:cubicBezTo>
                    <a:pt x="4191" y="16510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lnTo>
                    <a:pt x="3843274" y="0"/>
                  </a:lnTo>
                  <a:cubicBezTo>
                    <a:pt x="3847719" y="0"/>
                    <a:pt x="3851910" y="889"/>
                    <a:pt x="3855974" y="2540"/>
                  </a:cubicBezTo>
                  <a:cubicBezTo>
                    <a:pt x="3860038" y="4191"/>
                    <a:pt x="3863721" y="6604"/>
                    <a:pt x="3866769" y="9779"/>
                  </a:cubicBezTo>
                  <a:cubicBezTo>
                    <a:pt x="3869817" y="12954"/>
                    <a:pt x="3872356" y="16510"/>
                    <a:pt x="3874008" y="20574"/>
                  </a:cubicBezTo>
                  <a:cubicBezTo>
                    <a:pt x="3875659" y="24638"/>
                    <a:pt x="3876548" y="28956"/>
                    <a:pt x="3876548" y="33274"/>
                  </a:cubicBezTo>
                  <a:lnTo>
                    <a:pt x="3876548" y="2557399"/>
                  </a:lnTo>
                  <a:cubicBezTo>
                    <a:pt x="3876548" y="2561844"/>
                    <a:pt x="3875659" y="2566035"/>
                    <a:pt x="3874008" y="2570099"/>
                  </a:cubicBezTo>
                  <a:cubicBezTo>
                    <a:pt x="3872356" y="2574163"/>
                    <a:pt x="3869944" y="2577846"/>
                    <a:pt x="3866769" y="2580894"/>
                  </a:cubicBezTo>
                  <a:cubicBezTo>
                    <a:pt x="3863594" y="2583942"/>
                    <a:pt x="3860038" y="2586482"/>
                    <a:pt x="3855974" y="2588133"/>
                  </a:cubicBezTo>
                  <a:cubicBezTo>
                    <a:pt x="3851910" y="2589784"/>
                    <a:pt x="3847592" y="2590673"/>
                    <a:pt x="3843274" y="2590673"/>
                  </a:cubicBezTo>
                  <a:lnTo>
                    <a:pt x="33274" y="2590673"/>
                  </a:lnTo>
                  <a:cubicBezTo>
                    <a:pt x="28829" y="2590673"/>
                    <a:pt x="24638" y="2589784"/>
                    <a:pt x="20574" y="2588133"/>
                  </a:cubicBezTo>
                  <a:cubicBezTo>
                    <a:pt x="16510" y="2586482"/>
                    <a:pt x="12827" y="2584069"/>
                    <a:pt x="9779" y="2580894"/>
                  </a:cubicBezTo>
                  <a:cubicBezTo>
                    <a:pt x="6731" y="2577719"/>
                    <a:pt x="4191" y="2574163"/>
                    <a:pt x="2540" y="2570099"/>
                  </a:cubicBezTo>
                  <a:cubicBezTo>
                    <a:pt x="889" y="2566035"/>
                    <a:pt x="0" y="2561717"/>
                    <a:pt x="0" y="255739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98933" y="63500"/>
              <a:ext cx="3886200" cy="2600325"/>
            </a:xfrm>
            <a:custGeom>
              <a:avLst/>
              <a:gdLst/>
              <a:ahLst/>
              <a:cxnLst/>
              <a:rect l="l" t="t" r="r" b="b"/>
              <a:pathLst>
                <a:path w="3886200" h="2600325">
                  <a:moveTo>
                    <a:pt x="0" y="2562225"/>
                  </a:moveTo>
                  <a:lnTo>
                    <a:pt x="0" y="38100"/>
                  </a:lnTo>
                  <a:lnTo>
                    <a:pt x="4826" y="38100"/>
                  </a:ln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lnTo>
                    <a:pt x="14605" y="14605"/>
                  </a:lnTo>
                  <a:lnTo>
                    <a:pt x="11176" y="11176"/>
                  </a:lnTo>
                  <a:cubicBezTo>
                    <a:pt x="14732" y="7620"/>
                    <a:pt x="18923" y="4826"/>
                    <a:pt x="23495" y="2921"/>
                  </a:cubicBezTo>
                  <a:lnTo>
                    <a:pt x="25273" y="7366"/>
                  </a:lnTo>
                  <a:lnTo>
                    <a:pt x="23495" y="2921"/>
                  </a:lnTo>
                  <a:cubicBezTo>
                    <a:pt x="28194" y="1016"/>
                    <a:pt x="33020" y="0"/>
                    <a:pt x="38100" y="0"/>
                  </a:cubicBezTo>
                  <a:lnTo>
                    <a:pt x="38100" y="4826"/>
                  </a:lnTo>
                  <a:lnTo>
                    <a:pt x="38100" y="0"/>
                  </a:lnTo>
                  <a:lnTo>
                    <a:pt x="3848100" y="0"/>
                  </a:lnTo>
                  <a:lnTo>
                    <a:pt x="3848100" y="4826"/>
                  </a:lnTo>
                  <a:lnTo>
                    <a:pt x="3848100" y="0"/>
                  </a:lnTo>
                  <a:cubicBezTo>
                    <a:pt x="3853180" y="0"/>
                    <a:pt x="3858006" y="1016"/>
                    <a:pt x="3862705" y="2921"/>
                  </a:cubicBezTo>
                  <a:lnTo>
                    <a:pt x="3860926" y="7366"/>
                  </a:lnTo>
                  <a:lnTo>
                    <a:pt x="3862705" y="2921"/>
                  </a:lnTo>
                  <a:cubicBezTo>
                    <a:pt x="3867404" y="4826"/>
                    <a:pt x="3871468" y="7620"/>
                    <a:pt x="3875024" y="11176"/>
                  </a:cubicBezTo>
                  <a:cubicBezTo>
                    <a:pt x="3878580" y="14732"/>
                    <a:pt x="3881374" y="18923"/>
                    <a:pt x="3883279" y="23495"/>
                  </a:cubicBezTo>
                  <a:cubicBezTo>
                    <a:pt x="3885184" y="28194"/>
                    <a:pt x="3886200" y="33020"/>
                    <a:pt x="3886200" y="38100"/>
                  </a:cubicBezTo>
                  <a:lnTo>
                    <a:pt x="3886200" y="2562225"/>
                  </a:lnTo>
                  <a:cubicBezTo>
                    <a:pt x="3886200" y="2567305"/>
                    <a:pt x="3885184" y="2572131"/>
                    <a:pt x="3883279" y="2576830"/>
                  </a:cubicBezTo>
                  <a:cubicBezTo>
                    <a:pt x="3881374" y="2581529"/>
                    <a:pt x="3878580" y="2585593"/>
                    <a:pt x="3875024" y="2589149"/>
                  </a:cubicBezTo>
                  <a:cubicBezTo>
                    <a:pt x="3871468" y="2592705"/>
                    <a:pt x="3867276" y="2595499"/>
                    <a:pt x="3862705" y="2597404"/>
                  </a:cubicBezTo>
                  <a:lnTo>
                    <a:pt x="3860926" y="2592959"/>
                  </a:lnTo>
                  <a:lnTo>
                    <a:pt x="3862705" y="2597404"/>
                  </a:lnTo>
                  <a:cubicBezTo>
                    <a:pt x="3858006" y="2599309"/>
                    <a:pt x="3853180" y="2600325"/>
                    <a:pt x="3848100" y="2600325"/>
                  </a:cubicBezTo>
                  <a:lnTo>
                    <a:pt x="38100" y="2600325"/>
                  </a:lnTo>
                  <a:cubicBezTo>
                    <a:pt x="33020" y="2600325"/>
                    <a:pt x="28194" y="2599309"/>
                    <a:pt x="23495" y="2597404"/>
                  </a:cubicBezTo>
                  <a:lnTo>
                    <a:pt x="25273" y="2592959"/>
                  </a:lnTo>
                  <a:lnTo>
                    <a:pt x="23495" y="2597404"/>
                  </a:lnTo>
                  <a:cubicBezTo>
                    <a:pt x="18796" y="2595499"/>
                    <a:pt x="14732" y="2592705"/>
                    <a:pt x="11176" y="2589149"/>
                  </a:cubicBezTo>
                  <a:lnTo>
                    <a:pt x="14605" y="2585720"/>
                  </a:lnTo>
                  <a:lnTo>
                    <a:pt x="11176" y="2589149"/>
                  </a:lnTo>
                  <a:cubicBezTo>
                    <a:pt x="7620" y="2585593"/>
                    <a:pt x="4826" y="2581402"/>
                    <a:pt x="2921" y="2576830"/>
                  </a:cubicBezTo>
                  <a:lnTo>
                    <a:pt x="7366" y="2575052"/>
                  </a:lnTo>
                  <a:lnTo>
                    <a:pt x="2921" y="2576830"/>
                  </a:lnTo>
                  <a:cubicBezTo>
                    <a:pt x="1016" y="2572131"/>
                    <a:pt x="0" y="2567305"/>
                    <a:pt x="0" y="2562225"/>
                  </a:cubicBezTo>
                  <a:lnTo>
                    <a:pt x="4699" y="2562225"/>
                  </a:lnTo>
                  <a:lnTo>
                    <a:pt x="0" y="2562225"/>
                  </a:lnTo>
                  <a:moveTo>
                    <a:pt x="9525" y="2562225"/>
                  </a:moveTo>
                  <a:cubicBezTo>
                    <a:pt x="9525" y="2566035"/>
                    <a:pt x="10287" y="2569591"/>
                    <a:pt x="11684" y="2573147"/>
                  </a:cubicBezTo>
                  <a:cubicBezTo>
                    <a:pt x="13081" y="2576703"/>
                    <a:pt x="15240" y="2579751"/>
                    <a:pt x="17907" y="2582418"/>
                  </a:cubicBezTo>
                  <a:cubicBezTo>
                    <a:pt x="20574" y="2585085"/>
                    <a:pt x="23622" y="2587117"/>
                    <a:pt x="27178" y="2588641"/>
                  </a:cubicBezTo>
                  <a:cubicBezTo>
                    <a:pt x="30734" y="2590038"/>
                    <a:pt x="34290" y="2590800"/>
                    <a:pt x="38100" y="2590800"/>
                  </a:cubicBezTo>
                  <a:lnTo>
                    <a:pt x="38100" y="2595499"/>
                  </a:lnTo>
                  <a:lnTo>
                    <a:pt x="38100" y="2590800"/>
                  </a:lnTo>
                  <a:lnTo>
                    <a:pt x="3848100" y="2590800"/>
                  </a:lnTo>
                  <a:lnTo>
                    <a:pt x="3848100" y="2595626"/>
                  </a:lnTo>
                  <a:lnTo>
                    <a:pt x="3848100" y="2590927"/>
                  </a:lnTo>
                  <a:cubicBezTo>
                    <a:pt x="3851910" y="2590927"/>
                    <a:pt x="3855466" y="2590165"/>
                    <a:pt x="3859022" y="2588768"/>
                  </a:cubicBezTo>
                  <a:cubicBezTo>
                    <a:pt x="3862578" y="2587371"/>
                    <a:pt x="3865626" y="2585212"/>
                    <a:pt x="3868293" y="2582545"/>
                  </a:cubicBezTo>
                  <a:lnTo>
                    <a:pt x="3871722" y="2585974"/>
                  </a:lnTo>
                  <a:lnTo>
                    <a:pt x="3868293" y="2582545"/>
                  </a:lnTo>
                  <a:cubicBezTo>
                    <a:pt x="3870960" y="2579878"/>
                    <a:pt x="3872992" y="2576830"/>
                    <a:pt x="3874516" y="2573274"/>
                  </a:cubicBezTo>
                  <a:lnTo>
                    <a:pt x="3878961" y="2575052"/>
                  </a:lnTo>
                  <a:lnTo>
                    <a:pt x="3874516" y="2573274"/>
                  </a:lnTo>
                  <a:cubicBezTo>
                    <a:pt x="3875913" y="2569718"/>
                    <a:pt x="3876675" y="2566162"/>
                    <a:pt x="3876675" y="2562352"/>
                  </a:cubicBezTo>
                  <a:lnTo>
                    <a:pt x="3881374" y="2562352"/>
                  </a:lnTo>
                  <a:lnTo>
                    <a:pt x="3876548" y="2562352"/>
                  </a:lnTo>
                  <a:lnTo>
                    <a:pt x="3876548" y="38100"/>
                  </a:lnTo>
                  <a:lnTo>
                    <a:pt x="3881374" y="38100"/>
                  </a:lnTo>
                  <a:lnTo>
                    <a:pt x="3876675" y="38100"/>
                  </a:lnTo>
                  <a:cubicBezTo>
                    <a:pt x="3876675" y="34290"/>
                    <a:pt x="3875913" y="30607"/>
                    <a:pt x="3874516" y="27178"/>
                  </a:cubicBezTo>
                  <a:lnTo>
                    <a:pt x="3878961" y="25400"/>
                  </a:lnTo>
                  <a:lnTo>
                    <a:pt x="3874516" y="27178"/>
                  </a:lnTo>
                  <a:cubicBezTo>
                    <a:pt x="3873119" y="23622"/>
                    <a:pt x="3870960" y="20574"/>
                    <a:pt x="3868293" y="17907"/>
                  </a:cubicBezTo>
                  <a:lnTo>
                    <a:pt x="3871722" y="14478"/>
                  </a:lnTo>
                  <a:lnTo>
                    <a:pt x="3868293" y="17907"/>
                  </a:lnTo>
                  <a:cubicBezTo>
                    <a:pt x="3865626" y="15240"/>
                    <a:pt x="3862578" y="13208"/>
                    <a:pt x="3859022" y="11684"/>
                  </a:cubicBezTo>
                  <a:cubicBezTo>
                    <a:pt x="3855466" y="10287"/>
                    <a:pt x="3851910" y="9525"/>
                    <a:pt x="3848100" y="9525"/>
                  </a:cubicBezTo>
                  <a:lnTo>
                    <a:pt x="38100" y="9525"/>
                  </a:lnTo>
                  <a:cubicBezTo>
                    <a:pt x="34290" y="9525"/>
                    <a:pt x="30734" y="10287"/>
                    <a:pt x="27178" y="11684"/>
                  </a:cubicBezTo>
                  <a:cubicBezTo>
                    <a:pt x="23622" y="13081"/>
                    <a:pt x="20574" y="15240"/>
                    <a:pt x="17907" y="17907"/>
                  </a:cubicBezTo>
                  <a:cubicBezTo>
                    <a:pt x="15240" y="20574"/>
                    <a:pt x="13208" y="23622"/>
                    <a:pt x="11684" y="27178"/>
                  </a:cubicBezTo>
                  <a:lnTo>
                    <a:pt x="7239" y="25400"/>
                  </a:lnTo>
                  <a:lnTo>
                    <a:pt x="11684" y="27178"/>
                  </a:lnTo>
                  <a:cubicBezTo>
                    <a:pt x="10287" y="30734"/>
                    <a:pt x="9525" y="34290"/>
                    <a:pt x="9525" y="38100"/>
                  </a:cubicBezTo>
                  <a:lnTo>
                    <a:pt x="9525" y="2562225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1630025" y="2214562"/>
            <a:ext cx="5800725" cy="3871912"/>
            <a:chOff x="0" y="0"/>
            <a:chExt cx="5156200" cy="34417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156200" cy="3441700"/>
            </a:xfrm>
            <a:custGeom>
              <a:avLst/>
              <a:gdLst/>
              <a:ahLst/>
              <a:cxnLst/>
              <a:rect l="l" t="t" r="r" b="b"/>
              <a:pathLst>
                <a:path w="5156200" h="3441700">
                  <a:moveTo>
                    <a:pt x="37973" y="0"/>
                  </a:moveTo>
                  <a:cubicBezTo>
                    <a:pt x="27432" y="0"/>
                    <a:pt x="18542" y="3810"/>
                    <a:pt x="11176" y="11176"/>
                  </a:cubicBezTo>
                  <a:cubicBezTo>
                    <a:pt x="3810" y="18542"/>
                    <a:pt x="0" y="27559"/>
                    <a:pt x="0" y="38100"/>
                  </a:cubicBezTo>
                  <a:lnTo>
                    <a:pt x="0" y="3403600"/>
                  </a:lnTo>
                  <a:cubicBezTo>
                    <a:pt x="0" y="3414141"/>
                    <a:pt x="3683" y="3423158"/>
                    <a:pt x="11176" y="3430524"/>
                  </a:cubicBezTo>
                  <a:cubicBezTo>
                    <a:pt x="18669" y="3437890"/>
                    <a:pt x="27559" y="3441700"/>
                    <a:pt x="38100" y="3441700"/>
                  </a:cubicBezTo>
                  <a:lnTo>
                    <a:pt x="5118100" y="3441700"/>
                  </a:lnTo>
                  <a:cubicBezTo>
                    <a:pt x="5128641" y="3441700"/>
                    <a:pt x="5137658" y="3438017"/>
                    <a:pt x="5145024" y="3430524"/>
                  </a:cubicBezTo>
                  <a:cubicBezTo>
                    <a:pt x="5152390" y="3423031"/>
                    <a:pt x="5156200" y="3414141"/>
                    <a:pt x="5156200" y="3403600"/>
                  </a:cubicBezTo>
                  <a:lnTo>
                    <a:pt x="5156200" y="38100"/>
                  </a:lnTo>
                  <a:cubicBezTo>
                    <a:pt x="5156200" y="27559"/>
                    <a:pt x="5152517" y="18542"/>
                    <a:pt x="5145024" y="11176"/>
                  </a:cubicBezTo>
                  <a:cubicBezTo>
                    <a:pt x="5137531" y="3810"/>
                    <a:pt x="5128768" y="0"/>
                    <a:pt x="5118227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857250" y="734982"/>
            <a:ext cx="4284193" cy="74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Module 1: Add Task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00250" y="6758288"/>
            <a:ext cx="4428453" cy="427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Initializes status as 'Pending'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29618" y="7227227"/>
            <a:ext cx="72881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00250" y="4615163"/>
            <a:ext cx="4632279" cy="427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Captures user text description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602132" y="5084102"/>
            <a:ext cx="72881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00250" y="2472038"/>
            <a:ext cx="5308406" cy="427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Auto-incrementing unique task IDs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543929" y="2940977"/>
            <a:ext cx="72881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00250" y="8901413"/>
            <a:ext cx="5452424" cy="427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Sequential storage in memory array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629129" y="9370352"/>
            <a:ext cx="72881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00250" y="9370352"/>
            <a:ext cx="8131359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Mapsthe taskstructure intotheglobaltask array, ensuring contiguous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000250" y="9756115"/>
            <a:ext cx="5973504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memory allocation and facilitating efficient indexing.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00250" y="5084102"/>
            <a:ext cx="8238573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Sanitizes and capturesinput fromthestandard input stream, managing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000250" y="5469865"/>
            <a:ext cx="7727251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character limits to maintain data integrity within the C environment.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000250" y="2940977"/>
            <a:ext cx="8383562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Implements acentralcounter logictoensure every newly created task is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000250" y="3326740"/>
            <a:ext cx="6182158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assigned a distinct identifier for precise data retrieval.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000250" y="7227227"/>
            <a:ext cx="8556469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Automatesthetask lifecycle bysetting the default state to "Pending" upon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250" y="7612990"/>
            <a:ext cx="6590109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creation, requiring no manual entry for workflow tracking.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668998" y="6269684"/>
            <a:ext cx="3797246" cy="32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Process Flow: Input to Array Storage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956727" y="9603167"/>
            <a:ext cx="6603340" cy="283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© 2026 To-Do Management System Architecture | Technical Specification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1628775"/>
            <a:ext cx="2857500" cy="14288"/>
            <a:chOff x="0" y="0"/>
            <a:chExt cx="1905000" cy="95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  <a:lnTo>
                    <a:pt x="1905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3128962"/>
            <a:ext cx="171450" cy="171450"/>
            <a:chOff x="0" y="0"/>
            <a:chExt cx="114300" cy="1143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57250" y="4429125"/>
            <a:ext cx="171450" cy="171450"/>
            <a:chOff x="0" y="0"/>
            <a:chExt cx="114300" cy="1143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857250" y="5729288"/>
            <a:ext cx="171450" cy="171450"/>
            <a:chOff x="0" y="0"/>
            <a:chExt cx="114300" cy="1143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57250" y="7029450"/>
            <a:ext cx="171450" cy="171450"/>
            <a:chOff x="0" y="0"/>
            <a:chExt cx="114300" cy="114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7815262" y="2500312"/>
            <a:ext cx="14288" cy="6072188"/>
            <a:chOff x="0" y="0"/>
            <a:chExt cx="9525" cy="40481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525" cy="4048125"/>
            </a:xfrm>
            <a:custGeom>
              <a:avLst/>
              <a:gdLst/>
              <a:ahLst/>
              <a:cxnLst/>
              <a:rect l="l" t="t" r="r" b="b"/>
              <a:pathLst>
                <a:path w="9525" h="4048125">
                  <a:moveTo>
                    <a:pt x="0" y="0"/>
                  </a:moveTo>
                  <a:lnTo>
                    <a:pt x="0" y="4048125"/>
                  </a:lnTo>
                  <a:lnTo>
                    <a:pt x="9525" y="40481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1A237E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8691558" y="2890833"/>
            <a:ext cx="8834433" cy="4748208"/>
          </a:xfrm>
          <a:custGeom>
            <a:avLst/>
            <a:gdLst/>
            <a:ahLst/>
            <a:cxnLst/>
            <a:rect l="l" t="t" r="r" b="b"/>
            <a:pathLst>
              <a:path w="8834433" h="4748208">
                <a:moveTo>
                  <a:pt x="0" y="0"/>
                </a:moveTo>
                <a:lnTo>
                  <a:pt x="8834432" y="0"/>
                </a:lnTo>
                <a:lnTo>
                  <a:pt x="8834432" y="4748207"/>
                </a:lnTo>
                <a:lnTo>
                  <a:pt x="0" y="47482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57250" y="734982"/>
            <a:ext cx="4699702" cy="74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Module 2: View Tasks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7250" y="2103058"/>
            <a:ext cx="3672459" cy="593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1">
                <a:solidFill>
                  <a:srgbClr val="00BCD4"/>
                </a:solidFill>
                <a:latin typeface="Carlito Bold"/>
                <a:ea typeface="Carlito Bold"/>
                <a:cs typeface="Carlito Bold"/>
                <a:sym typeface="Carlito Bold"/>
              </a:rPr>
              <a:t>Implementa on Logic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86812" y="2103058"/>
            <a:ext cx="3071541" cy="593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1">
                <a:solidFill>
                  <a:srgbClr val="00BCD4"/>
                </a:solidFill>
                <a:latin typeface="Carlito Bold"/>
                <a:ea typeface="Carlito Bold"/>
                <a:cs typeface="Carlito Bold"/>
                <a:sym typeface="Carlito Bold"/>
              </a:rPr>
              <a:t>Forma ed Output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58275" y="3240043"/>
            <a:ext cx="262318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50408" y="3240043"/>
            <a:ext cx="1443009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Description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088943" y="3240043"/>
            <a:ext cx="801686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Status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58275" y="4098265"/>
            <a:ext cx="291779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058275" y="5026952"/>
            <a:ext cx="291779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58275" y="5955640"/>
            <a:ext cx="291779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058275" y="6884327"/>
            <a:ext cx="291779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50408" y="5026952"/>
            <a:ext cx="2478453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Debug memory leaks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50408" y="5955640"/>
            <a:ext cx="2522258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Optimize pointer logic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50408" y="4098265"/>
            <a:ext cx="2741028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Complete project report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50408" y="6884327"/>
            <a:ext cx="3601250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Finalize system documentation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274681" y="4109828"/>
            <a:ext cx="919715" cy="32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Pending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274681" y="5967203"/>
            <a:ext cx="919715" cy="32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Pending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274681" y="5038515"/>
            <a:ext cx="1282903" cy="32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In Progress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274681" y="6895890"/>
            <a:ext cx="1282903" cy="32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In Progress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786812" y="7827021"/>
            <a:ext cx="8329527" cy="32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* Table view ensures clear visual separation of entries for better user experience.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85875" y="2984402"/>
            <a:ext cx="6682435" cy="927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Full iteration through task array using structural looping.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85875" y="4284564"/>
            <a:ext cx="6071273" cy="927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Efficient extraction of stored data points for display.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85875" y="5584727"/>
            <a:ext cx="6480639" cy="927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Includes core fields: Task ID, Description, and Status.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85875" y="6884889"/>
            <a:ext cx="5541350" cy="927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Direct access to structural elements for maximum performance.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09444" y="9460292"/>
            <a:ext cx="6345707" cy="283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 2026 To-Do List Management System | C Programming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1995" y="3162295"/>
            <a:ext cx="3705220" cy="5619745"/>
          </a:xfrm>
          <a:custGeom>
            <a:avLst/>
            <a:gdLst/>
            <a:ahLst/>
            <a:cxnLst/>
            <a:rect l="l" t="t" r="r" b="b"/>
            <a:pathLst>
              <a:path w="3705220" h="5619745">
                <a:moveTo>
                  <a:pt x="0" y="0"/>
                </a:moveTo>
                <a:lnTo>
                  <a:pt x="3705220" y="0"/>
                </a:lnTo>
                <a:lnTo>
                  <a:pt x="3705220" y="5619745"/>
                </a:lnTo>
                <a:lnTo>
                  <a:pt x="0" y="56197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119683" y="3162295"/>
            <a:ext cx="3705220" cy="5619745"/>
          </a:xfrm>
          <a:custGeom>
            <a:avLst/>
            <a:gdLst/>
            <a:ahLst/>
            <a:cxnLst/>
            <a:rect l="l" t="t" r="r" b="b"/>
            <a:pathLst>
              <a:path w="3705220" h="5619745">
                <a:moveTo>
                  <a:pt x="0" y="0"/>
                </a:moveTo>
                <a:lnTo>
                  <a:pt x="3705220" y="0"/>
                </a:lnTo>
                <a:lnTo>
                  <a:pt x="3705220" y="5619745"/>
                </a:lnTo>
                <a:lnTo>
                  <a:pt x="0" y="56197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463083" y="3162295"/>
            <a:ext cx="3705220" cy="5619745"/>
          </a:xfrm>
          <a:custGeom>
            <a:avLst/>
            <a:gdLst/>
            <a:ahLst/>
            <a:cxnLst/>
            <a:rect l="l" t="t" r="r" b="b"/>
            <a:pathLst>
              <a:path w="3705220" h="5619745">
                <a:moveTo>
                  <a:pt x="0" y="0"/>
                </a:moveTo>
                <a:lnTo>
                  <a:pt x="3705220" y="0"/>
                </a:lnTo>
                <a:lnTo>
                  <a:pt x="3705220" y="5619745"/>
                </a:lnTo>
                <a:lnTo>
                  <a:pt x="0" y="56197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857250" y="1628775"/>
            <a:ext cx="16573500" cy="14288"/>
            <a:chOff x="0" y="0"/>
            <a:chExt cx="11049000" cy="95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  <a:lnTo>
                    <a:pt x="11049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857250" y="9329738"/>
            <a:ext cx="16573500" cy="14288"/>
            <a:chOff x="0" y="0"/>
            <a:chExt cx="11049000" cy="95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  <a:lnTo>
                    <a:pt x="11049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3820770" y="3162295"/>
            <a:ext cx="3705220" cy="5619745"/>
          </a:xfrm>
          <a:custGeom>
            <a:avLst/>
            <a:gdLst/>
            <a:ahLst/>
            <a:cxnLst/>
            <a:rect l="l" t="t" r="r" b="b"/>
            <a:pathLst>
              <a:path w="3705220" h="5619745">
                <a:moveTo>
                  <a:pt x="0" y="0"/>
                </a:moveTo>
                <a:lnTo>
                  <a:pt x="3705220" y="0"/>
                </a:lnTo>
                <a:lnTo>
                  <a:pt x="3705220" y="5619745"/>
                </a:lnTo>
                <a:lnTo>
                  <a:pt x="0" y="56197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57250" y="734982"/>
            <a:ext cx="5455153" cy="74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Module 3: Edit Task Logic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59740" y="5784266"/>
            <a:ext cx="268976" cy="465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D1D1D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11841" y="5784266"/>
            <a:ext cx="268976" cy="465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D1D1D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363942" y="5784266"/>
            <a:ext cx="268976" cy="465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D1D1D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4039" y="5327261"/>
            <a:ext cx="2838498" cy="242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7"/>
              </a:lnSpc>
            </a:pPr>
            <a:r>
              <a:rPr lang="en-US" sz="1575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STEP 01</a:t>
            </a:r>
          </a:p>
          <a:p>
            <a:pPr algn="ctr">
              <a:lnSpc>
                <a:spcPts val="1237"/>
              </a:lnSpc>
            </a:pPr>
            <a:r>
              <a:rPr lang="en-US" sz="2475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Search</a:t>
            </a:r>
          </a:p>
          <a:p>
            <a:pPr algn="ctr">
              <a:lnSpc>
                <a:spcPts val="3037"/>
              </a:lnSpc>
            </a:pPr>
            <a:r>
              <a:rPr lang="en-US" sz="202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Targeted search by Task ID within the linked list structure for precise identification.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45336" y="5327261"/>
            <a:ext cx="2901391" cy="242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7"/>
              </a:lnSpc>
            </a:pPr>
            <a:r>
              <a:rPr lang="en-US" sz="1575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STEP 02</a:t>
            </a:r>
          </a:p>
          <a:p>
            <a:pPr algn="ctr">
              <a:lnSpc>
                <a:spcPts val="1237"/>
              </a:lnSpc>
            </a:pPr>
            <a:r>
              <a:rPr lang="en-US" sz="2475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Validate</a:t>
            </a:r>
          </a:p>
          <a:p>
            <a:pPr algn="ctr">
              <a:lnSpc>
                <a:spcPts val="3037"/>
              </a:lnSpc>
            </a:pPr>
            <a:r>
              <a:rPr lang="en-US" sz="202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Robust input validation for existing IDs to ensure data integrity and error handling.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26025" y="5327261"/>
            <a:ext cx="2639073" cy="242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7"/>
              </a:lnSpc>
            </a:pPr>
            <a:r>
              <a:rPr lang="en-US" sz="1575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STEP 03</a:t>
            </a:r>
          </a:p>
          <a:p>
            <a:pPr algn="ctr">
              <a:lnSpc>
                <a:spcPts val="1237"/>
              </a:lnSpc>
            </a:pPr>
            <a:r>
              <a:rPr lang="en-US" sz="2475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Modify</a:t>
            </a:r>
          </a:p>
          <a:p>
            <a:pPr algn="ctr">
              <a:lnSpc>
                <a:spcPts val="3037"/>
              </a:lnSpc>
            </a:pPr>
            <a:r>
              <a:rPr lang="en-US" sz="202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In-place string buffer updates using safe memory allocation and copy functions in C.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213605" y="5327261"/>
            <a:ext cx="2974772" cy="242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7"/>
              </a:lnSpc>
            </a:pPr>
            <a:r>
              <a:rPr lang="en-US" sz="1575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STEP 04</a:t>
            </a:r>
          </a:p>
          <a:p>
            <a:pPr algn="ctr">
              <a:lnSpc>
                <a:spcPts val="1237"/>
              </a:lnSpc>
            </a:pPr>
            <a:r>
              <a:rPr lang="en-US" sz="2475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Confirm</a:t>
            </a:r>
          </a:p>
          <a:p>
            <a:pPr algn="ctr">
              <a:lnSpc>
                <a:spcPts val="3037"/>
              </a:lnSpc>
            </a:pPr>
            <a:r>
              <a:rPr lang="en-US" sz="202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Final user confirmation and state synchronization upon successful data change.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7250" y="9460292"/>
            <a:ext cx="6116079" cy="283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 Programming Technical Specifications: Task Management Project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595706" y="9460292"/>
            <a:ext cx="1871591" cy="283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Academic Year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2357438"/>
            <a:ext cx="171450" cy="171450"/>
            <a:chOff x="0" y="0"/>
            <a:chExt cx="114300" cy="114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3729038"/>
            <a:ext cx="171450" cy="171450"/>
            <a:chOff x="0" y="0"/>
            <a:chExt cx="114300" cy="1143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57250" y="5100638"/>
            <a:ext cx="171450" cy="171450"/>
            <a:chOff x="0" y="0"/>
            <a:chExt cx="114300" cy="1143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857250" y="6472238"/>
            <a:ext cx="171450" cy="171450"/>
            <a:chOff x="0" y="0"/>
            <a:chExt cx="114300" cy="1143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57250" y="1628775"/>
            <a:ext cx="16573500" cy="14288"/>
            <a:chOff x="0" y="0"/>
            <a:chExt cx="11049000" cy="95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  <a:lnTo>
                    <a:pt x="11049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921240" y="2075688"/>
            <a:ext cx="7703820" cy="4978908"/>
            <a:chOff x="0" y="0"/>
            <a:chExt cx="6847840" cy="442569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47840" cy="4425696"/>
            </a:xfrm>
            <a:custGeom>
              <a:avLst/>
              <a:gdLst/>
              <a:ahLst/>
              <a:cxnLst/>
              <a:rect l="l" t="t" r="r" b="b"/>
              <a:pathLst>
                <a:path w="6847840" h="4425696">
                  <a:moveTo>
                    <a:pt x="6624320" y="123444"/>
                  </a:moveTo>
                  <a:cubicBezTo>
                    <a:pt x="6638289" y="123444"/>
                    <a:pt x="6650355" y="128397"/>
                    <a:pt x="6660261" y="138303"/>
                  </a:cubicBezTo>
                  <a:cubicBezTo>
                    <a:pt x="6670167" y="148209"/>
                    <a:pt x="6675120" y="160147"/>
                    <a:pt x="6675120" y="174244"/>
                  </a:cubicBezTo>
                  <a:lnTo>
                    <a:pt x="6675120" y="4149344"/>
                  </a:lnTo>
                  <a:cubicBezTo>
                    <a:pt x="6675120" y="4163314"/>
                    <a:pt x="6670167" y="4175379"/>
                    <a:pt x="6660261" y="4185285"/>
                  </a:cubicBezTo>
                  <a:cubicBezTo>
                    <a:pt x="6650355" y="4195191"/>
                    <a:pt x="6638417" y="4200144"/>
                    <a:pt x="6624320" y="4200144"/>
                  </a:cubicBezTo>
                  <a:lnTo>
                    <a:pt x="223520" y="4200144"/>
                  </a:lnTo>
                  <a:cubicBezTo>
                    <a:pt x="209550" y="4200144"/>
                    <a:pt x="197485" y="4195191"/>
                    <a:pt x="187579" y="4185285"/>
                  </a:cubicBezTo>
                  <a:cubicBezTo>
                    <a:pt x="177673" y="4175379"/>
                    <a:pt x="172720" y="4163441"/>
                    <a:pt x="172720" y="4149344"/>
                  </a:cubicBezTo>
                  <a:lnTo>
                    <a:pt x="172720" y="174244"/>
                  </a:lnTo>
                  <a:cubicBezTo>
                    <a:pt x="172720" y="160274"/>
                    <a:pt x="177673" y="148209"/>
                    <a:pt x="187579" y="138303"/>
                  </a:cubicBezTo>
                  <a:cubicBezTo>
                    <a:pt x="197485" y="128397"/>
                    <a:pt x="209550" y="123444"/>
                    <a:pt x="223520" y="123444"/>
                  </a:cubicBezTo>
                  <a:close/>
                  <a:moveTo>
                    <a:pt x="0" y="0"/>
                  </a:moveTo>
                  <a:lnTo>
                    <a:pt x="0" y="4425696"/>
                  </a:lnTo>
                  <a:lnTo>
                    <a:pt x="6847840" y="4425696"/>
                  </a:lnTo>
                  <a:lnTo>
                    <a:pt x="684784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9825985" y="1980433"/>
            <a:ext cx="7894315" cy="5169403"/>
          </a:xfrm>
          <a:custGeom>
            <a:avLst/>
            <a:gdLst/>
            <a:ahLst/>
            <a:cxnLst/>
            <a:rect l="l" t="t" r="r" b="b"/>
            <a:pathLst>
              <a:path w="7894315" h="5169403">
                <a:moveTo>
                  <a:pt x="0" y="0"/>
                </a:moveTo>
                <a:lnTo>
                  <a:pt x="7894315" y="0"/>
                </a:lnTo>
                <a:lnTo>
                  <a:pt x="7894315" y="5169403"/>
                </a:lnTo>
                <a:lnTo>
                  <a:pt x="0" y="51694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0129838" y="2228850"/>
            <a:ext cx="7286625" cy="4557712"/>
            <a:chOff x="0" y="0"/>
            <a:chExt cx="6477000" cy="40513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77000" cy="4051300"/>
            </a:xfrm>
            <a:custGeom>
              <a:avLst/>
              <a:gdLst/>
              <a:ahLst/>
              <a:cxnLst/>
              <a:rect l="l" t="t" r="r" b="b"/>
              <a:pathLst>
                <a:path w="6477000" h="4051300">
                  <a:moveTo>
                    <a:pt x="38100" y="0"/>
                  </a:moveTo>
                  <a:cubicBezTo>
                    <a:pt x="27559" y="0"/>
                    <a:pt x="18542" y="3683"/>
                    <a:pt x="11176" y="11176"/>
                  </a:cubicBezTo>
                  <a:cubicBezTo>
                    <a:pt x="3810" y="18669"/>
                    <a:pt x="0" y="27559"/>
                    <a:pt x="0" y="38100"/>
                  </a:cubicBezTo>
                  <a:lnTo>
                    <a:pt x="0" y="4013200"/>
                  </a:lnTo>
                  <a:cubicBezTo>
                    <a:pt x="0" y="4023741"/>
                    <a:pt x="3683" y="4032758"/>
                    <a:pt x="11176" y="4040124"/>
                  </a:cubicBezTo>
                  <a:cubicBezTo>
                    <a:pt x="18669" y="4047490"/>
                    <a:pt x="27559" y="4051300"/>
                    <a:pt x="38100" y="4051300"/>
                  </a:cubicBezTo>
                  <a:lnTo>
                    <a:pt x="6438900" y="4051300"/>
                  </a:lnTo>
                  <a:cubicBezTo>
                    <a:pt x="6449441" y="4051300"/>
                    <a:pt x="6458458" y="4047617"/>
                    <a:pt x="6465824" y="4040124"/>
                  </a:cubicBezTo>
                  <a:cubicBezTo>
                    <a:pt x="6473190" y="4032631"/>
                    <a:pt x="6477000" y="4023741"/>
                    <a:pt x="6477000" y="4013200"/>
                  </a:cubicBezTo>
                  <a:lnTo>
                    <a:pt x="6477000" y="38100"/>
                  </a:lnTo>
                  <a:cubicBezTo>
                    <a:pt x="6477000" y="27559"/>
                    <a:pt x="6473317" y="18542"/>
                    <a:pt x="6465824" y="11176"/>
                  </a:cubicBezTo>
                  <a:cubicBezTo>
                    <a:pt x="6458331" y="3810"/>
                    <a:pt x="6449441" y="0"/>
                    <a:pt x="64389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857250" y="734982"/>
            <a:ext cx="4827018" cy="74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Module 4: Delete Task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4450" y="2212877"/>
            <a:ext cx="8322454" cy="927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Locates</a:t>
            </a: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the specific array </a:t>
            </a:r>
            <a:r>
              <a:rPr lang="en-US" sz="2475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index</a:t>
            </a: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target based on the user- provided identifier or selection.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4450" y="3584477"/>
            <a:ext cx="8893126" cy="927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Shifts</a:t>
            </a: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all subsequent elements to the </a:t>
            </a:r>
            <a:r>
              <a:rPr lang="en-US" sz="2475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left</a:t>
            </a: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by one position to fill the void created by the removal.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14450" y="4956077"/>
            <a:ext cx="8803600" cy="927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Decrements</a:t>
            </a: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the global task </a:t>
            </a:r>
            <a:r>
              <a:rPr lang="en-US" sz="2475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counter</a:t>
            </a: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to reflect the new size of the active dataset.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14450" y="6327677"/>
            <a:ext cx="8695473" cy="927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Maintains </a:t>
            </a:r>
            <a:r>
              <a:rPr lang="en-US" sz="2475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contiguous</a:t>
            </a: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memory alignment, ensuring there are no "holes" or gaps in the C array structure.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7250" y="9139028"/>
            <a:ext cx="5165188" cy="32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To-Do List Management System | Logic &amp; Flow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084803" y="9174542"/>
            <a:ext cx="3412841" cy="283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D1D1D1"/>
                </a:solidFill>
                <a:latin typeface="Arial"/>
                <a:ea typeface="Arial"/>
                <a:cs typeface="Arial"/>
                <a:sym typeface="Arial"/>
              </a:rPr>
              <a:t>© 2026 Academic Development Team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7745" y="5834058"/>
            <a:ext cx="7905745" cy="3047995"/>
          </a:xfrm>
          <a:custGeom>
            <a:avLst/>
            <a:gdLst/>
            <a:ahLst/>
            <a:cxnLst/>
            <a:rect l="l" t="t" r="r" b="b"/>
            <a:pathLst>
              <a:path w="7905745" h="3047995">
                <a:moveTo>
                  <a:pt x="0" y="0"/>
                </a:moveTo>
                <a:lnTo>
                  <a:pt x="7905745" y="0"/>
                </a:lnTo>
                <a:lnTo>
                  <a:pt x="7905745" y="3047995"/>
                </a:lnTo>
                <a:lnTo>
                  <a:pt x="0" y="3047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47745" y="2405058"/>
            <a:ext cx="7905745" cy="3047995"/>
          </a:xfrm>
          <a:custGeom>
            <a:avLst/>
            <a:gdLst/>
            <a:ahLst/>
            <a:cxnLst/>
            <a:rect l="l" t="t" r="r" b="b"/>
            <a:pathLst>
              <a:path w="7905745" h="3047995">
                <a:moveTo>
                  <a:pt x="0" y="0"/>
                </a:moveTo>
                <a:lnTo>
                  <a:pt x="7905745" y="0"/>
                </a:lnTo>
                <a:lnTo>
                  <a:pt x="7905745" y="3047995"/>
                </a:lnTo>
                <a:lnTo>
                  <a:pt x="0" y="3047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857250" y="1628775"/>
            <a:ext cx="16573500" cy="14288"/>
            <a:chOff x="0" y="0"/>
            <a:chExt cx="11049000" cy="95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  <a:lnTo>
                    <a:pt x="11049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9334495" y="5834058"/>
            <a:ext cx="7905745" cy="3047995"/>
          </a:xfrm>
          <a:custGeom>
            <a:avLst/>
            <a:gdLst/>
            <a:ahLst/>
            <a:cxnLst/>
            <a:rect l="l" t="t" r="r" b="b"/>
            <a:pathLst>
              <a:path w="7905745" h="3047995">
                <a:moveTo>
                  <a:pt x="0" y="0"/>
                </a:moveTo>
                <a:lnTo>
                  <a:pt x="7905745" y="0"/>
                </a:lnTo>
                <a:lnTo>
                  <a:pt x="7905745" y="3047995"/>
                </a:lnTo>
                <a:lnTo>
                  <a:pt x="0" y="3047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334495" y="2405058"/>
            <a:ext cx="7905745" cy="3047995"/>
          </a:xfrm>
          <a:custGeom>
            <a:avLst/>
            <a:gdLst/>
            <a:ahLst/>
            <a:cxnLst/>
            <a:rect l="l" t="t" r="r" b="b"/>
            <a:pathLst>
              <a:path w="7905745" h="3047995">
                <a:moveTo>
                  <a:pt x="0" y="0"/>
                </a:moveTo>
                <a:lnTo>
                  <a:pt x="7905745" y="0"/>
                </a:lnTo>
                <a:lnTo>
                  <a:pt x="7905745" y="3047995"/>
                </a:lnTo>
                <a:lnTo>
                  <a:pt x="0" y="3047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57250" y="734982"/>
            <a:ext cx="5500230" cy="74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Module 5: Complete Task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00338" y="6235146"/>
            <a:ext cx="5734945" cy="199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Visual Feedback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Provides immediate UI updates to reflect the task's new status, utilizing Teal color indicators for success.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00338" y="2806146"/>
            <a:ext cx="5443337" cy="199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Field Toggle Logic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Implements precise toggle functionality for specific task fields within the C structure, ensuring state consistency.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987088" y="6235146"/>
            <a:ext cx="5313693" cy="199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Data Integrity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Preserves all existing task metadata and timestamps during the status transition to maintain historical accuracy.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87088" y="2806146"/>
            <a:ext cx="5797996" cy="199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Status Flag Update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Programmatically updates the internal status variable to 'Completed' upon user verification and validation.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7250" y="9412934"/>
            <a:ext cx="7261579" cy="32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 2026 To-Do List Management System | Technical Specification Slide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2200275"/>
            <a:ext cx="7429500" cy="8086725"/>
            <a:chOff x="0" y="0"/>
            <a:chExt cx="4953000" cy="5391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53000" cy="5391150"/>
            </a:xfrm>
            <a:custGeom>
              <a:avLst/>
              <a:gdLst/>
              <a:ahLst/>
              <a:cxnLst/>
              <a:rect l="l" t="t" r="r" b="b"/>
              <a:pathLst>
                <a:path w="4953000" h="5391150">
                  <a:moveTo>
                    <a:pt x="57150" y="0"/>
                  </a:moveTo>
                  <a:cubicBezTo>
                    <a:pt x="53340" y="0"/>
                    <a:pt x="49657" y="381"/>
                    <a:pt x="45974" y="1143"/>
                  </a:cubicBezTo>
                  <a:cubicBezTo>
                    <a:pt x="42291" y="1905"/>
                    <a:pt x="38735" y="2921"/>
                    <a:pt x="35306" y="4445"/>
                  </a:cubicBezTo>
                  <a:cubicBezTo>
                    <a:pt x="31877" y="5969"/>
                    <a:pt x="28575" y="7493"/>
                    <a:pt x="25400" y="9652"/>
                  </a:cubicBezTo>
                  <a:cubicBezTo>
                    <a:pt x="22225" y="11811"/>
                    <a:pt x="19431" y="14097"/>
                    <a:pt x="16764" y="16764"/>
                  </a:cubicBezTo>
                  <a:cubicBezTo>
                    <a:pt x="14097" y="19431"/>
                    <a:pt x="11684" y="22352"/>
                    <a:pt x="9652" y="25400"/>
                  </a:cubicBezTo>
                  <a:cubicBezTo>
                    <a:pt x="7620" y="28448"/>
                    <a:pt x="5842" y="31877"/>
                    <a:pt x="4318" y="35306"/>
                  </a:cubicBezTo>
                  <a:cubicBezTo>
                    <a:pt x="2794" y="38735"/>
                    <a:pt x="1778" y="42291"/>
                    <a:pt x="1016" y="45974"/>
                  </a:cubicBezTo>
                  <a:cubicBezTo>
                    <a:pt x="254" y="49657"/>
                    <a:pt x="0" y="53340"/>
                    <a:pt x="0" y="57150"/>
                  </a:cubicBezTo>
                  <a:lnTo>
                    <a:pt x="0" y="5391150"/>
                  </a:lnTo>
                  <a:lnTo>
                    <a:pt x="4953000" y="5391150"/>
                  </a:lnTo>
                  <a:lnTo>
                    <a:pt x="4953000" y="57150"/>
                  </a:lnTo>
                  <a:cubicBezTo>
                    <a:pt x="4953000" y="53340"/>
                    <a:pt x="4952619" y="49657"/>
                    <a:pt x="4951857" y="45974"/>
                  </a:cubicBezTo>
                  <a:cubicBezTo>
                    <a:pt x="4951095" y="42291"/>
                    <a:pt x="4950079" y="38735"/>
                    <a:pt x="4948555" y="35306"/>
                  </a:cubicBezTo>
                  <a:cubicBezTo>
                    <a:pt x="4947031" y="31877"/>
                    <a:pt x="4945380" y="28575"/>
                    <a:pt x="4943221" y="25400"/>
                  </a:cubicBezTo>
                  <a:cubicBezTo>
                    <a:pt x="4941062" y="22225"/>
                    <a:pt x="4938776" y="19431"/>
                    <a:pt x="4936109" y="16764"/>
                  </a:cubicBezTo>
                  <a:cubicBezTo>
                    <a:pt x="4933442" y="14097"/>
                    <a:pt x="4930521" y="11684"/>
                    <a:pt x="4927473" y="9652"/>
                  </a:cubicBezTo>
                  <a:cubicBezTo>
                    <a:pt x="4924425" y="7620"/>
                    <a:pt x="4920996" y="5842"/>
                    <a:pt x="4917567" y="4318"/>
                  </a:cubicBezTo>
                  <a:cubicBezTo>
                    <a:pt x="4914138" y="2794"/>
                    <a:pt x="4910582" y="1778"/>
                    <a:pt x="4906899" y="1016"/>
                  </a:cubicBezTo>
                  <a:cubicBezTo>
                    <a:pt x="4903216" y="254"/>
                    <a:pt x="4899660" y="0"/>
                    <a:pt x="489585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286875" y="2200275"/>
            <a:ext cx="14288" cy="8086725"/>
            <a:chOff x="0" y="0"/>
            <a:chExt cx="9525" cy="5391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525" cy="5391150"/>
            </a:xfrm>
            <a:custGeom>
              <a:avLst/>
              <a:gdLst/>
              <a:ahLst/>
              <a:cxnLst/>
              <a:rect l="l" t="t" r="r" b="b"/>
              <a:pathLst>
                <a:path w="9525" h="5391150">
                  <a:moveTo>
                    <a:pt x="0" y="0"/>
                  </a:moveTo>
                  <a:lnTo>
                    <a:pt x="0" y="5391150"/>
                  </a:lnTo>
                  <a:lnTo>
                    <a:pt x="9525" y="539115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3286125" y="3371850"/>
            <a:ext cx="2571750" cy="1371600"/>
            <a:chOff x="0" y="0"/>
            <a:chExt cx="2286000" cy="1219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86000" cy="1219200"/>
            </a:xfrm>
            <a:custGeom>
              <a:avLst/>
              <a:gdLst/>
              <a:ahLst/>
              <a:cxnLst/>
              <a:rect l="l" t="t" r="r" b="b"/>
              <a:pathLst>
                <a:path w="2286000" h="1219200">
                  <a:moveTo>
                    <a:pt x="0" y="0"/>
                  </a:moveTo>
                  <a:lnTo>
                    <a:pt x="2286000" y="0"/>
                  </a:lnTo>
                  <a:lnTo>
                    <a:pt x="22860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428750" y="6972300"/>
            <a:ext cx="100012" cy="100012"/>
            <a:chOff x="0" y="0"/>
            <a:chExt cx="66675" cy="666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0"/>
                  </a:moveTo>
                  <a:lnTo>
                    <a:pt x="66675" y="0"/>
                  </a:lnTo>
                  <a:lnTo>
                    <a:pt x="66675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428750" y="8601075"/>
            <a:ext cx="100012" cy="100012"/>
            <a:chOff x="0" y="0"/>
            <a:chExt cx="66675" cy="666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0"/>
                  </a:moveTo>
                  <a:lnTo>
                    <a:pt x="66675" y="0"/>
                  </a:lnTo>
                  <a:lnTo>
                    <a:pt x="66675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428750" y="10229850"/>
            <a:ext cx="100012" cy="57150"/>
            <a:chOff x="0" y="0"/>
            <a:chExt cx="66675" cy="381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675" cy="38100"/>
            </a:xfrm>
            <a:custGeom>
              <a:avLst/>
              <a:gdLst/>
              <a:ahLst/>
              <a:cxnLst/>
              <a:rect l="l" t="t" r="r" b="b"/>
              <a:pathLst>
                <a:path w="66675" h="38100">
                  <a:moveTo>
                    <a:pt x="0" y="0"/>
                  </a:moveTo>
                  <a:lnTo>
                    <a:pt x="0" y="38100"/>
                  </a:lnTo>
                  <a:lnTo>
                    <a:pt x="66675" y="3810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0301288" y="2286000"/>
            <a:ext cx="342900" cy="342900"/>
            <a:chOff x="0" y="0"/>
            <a:chExt cx="228600" cy="228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114300"/>
                  </a:moveTo>
                  <a:cubicBezTo>
                    <a:pt x="228600" y="121793"/>
                    <a:pt x="227838" y="129286"/>
                    <a:pt x="226441" y="136652"/>
                  </a:cubicBezTo>
                  <a:cubicBezTo>
                    <a:pt x="225044" y="144018"/>
                    <a:pt x="222758" y="151130"/>
                    <a:pt x="219964" y="158115"/>
                  </a:cubicBezTo>
                  <a:cubicBezTo>
                    <a:pt x="217170" y="165100"/>
                    <a:pt x="213614" y="171577"/>
                    <a:pt x="209423" y="177927"/>
                  </a:cubicBezTo>
                  <a:cubicBezTo>
                    <a:pt x="205232" y="184277"/>
                    <a:pt x="200533" y="189992"/>
                    <a:pt x="195199" y="195199"/>
                  </a:cubicBezTo>
                  <a:cubicBezTo>
                    <a:pt x="189865" y="200406"/>
                    <a:pt x="184150" y="205232"/>
                    <a:pt x="177927" y="209423"/>
                  </a:cubicBezTo>
                  <a:cubicBezTo>
                    <a:pt x="171704" y="213614"/>
                    <a:pt x="165100" y="217170"/>
                    <a:pt x="158115" y="219964"/>
                  </a:cubicBezTo>
                  <a:cubicBezTo>
                    <a:pt x="151130" y="222758"/>
                    <a:pt x="144018" y="225044"/>
                    <a:pt x="136652" y="226441"/>
                  </a:cubicBezTo>
                  <a:cubicBezTo>
                    <a:pt x="129286" y="227838"/>
                    <a:pt x="121793" y="228600"/>
                    <a:pt x="114300" y="228600"/>
                  </a:cubicBezTo>
                  <a:cubicBezTo>
                    <a:pt x="106807" y="228600"/>
                    <a:pt x="99314" y="227838"/>
                    <a:pt x="91948" y="226441"/>
                  </a:cubicBezTo>
                  <a:cubicBezTo>
                    <a:pt x="84582" y="225044"/>
                    <a:pt x="77470" y="222758"/>
                    <a:pt x="70485" y="219964"/>
                  </a:cubicBezTo>
                  <a:cubicBezTo>
                    <a:pt x="63500" y="217170"/>
                    <a:pt x="57023" y="213614"/>
                    <a:pt x="50673" y="209423"/>
                  </a:cubicBezTo>
                  <a:cubicBezTo>
                    <a:pt x="44323" y="205232"/>
                    <a:pt x="38608" y="200533"/>
                    <a:pt x="33401" y="195199"/>
                  </a:cubicBezTo>
                  <a:cubicBezTo>
                    <a:pt x="28194" y="189865"/>
                    <a:pt x="23368" y="184150"/>
                    <a:pt x="19177" y="177927"/>
                  </a:cubicBezTo>
                  <a:cubicBezTo>
                    <a:pt x="14986" y="171704"/>
                    <a:pt x="11430" y="165100"/>
                    <a:pt x="8636" y="158115"/>
                  </a:cubicBezTo>
                  <a:cubicBezTo>
                    <a:pt x="5842" y="151130"/>
                    <a:pt x="3556" y="144018"/>
                    <a:pt x="2159" y="136652"/>
                  </a:cubicBezTo>
                  <a:cubicBezTo>
                    <a:pt x="762" y="129286"/>
                    <a:pt x="0" y="121793"/>
                    <a:pt x="0" y="114300"/>
                  </a:cubicBezTo>
                  <a:cubicBezTo>
                    <a:pt x="0" y="106807"/>
                    <a:pt x="762" y="99314"/>
                    <a:pt x="2159" y="91948"/>
                  </a:cubicBezTo>
                  <a:cubicBezTo>
                    <a:pt x="3556" y="84582"/>
                    <a:pt x="5842" y="77470"/>
                    <a:pt x="8763" y="70612"/>
                  </a:cubicBezTo>
                  <a:cubicBezTo>
                    <a:pt x="11684" y="63754"/>
                    <a:pt x="15113" y="57150"/>
                    <a:pt x="19304" y="50800"/>
                  </a:cubicBezTo>
                  <a:cubicBezTo>
                    <a:pt x="23495" y="44450"/>
                    <a:pt x="28194" y="38735"/>
                    <a:pt x="33528" y="33528"/>
                  </a:cubicBezTo>
                  <a:cubicBezTo>
                    <a:pt x="38862" y="28321"/>
                    <a:pt x="44577" y="23495"/>
                    <a:pt x="50800" y="19304"/>
                  </a:cubicBezTo>
                  <a:cubicBezTo>
                    <a:pt x="57023" y="15113"/>
                    <a:pt x="63627" y="11557"/>
                    <a:pt x="70612" y="8763"/>
                  </a:cubicBezTo>
                  <a:cubicBezTo>
                    <a:pt x="77597" y="5969"/>
                    <a:pt x="84582" y="3683"/>
                    <a:pt x="91948" y="2159"/>
                  </a:cubicBezTo>
                  <a:cubicBezTo>
                    <a:pt x="99314" y="635"/>
                    <a:pt x="106807" y="0"/>
                    <a:pt x="114300" y="0"/>
                  </a:cubicBezTo>
                  <a:cubicBezTo>
                    <a:pt x="121793" y="0"/>
                    <a:pt x="129286" y="762"/>
                    <a:pt x="136652" y="2159"/>
                  </a:cubicBezTo>
                  <a:cubicBezTo>
                    <a:pt x="144018" y="3556"/>
                    <a:pt x="151130" y="5842"/>
                    <a:pt x="158115" y="8636"/>
                  </a:cubicBezTo>
                  <a:cubicBezTo>
                    <a:pt x="165100" y="11430"/>
                    <a:pt x="171577" y="14986"/>
                    <a:pt x="177927" y="19177"/>
                  </a:cubicBezTo>
                  <a:cubicBezTo>
                    <a:pt x="184277" y="23368"/>
                    <a:pt x="189992" y="28067"/>
                    <a:pt x="195199" y="33401"/>
                  </a:cubicBezTo>
                  <a:cubicBezTo>
                    <a:pt x="200406" y="38735"/>
                    <a:pt x="205232" y="44450"/>
                    <a:pt x="209423" y="50673"/>
                  </a:cubicBezTo>
                  <a:cubicBezTo>
                    <a:pt x="213614" y="56896"/>
                    <a:pt x="217170" y="63500"/>
                    <a:pt x="219964" y="70485"/>
                  </a:cubicBezTo>
                  <a:cubicBezTo>
                    <a:pt x="222758" y="77470"/>
                    <a:pt x="225044" y="84582"/>
                    <a:pt x="226441" y="91948"/>
                  </a:cubicBezTo>
                  <a:cubicBezTo>
                    <a:pt x="227838" y="99314"/>
                    <a:pt x="228600" y="106807"/>
                    <a:pt x="228600" y="11430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0301288" y="5014912"/>
            <a:ext cx="342900" cy="342900"/>
            <a:chOff x="0" y="0"/>
            <a:chExt cx="228600" cy="228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114300"/>
                  </a:moveTo>
                  <a:cubicBezTo>
                    <a:pt x="228600" y="121793"/>
                    <a:pt x="227838" y="129286"/>
                    <a:pt x="226441" y="136652"/>
                  </a:cubicBezTo>
                  <a:cubicBezTo>
                    <a:pt x="225044" y="144018"/>
                    <a:pt x="222758" y="151130"/>
                    <a:pt x="219964" y="158115"/>
                  </a:cubicBezTo>
                  <a:cubicBezTo>
                    <a:pt x="217170" y="165100"/>
                    <a:pt x="213614" y="171577"/>
                    <a:pt x="209423" y="177927"/>
                  </a:cubicBezTo>
                  <a:cubicBezTo>
                    <a:pt x="205232" y="184277"/>
                    <a:pt x="200533" y="189992"/>
                    <a:pt x="195199" y="195199"/>
                  </a:cubicBezTo>
                  <a:cubicBezTo>
                    <a:pt x="189865" y="200406"/>
                    <a:pt x="184150" y="205232"/>
                    <a:pt x="177927" y="209423"/>
                  </a:cubicBezTo>
                  <a:cubicBezTo>
                    <a:pt x="171704" y="213614"/>
                    <a:pt x="165100" y="217170"/>
                    <a:pt x="158115" y="219964"/>
                  </a:cubicBezTo>
                  <a:cubicBezTo>
                    <a:pt x="151130" y="222758"/>
                    <a:pt x="144018" y="225044"/>
                    <a:pt x="136652" y="226441"/>
                  </a:cubicBezTo>
                  <a:cubicBezTo>
                    <a:pt x="129286" y="227838"/>
                    <a:pt x="121793" y="228600"/>
                    <a:pt x="114300" y="228600"/>
                  </a:cubicBezTo>
                  <a:cubicBezTo>
                    <a:pt x="106807" y="228600"/>
                    <a:pt x="99314" y="227838"/>
                    <a:pt x="91948" y="226441"/>
                  </a:cubicBezTo>
                  <a:cubicBezTo>
                    <a:pt x="84582" y="225044"/>
                    <a:pt x="77470" y="222758"/>
                    <a:pt x="70485" y="219964"/>
                  </a:cubicBezTo>
                  <a:cubicBezTo>
                    <a:pt x="63500" y="217170"/>
                    <a:pt x="57023" y="213614"/>
                    <a:pt x="50673" y="209423"/>
                  </a:cubicBezTo>
                  <a:cubicBezTo>
                    <a:pt x="44323" y="205232"/>
                    <a:pt x="38608" y="200533"/>
                    <a:pt x="33401" y="195199"/>
                  </a:cubicBezTo>
                  <a:cubicBezTo>
                    <a:pt x="28194" y="189865"/>
                    <a:pt x="23368" y="184150"/>
                    <a:pt x="19177" y="177927"/>
                  </a:cubicBezTo>
                  <a:cubicBezTo>
                    <a:pt x="14986" y="171704"/>
                    <a:pt x="11430" y="165100"/>
                    <a:pt x="8636" y="158115"/>
                  </a:cubicBezTo>
                  <a:cubicBezTo>
                    <a:pt x="5842" y="151130"/>
                    <a:pt x="3556" y="144018"/>
                    <a:pt x="2159" y="136652"/>
                  </a:cubicBezTo>
                  <a:cubicBezTo>
                    <a:pt x="762" y="129286"/>
                    <a:pt x="0" y="121793"/>
                    <a:pt x="0" y="114300"/>
                  </a:cubicBezTo>
                  <a:cubicBezTo>
                    <a:pt x="0" y="106807"/>
                    <a:pt x="762" y="99314"/>
                    <a:pt x="2159" y="91948"/>
                  </a:cubicBezTo>
                  <a:cubicBezTo>
                    <a:pt x="3556" y="84582"/>
                    <a:pt x="5842" y="77470"/>
                    <a:pt x="8763" y="70612"/>
                  </a:cubicBezTo>
                  <a:cubicBezTo>
                    <a:pt x="11684" y="63754"/>
                    <a:pt x="15113" y="57150"/>
                    <a:pt x="19304" y="50800"/>
                  </a:cubicBezTo>
                  <a:cubicBezTo>
                    <a:pt x="23495" y="44450"/>
                    <a:pt x="28194" y="38735"/>
                    <a:pt x="33528" y="33528"/>
                  </a:cubicBezTo>
                  <a:cubicBezTo>
                    <a:pt x="38862" y="28321"/>
                    <a:pt x="44577" y="23495"/>
                    <a:pt x="50800" y="19304"/>
                  </a:cubicBezTo>
                  <a:cubicBezTo>
                    <a:pt x="57023" y="15113"/>
                    <a:pt x="63627" y="11557"/>
                    <a:pt x="70612" y="8763"/>
                  </a:cubicBezTo>
                  <a:cubicBezTo>
                    <a:pt x="77597" y="5969"/>
                    <a:pt x="84582" y="3683"/>
                    <a:pt x="91948" y="2159"/>
                  </a:cubicBezTo>
                  <a:cubicBezTo>
                    <a:pt x="99314" y="635"/>
                    <a:pt x="106807" y="0"/>
                    <a:pt x="114300" y="0"/>
                  </a:cubicBezTo>
                  <a:cubicBezTo>
                    <a:pt x="121793" y="0"/>
                    <a:pt x="129286" y="762"/>
                    <a:pt x="136652" y="2159"/>
                  </a:cubicBezTo>
                  <a:cubicBezTo>
                    <a:pt x="144018" y="3556"/>
                    <a:pt x="151130" y="5842"/>
                    <a:pt x="158115" y="8636"/>
                  </a:cubicBezTo>
                  <a:cubicBezTo>
                    <a:pt x="165100" y="11430"/>
                    <a:pt x="171577" y="14986"/>
                    <a:pt x="177927" y="19177"/>
                  </a:cubicBezTo>
                  <a:cubicBezTo>
                    <a:pt x="184277" y="23368"/>
                    <a:pt x="189992" y="28067"/>
                    <a:pt x="195199" y="33401"/>
                  </a:cubicBezTo>
                  <a:cubicBezTo>
                    <a:pt x="200406" y="38735"/>
                    <a:pt x="205232" y="44450"/>
                    <a:pt x="209423" y="50673"/>
                  </a:cubicBezTo>
                  <a:cubicBezTo>
                    <a:pt x="213614" y="56896"/>
                    <a:pt x="217170" y="63500"/>
                    <a:pt x="219964" y="70485"/>
                  </a:cubicBezTo>
                  <a:cubicBezTo>
                    <a:pt x="222758" y="77470"/>
                    <a:pt x="225044" y="84582"/>
                    <a:pt x="226441" y="91948"/>
                  </a:cubicBezTo>
                  <a:cubicBezTo>
                    <a:pt x="227838" y="99314"/>
                    <a:pt x="228600" y="106807"/>
                    <a:pt x="228600" y="11430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0301288" y="7729538"/>
            <a:ext cx="342900" cy="342900"/>
            <a:chOff x="0" y="0"/>
            <a:chExt cx="228600" cy="228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114300"/>
                  </a:moveTo>
                  <a:cubicBezTo>
                    <a:pt x="228600" y="121793"/>
                    <a:pt x="227838" y="129286"/>
                    <a:pt x="226441" y="136652"/>
                  </a:cubicBezTo>
                  <a:cubicBezTo>
                    <a:pt x="225044" y="144018"/>
                    <a:pt x="222758" y="151130"/>
                    <a:pt x="219964" y="158115"/>
                  </a:cubicBezTo>
                  <a:cubicBezTo>
                    <a:pt x="217170" y="165100"/>
                    <a:pt x="213614" y="171577"/>
                    <a:pt x="209423" y="177927"/>
                  </a:cubicBezTo>
                  <a:cubicBezTo>
                    <a:pt x="205232" y="184277"/>
                    <a:pt x="200533" y="189992"/>
                    <a:pt x="195199" y="195199"/>
                  </a:cubicBezTo>
                  <a:cubicBezTo>
                    <a:pt x="189865" y="200406"/>
                    <a:pt x="184150" y="205232"/>
                    <a:pt x="177927" y="209423"/>
                  </a:cubicBezTo>
                  <a:cubicBezTo>
                    <a:pt x="171704" y="213614"/>
                    <a:pt x="165100" y="217170"/>
                    <a:pt x="158115" y="219964"/>
                  </a:cubicBezTo>
                  <a:cubicBezTo>
                    <a:pt x="151130" y="222758"/>
                    <a:pt x="144018" y="225044"/>
                    <a:pt x="136652" y="226441"/>
                  </a:cubicBezTo>
                  <a:cubicBezTo>
                    <a:pt x="129286" y="227838"/>
                    <a:pt x="121793" y="228600"/>
                    <a:pt x="114300" y="228600"/>
                  </a:cubicBezTo>
                  <a:cubicBezTo>
                    <a:pt x="106807" y="228600"/>
                    <a:pt x="99314" y="227838"/>
                    <a:pt x="91948" y="226441"/>
                  </a:cubicBezTo>
                  <a:cubicBezTo>
                    <a:pt x="84582" y="225044"/>
                    <a:pt x="77470" y="222758"/>
                    <a:pt x="70485" y="219964"/>
                  </a:cubicBezTo>
                  <a:cubicBezTo>
                    <a:pt x="63500" y="217170"/>
                    <a:pt x="57023" y="213614"/>
                    <a:pt x="50673" y="209423"/>
                  </a:cubicBezTo>
                  <a:cubicBezTo>
                    <a:pt x="44323" y="205232"/>
                    <a:pt x="38608" y="200533"/>
                    <a:pt x="33401" y="195199"/>
                  </a:cubicBezTo>
                  <a:cubicBezTo>
                    <a:pt x="28194" y="189865"/>
                    <a:pt x="23368" y="184150"/>
                    <a:pt x="19177" y="177927"/>
                  </a:cubicBezTo>
                  <a:cubicBezTo>
                    <a:pt x="14986" y="171704"/>
                    <a:pt x="11430" y="165100"/>
                    <a:pt x="8636" y="158115"/>
                  </a:cubicBezTo>
                  <a:cubicBezTo>
                    <a:pt x="5842" y="151130"/>
                    <a:pt x="3556" y="144018"/>
                    <a:pt x="2159" y="136652"/>
                  </a:cubicBezTo>
                  <a:cubicBezTo>
                    <a:pt x="762" y="129286"/>
                    <a:pt x="0" y="121793"/>
                    <a:pt x="0" y="114300"/>
                  </a:cubicBezTo>
                  <a:cubicBezTo>
                    <a:pt x="0" y="106807"/>
                    <a:pt x="762" y="99314"/>
                    <a:pt x="2159" y="91948"/>
                  </a:cubicBezTo>
                  <a:cubicBezTo>
                    <a:pt x="3556" y="84582"/>
                    <a:pt x="5842" y="77470"/>
                    <a:pt x="8763" y="70612"/>
                  </a:cubicBezTo>
                  <a:cubicBezTo>
                    <a:pt x="11684" y="63754"/>
                    <a:pt x="15113" y="57150"/>
                    <a:pt x="19304" y="50800"/>
                  </a:cubicBezTo>
                  <a:cubicBezTo>
                    <a:pt x="23495" y="44450"/>
                    <a:pt x="28194" y="38735"/>
                    <a:pt x="33528" y="33528"/>
                  </a:cubicBezTo>
                  <a:cubicBezTo>
                    <a:pt x="38862" y="28321"/>
                    <a:pt x="44577" y="23495"/>
                    <a:pt x="50800" y="19304"/>
                  </a:cubicBezTo>
                  <a:cubicBezTo>
                    <a:pt x="57023" y="15113"/>
                    <a:pt x="63627" y="11557"/>
                    <a:pt x="70612" y="8763"/>
                  </a:cubicBezTo>
                  <a:cubicBezTo>
                    <a:pt x="77597" y="5969"/>
                    <a:pt x="84582" y="3683"/>
                    <a:pt x="91948" y="2159"/>
                  </a:cubicBezTo>
                  <a:cubicBezTo>
                    <a:pt x="99314" y="635"/>
                    <a:pt x="106807" y="0"/>
                    <a:pt x="114300" y="0"/>
                  </a:cubicBezTo>
                  <a:cubicBezTo>
                    <a:pt x="121793" y="0"/>
                    <a:pt x="129286" y="762"/>
                    <a:pt x="136652" y="2159"/>
                  </a:cubicBezTo>
                  <a:cubicBezTo>
                    <a:pt x="144018" y="3556"/>
                    <a:pt x="151130" y="5842"/>
                    <a:pt x="158115" y="8636"/>
                  </a:cubicBezTo>
                  <a:cubicBezTo>
                    <a:pt x="165100" y="11430"/>
                    <a:pt x="171577" y="14986"/>
                    <a:pt x="177927" y="19177"/>
                  </a:cubicBezTo>
                  <a:cubicBezTo>
                    <a:pt x="184277" y="23368"/>
                    <a:pt x="189992" y="28067"/>
                    <a:pt x="195199" y="33401"/>
                  </a:cubicBezTo>
                  <a:cubicBezTo>
                    <a:pt x="200406" y="38735"/>
                    <a:pt x="205232" y="44450"/>
                    <a:pt x="209423" y="50673"/>
                  </a:cubicBezTo>
                  <a:cubicBezTo>
                    <a:pt x="213614" y="56896"/>
                    <a:pt x="217170" y="63500"/>
                    <a:pt x="219964" y="70485"/>
                  </a:cubicBezTo>
                  <a:cubicBezTo>
                    <a:pt x="222758" y="77470"/>
                    <a:pt x="225044" y="84582"/>
                    <a:pt x="226441" y="91948"/>
                  </a:cubicBezTo>
                  <a:cubicBezTo>
                    <a:pt x="227838" y="99314"/>
                    <a:pt x="228600" y="106807"/>
                    <a:pt x="228600" y="11430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857250" y="734982"/>
            <a:ext cx="5078063" cy="74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Beneﬁts &amp; Applica ons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236562" y="5660646"/>
            <a:ext cx="2724255" cy="593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1">
                <a:solidFill>
                  <a:srgbClr val="00BCD4"/>
                </a:solidFill>
                <a:latin typeface="Carlito Bold"/>
                <a:ea typeface="Carlito Bold"/>
                <a:cs typeface="Carlito Bold"/>
                <a:sym typeface="Carlito Bold"/>
              </a:rPr>
              <a:t>Target Audience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14500" y="6770589"/>
            <a:ext cx="5578454" cy="3028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 b="1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Students:</a:t>
            </a: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Managing academic assignments and project deadlines efficiently.</a:t>
            </a:r>
          </a:p>
          <a:p>
            <a:pPr algn="l">
              <a:lnSpc>
                <a:spcPts val="6187"/>
              </a:lnSpc>
            </a:pPr>
            <a:r>
              <a:rPr lang="en-US" sz="2475" b="1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Professionals:</a:t>
            </a: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Organizing daily tasks</a:t>
            </a:r>
          </a:p>
          <a:p>
            <a:pPr algn="l">
              <a:lnSpc>
                <a:spcPts val="1237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without the overhead of heavy software</a:t>
            </a:r>
          </a:p>
          <a:p>
            <a:pPr algn="l">
              <a:lnSpc>
                <a:spcPts val="6187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suites.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929938" y="4912190"/>
            <a:ext cx="4080967" cy="471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High Speed &amp; Portability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772364" y="5465383"/>
            <a:ext cx="80982" cy="39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929938" y="2183278"/>
            <a:ext cx="4703974" cy="471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Zero External Dependencies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85807" y="2736471"/>
            <a:ext cx="80982" cy="39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9938" y="7626815"/>
            <a:ext cx="4800457" cy="471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Distraction-Free Productivity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104759" y="8180008"/>
            <a:ext cx="80982" cy="39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9938" y="5465383"/>
            <a:ext cx="5637319" cy="39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Minimalist architectureensures near-instant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29938" y="5874958"/>
            <a:ext cx="5811083" cy="84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execution. The compiled binary can be easily moved across systems.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29938" y="2736471"/>
            <a:ext cx="4795228" cy="39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Builtpurely in C,requiring no runtime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29938" y="3146046"/>
            <a:ext cx="6382769" cy="84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environments, frameworks, or internet connection to function perfectly.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929938" y="8180008"/>
            <a:ext cx="6577894" cy="39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Aclean text-basedinterface focusespurely on task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29938" y="8589583"/>
            <a:ext cx="5930055" cy="84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management, eliminating the notifications and clutter of modern apps.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923612" y="9424778"/>
            <a:ext cx="64780" cy="32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280460" y="9424778"/>
            <a:ext cx="4233186" cy="32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To-DoListManagementSystem |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1995" y="2119308"/>
            <a:ext cx="8191495" cy="4090983"/>
          </a:xfrm>
          <a:custGeom>
            <a:avLst/>
            <a:gdLst/>
            <a:ahLst/>
            <a:cxnLst/>
            <a:rect l="l" t="t" r="r" b="b"/>
            <a:pathLst>
              <a:path w="8191495" h="4090983">
                <a:moveTo>
                  <a:pt x="0" y="0"/>
                </a:moveTo>
                <a:lnTo>
                  <a:pt x="8191495" y="0"/>
                </a:lnTo>
                <a:lnTo>
                  <a:pt x="8191495" y="4090982"/>
                </a:lnTo>
                <a:lnTo>
                  <a:pt x="0" y="4090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57250" y="1628775"/>
            <a:ext cx="16573500" cy="14288"/>
            <a:chOff x="0" y="0"/>
            <a:chExt cx="11049000" cy="95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  <a:lnTo>
                    <a:pt x="11049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BCD4">
                <a:alpha val="14902"/>
              </a:srgbClr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9334495" y="2119308"/>
            <a:ext cx="8191495" cy="4090983"/>
          </a:xfrm>
          <a:custGeom>
            <a:avLst/>
            <a:gdLst/>
            <a:ahLst/>
            <a:cxnLst/>
            <a:rect l="l" t="t" r="r" b="b"/>
            <a:pathLst>
              <a:path w="8191495" h="4090983">
                <a:moveTo>
                  <a:pt x="0" y="0"/>
                </a:moveTo>
                <a:lnTo>
                  <a:pt x="8191495" y="0"/>
                </a:lnTo>
                <a:lnTo>
                  <a:pt x="8191495" y="4090982"/>
                </a:lnTo>
                <a:lnTo>
                  <a:pt x="0" y="4090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905245" y="7548558"/>
            <a:ext cx="13906495" cy="2262183"/>
          </a:xfrm>
          <a:custGeom>
            <a:avLst/>
            <a:gdLst/>
            <a:ahLst/>
            <a:cxnLst/>
            <a:rect l="l" t="t" r="r" b="b"/>
            <a:pathLst>
              <a:path w="13906495" h="2262183">
                <a:moveTo>
                  <a:pt x="0" y="0"/>
                </a:moveTo>
                <a:lnTo>
                  <a:pt x="13906495" y="0"/>
                </a:lnTo>
                <a:lnTo>
                  <a:pt x="13906495" y="2262182"/>
                </a:lnTo>
                <a:lnTo>
                  <a:pt x="0" y="2262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4130338" y="7686675"/>
            <a:ext cx="3571875" cy="2014538"/>
            <a:chOff x="0" y="0"/>
            <a:chExt cx="3175000" cy="17907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75000" cy="1790700"/>
            </a:xfrm>
            <a:custGeom>
              <a:avLst/>
              <a:gdLst/>
              <a:ahLst/>
              <a:cxnLst/>
              <a:rect l="l" t="t" r="r" b="b"/>
              <a:pathLst>
                <a:path w="3175000" h="1790700">
                  <a:moveTo>
                    <a:pt x="38100" y="0"/>
                  </a:moveTo>
                  <a:cubicBezTo>
                    <a:pt x="27559" y="0"/>
                    <a:pt x="18542" y="3683"/>
                    <a:pt x="11176" y="11176"/>
                  </a:cubicBezTo>
                  <a:cubicBezTo>
                    <a:pt x="3810" y="18669"/>
                    <a:pt x="0" y="27559"/>
                    <a:pt x="0" y="38100"/>
                  </a:cubicBezTo>
                  <a:lnTo>
                    <a:pt x="0" y="1752600"/>
                  </a:lnTo>
                  <a:cubicBezTo>
                    <a:pt x="0" y="1763141"/>
                    <a:pt x="3683" y="1772158"/>
                    <a:pt x="11176" y="1779524"/>
                  </a:cubicBezTo>
                  <a:cubicBezTo>
                    <a:pt x="18669" y="1786890"/>
                    <a:pt x="27559" y="1790700"/>
                    <a:pt x="38100" y="1790700"/>
                  </a:cubicBezTo>
                  <a:lnTo>
                    <a:pt x="3136900" y="1790700"/>
                  </a:lnTo>
                  <a:cubicBezTo>
                    <a:pt x="3147441" y="1790700"/>
                    <a:pt x="3156458" y="1787017"/>
                    <a:pt x="3163824" y="1779524"/>
                  </a:cubicBezTo>
                  <a:cubicBezTo>
                    <a:pt x="3171190" y="1772031"/>
                    <a:pt x="3175000" y="1763141"/>
                    <a:pt x="3175000" y="1752600"/>
                  </a:cubicBezTo>
                  <a:lnTo>
                    <a:pt x="3175000" y="38100"/>
                  </a:lnTo>
                  <a:cubicBezTo>
                    <a:pt x="3175000" y="27559"/>
                    <a:pt x="3171317" y="18542"/>
                    <a:pt x="3163824" y="11176"/>
                  </a:cubicBezTo>
                  <a:cubicBezTo>
                    <a:pt x="3156331" y="3810"/>
                    <a:pt x="3147441" y="0"/>
                    <a:pt x="3136900" y="0"/>
                  </a:cubicBezTo>
                  <a:close/>
                </a:path>
              </a:pathLst>
            </a:custGeom>
            <a:blipFill>
              <a:blip r:embed="rId5">
                <a:alphaModFix amt="15000"/>
              </a:blip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857250" y="734982"/>
            <a:ext cx="5669309" cy="74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Challenges &amp; Future Work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7312" y="2531683"/>
            <a:ext cx="3285925" cy="593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Current Constraints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9812" y="2531683"/>
            <a:ext cx="3942836" cy="593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1">
                <a:solidFill>
                  <a:srgbClr val="00BCD4"/>
                </a:solidFill>
                <a:latin typeface="Carlito Bold"/>
                <a:ea typeface="Carlito Bold"/>
                <a:cs typeface="Carlito Bold"/>
                <a:sym typeface="Carlito Bold"/>
              </a:rPr>
              <a:t>Planned Improvements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7312" y="3219750"/>
            <a:ext cx="112243" cy="2180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962"/>
              </a:lnSpc>
            </a:pPr>
            <a:r>
              <a:rPr lang="en-US" sz="2475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• • •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9812" y="3219750"/>
            <a:ext cx="112243" cy="2180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962"/>
              </a:lnSpc>
            </a:pPr>
            <a:r>
              <a:rPr lang="en-US" sz="2475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• • •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71638" y="3203477"/>
            <a:ext cx="6184302" cy="2180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6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Static memory limit: 100 task capacity Volatile data: No permanent file persistence Linear search complexity for task lookups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44138" y="3203477"/>
            <a:ext cx="6290272" cy="2180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62"/>
              </a:lnSpc>
            </a:pPr>
            <a:r>
              <a:rPr lang="en-US" sz="24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Implement File I/O for automatic data saving Shift to Dynamic Linked Lists for scalability Integration of sorting &amp; filtering algorithms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7250" y="7024840"/>
            <a:ext cx="3498394" cy="456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System Capacity Roadmap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7250" y="7773943"/>
            <a:ext cx="2657775" cy="1217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2025" b="1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Current (Static Array)</a:t>
            </a:r>
          </a:p>
          <a:p>
            <a:pPr algn="l" rtl="1">
              <a:lnSpc>
                <a:spcPts val="2363"/>
              </a:lnSpc>
            </a:pPr>
            <a:endParaRPr lang="en-US" sz="2025" b="1">
              <a:solidFill>
                <a:srgbClr val="333333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2363"/>
              </a:lnSpc>
            </a:pPr>
            <a:r>
              <a:rPr lang="en-US" sz="2025" b="1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Future (Dynamic Allocation)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14812" y="7724565"/>
            <a:ext cx="1771450" cy="32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Fixed 100 Tasks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14812" y="8496090"/>
            <a:ext cx="2837569" cy="32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Scalable / Memory Bound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7250" y="9412934"/>
            <a:ext cx="8510092" cy="32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 2026 Management System Technical Specification | Academic Project Roadmap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1628775"/>
            <a:ext cx="1428750" cy="28575"/>
            <a:chOff x="0" y="0"/>
            <a:chExt cx="952500" cy="19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2500" cy="19050"/>
            </a:xfrm>
            <a:custGeom>
              <a:avLst/>
              <a:gdLst/>
              <a:ahLst/>
              <a:cxnLst/>
              <a:rect l="l" t="t" r="r" b="b"/>
              <a:pathLst>
                <a:path w="952500" h="19050">
                  <a:moveTo>
                    <a:pt x="0" y="0"/>
                  </a:moveTo>
                  <a:lnTo>
                    <a:pt x="952500" y="0"/>
                  </a:lnTo>
                  <a:lnTo>
                    <a:pt x="952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61995" y="2276470"/>
            <a:ext cx="8262933" cy="3505195"/>
            <a:chOff x="0" y="0"/>
            <a:chExt cx="5508625" cy="2336800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5381752" cy="2210054"/>
            </a:xfrm>
            <a:custGeom>
              <a:avLst/>
              <a:gdLst/>
              <a:ahLst/>
              <a:cxnLst/>
              <a:rect l="l" t="t" r="r" b="b"/>
              <a:pathLst>
                <a:path w="5381752" h="2210054">
                  <a:moveTo>
                    <a:pt x="0" y="2152650"/>
                  </a:moveTo>
                  <a:lnTo>
                    <a:pt x="0" y="57150"/>
                  </a:ln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620" y="28575"/>
                    <a:pt x="9779" y="25400"/>
                  </a:cubicBezTo>
                  <a:cubicBezTo>
                    <a:pt x="11938" y="22225"/>
                    <a:pt x="14224" y="19431"/>
                    <a:pt x="16891" y="16764"/>
                  </a:cubicBezTo>
                  <a:cubicBezTo>
                    <a:pt x="19558" y="14097"/>
                    <a:pt x="22479" y="11684"/>
                    <a:pt x="25527" y="9652"/>
                  </a:cubicBezTo>
                  <a:cubicBezTo>
                    <a:pt x="28575" y="7620"/>
                    <a:pt x="32004" y="5842"/>
                    <a:pt x="35433" y="4318"/>
                  </a:cubicBezTo>
                  <a:cubicBezTo>
                    <a:pt x="38862" y="2794"/>
                    <a:pt x="42418" y="1778"/>
                    <a:pt x="46101" y="1016"/>
                  </a:cubicBezTo>
                  <a:cubicBezTo>
                    <a:pt x="49784" y="254"/>
                    <a:pt x="53340" y="0"/>
                    <a:pt x="57150" y="0"/>
                  </a:cubicBezTo>
                  <a:lnTo>
                    <a:pt x="5324475" y="0"/>
                  </a:lnTo>
                  <a:cubicBezTo>
                    <a:pt x="5328285" y="0"/>
                    <a:pt x="5331968" y="381"/>
                    <a:pt x="5335651" y="1143"/>
                  </a:cubicBezTo>
                  <a:cubicBezTo>
                    <a:pt x="5339334" y="1905"/>
                    <a:pt x="5342890" y="2921"/>
                    <a:pt x="5346319" y="4445"/>
                  </a:cubicBezTo>
                  <a:cubicBezTo>
                    <a:pt x="5349748" y="5969"/>
                    <a:pt x="5353050" y="7620"/>
                    <a:pt x="5356225" y="9779"/>
                  </a:cubicBezTo>
                  <a:cubicBezTo>
                    <a:pt x="5359400" y="11938"/>
                    <a:pt x="5362194" y="14224"/>
                    <a:pt x="5364861" y="16891"/>
                  </a:cubicBezTo>
                  <a:cubicBezTo>
                    <a:pt x="5367528" y="19558"/>
                    <a:pt x="5369941" y="22479"/>
                    <a:pt x="5371973" y="25527"/>
                  </a:cubicBezTo>
                  <a:cubicBezTo>
                    <a:pt x="5374005" y="28575"/>
                    <a:pt x="5375783" y="32004"/>
                    <a:pt x="5377307" y="35433"/>
                  </a:cubicBezTo>
                  <a:cubicBezTo>
                    <a:pt x="5378831" y="38862"/>
                    <a:pt x="5379847" y="42418"/>
                    <a:pt x="5380609" y="46101"/>
                  </a:cubicBezTo>
                  <a:cubicBezTo>
                    <a:pt x="5381371" y="49784"/>
                    <a:pt x="5381752" y="53467"/>
                    <a:pt x="5381752" y="57277"/>
                  </a:cubicBezTo>
                  <a:lnTo>
                    <a:pt x="5381752" y="2152777"/>
                  </a:lnTo>
                  <a:cubicBezTo>
                    <a:pt x="5381752" y="2156587"/>
                    <a:pt x="5381371" y="2160270"/>
                    <a:pt x="5380609" y="2163953"/>
                  </a:cubicBezTo>
                  <a:cubicBezTo>
                    <a:pt x="5379847" y="2167636"/>
                    <a:pt x="5378831" y="2171192"/>
                    <a:pt x="5377307" y="2174621"/>
                  </a:cubicBezTo>
                  <a:cubicBezTo>
                    <a:pt x="5375783" y="2178050"/>
                    <a:pt x="5374132" y="2181352"/>
                    <a:pt x="5371973" y="2184527"/>
                  </a:cubicBezTo>
                  <a:cubicBezTo>
                    <a:pt x="5369814" y="2187702"/>
                    <a:pt x="5367528" y="2190496"/>
                    <a:pt x="5364861" y="2193163"/>
                  </a:cubicBezTo>
                  <a:cubicBezTo>
                    <a:pt x="5362194" y="2195830"/>
                    <a:pt x="5359273" y="2198243"/>
                    <a:pt x="5356225" y="2200275"/>
                  </a:cubicBezTo>
                  <a:cubicBezTo>
                    <a:pt x="5353177" y="2202307"/>
                    <a:pt x="5349875" y="2204085"/>
                    <a:pt x="5346319" y="2205609"/>
                  </a:cubicBezTo>
                  <a:cubicBezTo>
                    <a:pt x="5342763" y="2207133"/>
                    <a:pt x="5339334" y="2208149"/>
                    <a:pt x="5335651" y="2208911"/>
                  </a:cubicBezTo>
                  <a:cubicBezTo>
                    <a:pt x="5331968" y="2209673"/>
                    <a:pt x="5328285" y="2210054"/>
                    <a:pt x="5324475" y="2210054"/>
                  </a:cubicBezTo>
                  <a:lnTo>
                    <a:pt x="57150" y="2210054"/>
                  </a:lnTo>
                  <a:cubicBezTo>
                    <a:pt x="53340" y="2210054"/>
                    <a:pt x="49657" y="2209673"/>
                    <a:pt x="45974" y="2208911"/>
                  </a:cubicBezTo>
                  <a:cubicBezTo>
                    <a:pt x="42291" y="2208149"/>
                    <a:pt x="38735" y="2207133"/>
                    <a:pt x="35306" y="2205609"/>
                  </a:cubicBezTo>
                  <a:cubicBezTo>
                    <a:pt x="31877" y="2204085"/>
                    <a:pt x="28575" y="2202434"/>
                    <a:pt x="25400" y="2200275"/>
                  </a:cubicBezTo>
                  <a:cubicBezTo>
                    <a:pt x="22225" y="2198116"/>
                    <a:pt x="19431" y="2195830"/>
                    <a:pt x="16764" y="2193163"/>
                  </a:cubicBezTo>
                  <a:cubicBezTo>
                    <a:pt x="14097" y="2190496"/>
                    <a:pt x="11684" y="2187575"/>
                    <a:pt x="9652" y="2184527"/>
                  </a:cubicBezTo>
                  <a:cubicBezTo>
                    <a:pt x="7620" y="2181479"/>
                    <a:pt x="5842" y="2178050"/>
                    <a:pt x="4318" y="2174621"/>
                  </a:cubicBezTo>
                  <a:cubicBezTo>
                    <a:pt x="2794" y="2171192"/>
                    <a:pt x="1778" y="2167636"/>
                    <a:pt x="1016" y="2163953"/>
                  </a:cubicBezTo>
                  <a:cubicBezTo>
                    <a:pt x="254" y="2160270"/>
                    <a:pt x="0" y="2156460"/>
                    <a:pt x="0" y="215265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444500" y="4445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476250"/>
                  </a:moveTo>
                  <a:lnTo>
                    <a:pt x="0" y="38100"/>
                  </a:lnTo>
                  <a:lnTo>
                    <a:pt x="9525" y="38100"/>
                  </a:ln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lnTo>
                    <a:pt x="11684" y="27178"/>
                  </a:lnTo>
                  <a:lnTo>
                    <a:pt x="2921" y="23495"/>
                  </a:lnTo>
                  <a:cubicBezTo>
                    <a:pt x="4826" y="18796"/>
                    <a:pt x="7620" y="14732"/>
                    <a:pt x="11176" y="11176"/>
                  </a:cubicBezTo>
                  <a:lnTo>
                    <a:pt x="17907" y="17907"/>
                  </a:lnTo>
                  <a:lnTo>
                    <a:pt x="11176" y="11176"/>
                  </a:lnTo>
                  <a:cubicBezTo>
                    <a:pt x="14732" y="7620"/>
                    <a:pt x="18923" y="4826"/>
                    <a:pt x="23495" y="2921"/>
                  </a:cubicBezTo>
                  <a:lnTo>
                    <a:pt x="27178" y="11684"/>
                  </a:lnTo>
                  <a:lnTo>
                    <a:pt x="23495" y="2921"/>
                  </a:lnTo>
                  <a:cubicBezTo>
                    <a:pt x="28194" y="1016"/>
                    <a:pt x="33020" y="0"/>
                    <a:pt x="38100" y="0"/>
                  </a:cubicBezTo>
                  <a:lnTo>
                    <a:pt x="38100" y="9525"/>
                  </a:lnTo>
                  <a:lnTo>
                    <a:pt x="38100" y="0"/>
                  </a:lnTo>
                  <a:lnTo>
                    <a:pt x="476250" y="0"/>
                  </a:lnTo>
                  <a:lnTo>
                    <a:pt x="476250" y="9525"/>
                  </a:lnTo>
                  <a:lnTo>
                    <a:pt x="476250" y="0"/>
                  </a:lnTo>
                  <a:cubicBezTo>
                    <a:pt x="481330" y="0"/>
                    <a:pt x="486156" y="1016"/>
                    <a:pt x="490855" y="2921"/>
                  </a:cubicBezTo>
                  <a:lnTo>
                    <a:pt x="487172" y="11684"/>
                  </a:lnTo>
                  <a:lnTo>
                    <a:pt x="490855" y="2921"/>
                  </a:lnTo>
                  <a:cubicBezTo>
                    <a:pt x="495554" y="4826"/>
                    <a:pt x="499618" y="7620"/>
                    <a:pt x="503174" y="11176"/>
                  </a:cubicBezTo>
                  <a:lnTo>
                    <a:pt x="496443" y="17907"/>
                  </a:lnTo>
                  <a:lnTo>
                    <a:pt x="503174" y="11176"/>
                  </a:lnTo>
                  <a:cubicBezTo>
                    <a:pt x="506730" y="14732"/>
                    <a:pt x="509524" y="18923"/>
                    <a:pt x="511429" y="23495"/>
                  </a:cubicBezTo>
                  <a:cubicBezTo>
                    <a:pt x="513334" y="28194"/>
                    <a:pt x="514350" y="33020"/>
                    <a:pt x="514350" y="38100"/>
                  </a:cubicBezTo>
                  <a:lnTo>
                    <a:pt x="514350" y="476250"/>
                  </a:lnTo>
                  <a:cubicBezTo>
                    <a:pt x="514350" y="481330"/>
                    <a:pt x="513334" y="486156"/>
                    <a:pt x="511429" y="490855"/>
                  </a:cubicBezTo>
                  <a:cubicBezTo>
                    <a:pt x="509524" y="495554"/>
                    <a:pt x="506730" y="499618"/>
                    <a:pt x="503174" y="503174"/>
                  </a:cubicBezTo>
                  <a:cubicBezTo>
                    <a:pt x="499618" y="506730"/>
                    <a:pt x="495427" y="509524"/>
                    <a:pt x="490855" y="511429"/>
                  </a:cubicBezTo>
                  <a:cubicBezTo>
                    <a:pt x="486156" y="513334"/>
                    <a:pt x="481330" y="514350"/>
                    <a:pt x="476250" y="514350"/>
                  </a:cubicBezTo>
                  <a:lnTo>
                    <a:pt x="38100" y="514350"/>
                  </a:lnTo>
                  <a:cubicBezTo>
                    <a:pt x="33020" y="514350"/>
                    <a:pt x="28194" y="513334"/>
                    <a:pt x="23495" y="511429"/>
                  </a:cubicBezTo>
                  <a:lnTo>
                    <a:pt x="27178" y="502666"/>
                  </a:lnTo>
                  <a:lnTo>
                    <a:pt x="23495" y="511429"/>
                  </a:lnTo>
                  <a:cubicBezTo>
                    <a:pt x="18796" y="509524"/>
                    <a:pt x="14732" y="506730"/>
                    <a:pt x="11176" y="503174"/>
                  </a:cubicBezTo>
                  <a:lnTo>
                    <a:pt x="17907" y="496443"/>
                  </a:lnTo>
                  <a:lnTo>
                    <a:pt x="11176" y="503174"/>
                  </a:lnTo>
                  <a:cubicBezTo>
                    <a:pt x="7620" y="499618"/>
                    <a:pt x="4826" y="495427"/>
                    <a:pt x="2921" y="490855"/>
                  </a:cubicBezTo>
                  <a:cubicBezTo>
                    <a:pt x="1016" y="486156"/>
                    <a:pt x="0" y="481330"/>
                    <a:pt x="0" y="476250"/>
                  </a:cubicBezTo>
                  <a:lnTo>
                    <a:pt x="9525" y="476250"/>
                  </a:lnTo>
                  <a:lnTo>
                    <a:pt x="0" y="476250"/>
                  </a:lnTo>
                  <a:moveTo>
                    <a:pt x="19050" y="476250"/>
                  </a:moveTo>
                  <a:cubicBezTo>
                    <a:pt x="19050" y="478790"/>
                    <a:pt x="19558" y="481203"/>
                    <a:pt x="20447" y="483489"/>
                  </a:cubicBezTo>
                  <a:lnTo>
                    <a:pt x="11684" y="487172"/>
                  </a:lnTo>
                  <a:lnTo>
                    <a:pt x="20447" y="483489"/>
                  </a:lnTo>
                  <a:cubicBezTo>
                    <a:pt x="21463" y="485775"/>
                    <a:pt x="22733" y="487934"/>
                    <a:pt x="24638" y="489712"/>
                  </a:cubicBezTo>
                  <a:cubicBezTo>
                    <a:pt x="26416" y="491490"/>
                    <a:pt x="28448" y="492887"/>
                    <a:pt x="30861" y="493903"/>
                  </a:cubicBezTo>
                  <a:cubicBezTo>
                    <a:pt x="33274" y="494919"/>
                    <a:pt x="35560" y="495300"/>
                    <a:pt x="38100" y="495300"/>
                  </a:cubicBezTo>
                  <a:lnTo>
                    <a:pt x="38100" y="504825"/>
                  </a:lnTo>
                  <a:lnTo>
                    <a:pt x="38100" y="495300"/>
                  </a:lnTo>
                  <a:lnTo>
                    <a:pt x="476250" y="495300"/>
                  </a:lnTo>
                  <a:lnTo>
                    <a:pt x="476250" y="504825"/>
                  </a:lnTo>
                  <a:lnTo>
                    <a:pt x="476250" y="495300"/>
                  </a:lnTo>
                  <a:cubicBezTo>
                    <a:pt x="478790" y="495300"/>
                    <a:pt x="481203" y="494792"/>
                    <a:pt x="483489" y="493903"/>
                  </a:cubicBezTo>
                  <a:lnTo>
                    <a:pt x="487172" y="502666"/>
                  </a:lnTo>
                  <a:lnTo>
                    <a:pt x="483489" y="493903"/>
                  </a:lnTo>
                  <a:cubicBezTo>
                    <a:pt x="485775" y="492887"/>
                    <a:pt x="487934" y="491617"/>
                    <a:pt x="489712" y="489712"/>
                  </a:cubicBezTo>
                  <a:lnTo>
                    <a:pt x="496443" y="496443"/>
                  </a:lnTo>
                  <a:lnTo>
                    <a:pt x="489712" y="489712"/>
                  </a:lnTo>
                  <a:cubicBezTo>
                    <a:pt x="491490" y="487934"/>
                    <a:pt x="492887" y="485902"/>
                    <a:pt x="493903" y="483489"/>
                  </a:cubicBezTo>
                  <a:lnTo>
                    <a:pt x="502666" y="487172"/>
                  </a:lnTo>
                  <a:lnTo>
                    <a:pt x="493903" y="483489"/>
                  </a:lnTo>
                  <a:cubicBezTo>
                    <a:pt x="494919" y="481203"/>
                    <a:pt x="495300" y="478790"/>
                    <a:pt x="495300" y="476250"/>
                  </a:cubicBezTo>
                  <a:lnTo>
                    <a:pt x="504825" y="476250"/>
                  </a:lnTo>
                  <a:lnTo>
                    <a:pt x="495300" y="476250"/>
                  </a:lnTo>
                  <a:lnTo>
                    <a:pt x="495300" y="38100"/>
                  </a:lnTo>
                  <a:lnTo>
                    <a:pt x="504825" y="38100"/>
                  </a:lnTo>
                  <a:lnTo>
                    <a:pt x="495300" y="38100"/>
                  </a:lnTo>
                  <a:cubicBezTo>
                    <a:pt x="495300" y="35560"/>
                    <a:pt x="494792" y="33147"/>
                    <a:pt x="493903" y="30861"/>
                  </a:cubicBezTo>
                  <a:lnTo>
                    <a:pt x="502666" y="27178"/>
                  </a:lnTo>
                  <a:lnTo>
                    <a:pt x="493903" y="30861"/>
                  </a:lnTo>
                  <a:cubicBezTo>
                    <a:pt x="492887" y="28575"/>
                    <a:pt x="491617" y="26416"/>
                    <a:pt x="489712" y="24638"/>
                  </a:cubicBezTo>
                  <a:cubicBezTo>
                    <a:pt x="487934" y="22860"/>
                    <a:pt x="485902" y="21463"/>
                    <a:pt x="483489" y="20447"/>
                  </a:cubicBezTo>
                  <a:cubicBezTo>
                    <a:pt x="481203" y="19431"/>
                    <a:pt x="478790" y="19050"/>
                    <a:pt x="476250" y="19050"/>
                  </a:cubicBezTo>
                  <a:lnTo>
                    <a:pt x="38100" y="19050"/>
                  </a:lnTo>
                  <a:cubicBezTo>
                    <a:pt x="35560" y="19050"/>
                    <a:pt x="33147" y="19558"/>
                    <a:pt x="30861" y="20447"/>
                  </a:cubicBezTo>
                  <a:cubicBezTo>
                    <a:pt x="28575" y="21463"/>
                    <a:pt x="26416" y="22733"/>
                    <a:pt x="24638" y="24638"/>
                  </a:cubicBezTo>
                  <a:cubicBezTo>
                    <a:pt x="22860" y="26416"/>
                    <a:pt x="21463" y="28448"/>
                    <a:pt x="20447" y="30861"/>
                  </a:cubicBezTo>
                  <a:cubicBezTo>
                    <a:pt x="19431" y="33274"/>
                    <a:pt x="19050" y="35560"/>
                    <a:pt x="19050" y="38100"/>
                  </a:cubicBezTo>
                  <a:lnTo>
                    <a:pt x="19050" y="476250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10235" y="621665"/>
              <a:ext cx="193294" cy="200406"/>
            </a:xfrm>
            <a:custGeom>
              <a:avLst/>
              <a:gdLst/>
              <a:ahLst/>
              <a:cxnLst/>
              <a:rect l="l" t="t" r="r" b="b"/>
              <a:pathLst>
                <a:path w="193294" h="200406">
                  <a:moveTo>
                    <a:pt x="108077" y="160020"/>
                  </a:moveTo>
                  <a:lnTo>
                    <a:pt x="108077" y="105283"/>
                  </a:lnTo>
                  <a:lnTo>
                    <a:pt x="166497" y="105283"/>
                  </a:lnTo>
                  <a:lnTo>
                    <a:pt x="166497" y="160020"/>
                  </a:lnTo>
                  <a:lnTo>
                    <a:pt x="108077" y="160020"/>
                  </a:lnTo>
                  <a:close/>
                  <a:moveTo>
                    <a:pt x="26289" y="105283"/>
                  </a:moveTo>
                  <a:lnTo>
                    <a:pt x="81661" y="105283"/>
                  </a:lnTo>
                  <a:lnTo>
                    <a:pt x="81661" y="160020"/>
                  </a:lnTo>
                  <a:lnTo>
                    <a:pt x="26162" y="160020"/>
                  </a:lnTo>
                  <a:lnTo>
                    <a:pt x="26162" y="105283"/>
                  </a:lnTo>
                  <a:close/>
                  <a:moveTo>
                    <a:pt x="81534" y="25908"/>
                  </a:moveTo>
                  <a:lnTo>
                    <a:pt x="81534" y="78867"/>
                  </a:lnTo>
                  <a:lnTo>
                    <a:pt x="26162" y="78867"/>
                  </a:lnTo>
                  <a:lnTo>
                    <a:pt x="26162" y="25908"/>
                  </a:lnTo>
                  <a:lnTo>
                    <a:pt x="81534" y="25908"/>
                  </a:lnTo>
                  <a:close/>
                  <a:moveTo>
                    <a:pt x="166370" y="78867"/>
                  </a:moveTo>
                  <a:lnTo>
                    <a:pt x="107950" y="78867"/>
                  </a:lnTo>
                  <a:lnTo>
                    <a:pt x="107950" y="25908"/>
                  </a:lnTo>
                  <a:lnTo>
                    <a:pt x="166370" y="25908"/>
                  </a:lnTo>
                  <a:lnTo>
                    <a:pt x="166370" y="78867"/>
                  </a:lnTo>
                  <a:close/>
                  <a:moveTo>
                    <a:pt x="0" y="0"/>
                  </a:moveTo>
                  <a:lnTo>
                    <a:pt x="0" y="200406"/>
                  </a:lnTo>
                  <a:lnTo>
                    <a:pt x="26162" y="200406"/>
                  </a:lnTo>
                  <a:lnTo>
                    <a:pt x="26162" y="186436"/>
                  </a:lnTo>
                  <a:lnTo>
                    <a:pt x="166370" y="186436"/>
                  </a:lnTo>
                  <a:lnTo>
                    <a:pt x="166370" y="200406"/>
                  </a:lnTo>
                  <a:lnTo>
                    <a:pt x="193294" y="200406"/>
                  </a:lnTo>
                  <a:lnTo>
                    <a:pt x="19329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761995" y="6019795"/>
            <a:ext cx="16763995" cy="3505195"/>
            <a:chOff x="0" y="0"/>
            <a:chExt cx="11176000" cy="2336800"/>
          </a:xfrm>
        </p:grpSpPr>
        <p:sp>
          <p:nvSpPr>
            <p:cNvPr id="9" name="Freeform 9"/>
            <p:cNvSpPr/>
            <p:nvPr/>
          </p:nvSpPr>
          <p:spPr>
            <a:xfrm>
              <a:off x="63500" y="63500"/>
              <a:ext cx="5381752" cy="2210054"/>
            </a:xfrm>
            <a:custGeom>
              <a:avLst/>
              <a:gdLst/>
              <a:ahLst/>
              <a:cxnLst/>
              <a:rect l="l" t="t" r="r" b="b"/>
              <a:pathLst>
                <a:path w="5381752" h="2210054">
                  <a:moveTo>
                    <a:pt x="0" y="2152650"/>
                  </a:moveTo>
                  <a:lnTo>
                    <a:pt x="0" y="57150"/>
                  </a:ln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620" y="28575"/>
                    <a:pt x="9779" y="25400"/>
                  </a:cubicBezTo>
                  <a:cubicBezTo>
                    <a:pt x="11938" y="22225"/>
                    <a:pt x="14224" y="19431"/>
                    <a:pt x="16891" y="16764"/>
                  </a:cubicBezTo>
                  <a:cubicBezTo>
                    <a:pt x="19558" y="14097"/>
                    <a:pt x="22479" y="11684"/>
                    <a:pt x="25527" y="9652"/>
                  </a:cubicBezTo>
                  <a:cubicBezTo>
                    <a:pt x="28575" y="7620"/>
                    <a:pt x="32004" y="5842"/>
                    <a:pt x="35433" y="4318"/>
                  </a:cubicBezTo>
                  <a:cubicBezTo>
                    <a:pt x="38862" y="2794"/>
                    <a:pt x="42418" y="1778"/>
                    <a:pt x="46101" y="1016"/>
                  </a:cubicBezTo>
                  <a:cubicBezTo>
                    <a:pt x="49784" y="254"/>
                    <a:pt x="53340" y="0"/>
                    <a:pt x="57150" y="0"/>
                  </a:cubicBezTo>
                  <a:lnTo>
                    <a:pt x="5324475" y="0"/>
                  </a:lnTo>
                  <a:cubicBezTo>
                    <a:pt x="5328285" y="0"/>
                    <a:pt x="5331968" y="381"/>
                    <a:pt x="5335651" y="1143"/>
                  </a:cubicBezTo>
                  <a:cubicBezTo>
                    <a:pt x="5339334" y="1905"/>
                    <a:pt x="5342890" y="2921"/>
                    <a:pt x="5346319" y="4445"/>
                  </a:cubicBezTo>
                  <a:cubicBezTo>
                    <a:pt x="5349748" y="5969"/>
                    <a:pt x="5353050" y="7620"/>
                    <a:pt x="5356225" y="9779"/>
                  </a:cubicBezTo>
                  <a:cubicBezTo>
                    <a:pt x="5359400" y="11938"/>
                    <a:pt x="5362194" y="14224"/>
                    <a:pt x="5364861" y="16891"/>
                  </a:cubicBezTo>
                  <a:cubicBezTo>
                    <a:pt x="5367528" y="19558"/>
                    <a:pt x="5369941" y="22479"/>
                    <a:pt x="5371973" y="25527"/>
                  </a:cubicBezTo>
                  <a:cubicBezTo>
                    <a:pt x="5374005" y="28575"/>
                    <a:pt x="5375783" y="32004"/>
                    <a:pt x="5377307" y="35433"/>
                  </a:cubicBezTo>
                  <a:cubicBezTo>
                    <a:pt x="5378831" y="38862"/>
                    <a:pt x="5379847" y="42418"/>
                    <a:pt x="5380609" y="46101"/>
                  </a:cubicBezTo>
                  <a:cubicBezTo>
                    <a:pt x="5381371" y="49784"/>
                    <a:pt x="5381752" y="53467"/>
                    <a:pt x="5381752" y="57277"/>
                  </a:cubicBezTo>
                  <a:lnTo>
                    <a:pt x="5381752" y="2152777"/>
                  </a:lnTo>
                  <a:cubicBezTo>
                    <a:pt x="5381752" y="2156587"/>
                    <a:pt x="5381371" y="2160270"/>
                    <a:pt x="5380609" y="2163953"/>
                  </a:cubicBezTo>
                  <a:cubicBezTo>
                    <a:pt x="5379847" y="2167636"/>
                    <a:pt x="5378831" y="2171192"/>
                    <a:pt x="5377307" y="2174621"/>
                  </a:cubicBezTo>
                  <a:cubicBezTo>
                    <a:pt x="5375783" y="2178050"/>
                    <a:pt x="5374132" y="2181352"/>
                    <a:pt x="5371973" y="2184527"/>
                  </a:cubicBezTo>
                  <a:cubicBezTo>
                    <a:pt x="5369814" y="2187702"/>
                    <a:pt x="5367528" y="2190496"/>
                    <a:pt x="5364861" y="2193163"/>
                  </a:cubicBezTo>
                  <a:cubicBezTo>
                    <a:pt x="5362194" y="2195830"/>
                    <a:pt x="5359273" y="2198243"/>
                    <a:pt x="5356225" y="2200275"/>
                  </a:cubicBezTo>
                  <a:cubicBezTo>
                    <a:pt x="5353177" y="2202307"/>
                    <a:pt x="5349875" y="2204085"/>
                    <a:pt x="5346319" y="2205609"/>
                  </a:cubicBezTo>
                  <a:cubicBezTo>
                    <a:pt x="5342763" y="2207133"/>
                    <a:pt x="5339334" y="2208149"/>
                    <a:pt x="5335651" y="2208911"/>
                  </a:cubicBezTo>
                  <a:cubicBezTo>
                    <a:pt x="5331968" y="2209673"/>
                    <a:pt x="5328285" y="2210054"/>
                    <a:pt x="5324475" y="2210054"/>
                  </a:cubicBezTo>
                  <a:lnTo>
                    <a:pt x="57150" y="2210054"/>
                  </a:lnTo>
                  <a:cubicBezTo>
                    <a:pt x="53340" y="2210054"/>
                    <a:pt x="49657" y="2209673"/>
                    <a:pt x="45974" y="2208911"/>
                  </a:cubicBezTo>
                  <a:cubicBezTo>
                    <a:pt x="42291" y="2208149"/>
                    <a:pt x="38735" y="2207133"/>
                    <a:pt x="35306" y="2205609"/>
                  </a:cubicBezTo>
                  <a:cubicBezTo>
                    <a:pt x="31877" y="2204085"/>
                    <a:pt x="28575" y="2202434"/>
                    <a:pt x="25400" y="2200275"/>
                  </a:cubicBezTo>
                  <a:cubicBezTo>
                    <a:pt x="22225" y="2198116"/>
                    <a:pt x="19431" y="2195830"/>
                    <a:pt x="16764" y="2193163"/>
                  </a:cubicBezTo>
                  <a:cubicBezTo>
                    <a:pt x="14097" y="2190496"/>
                    <a:pt x="11684" y="2187575"/>
                    <a:pt x="9652" y="2184527"/>
                  </a:cubicBezTo>
                  <a:cubicBezTo>
                    <a:pt x="7620" y="2181479"/>
                    <a:pt x="5842" y="2178050"/>
                    <a:pt x="4318" y="2174621"/>
                  </a:cubicBezTo>
                  <a:cubicBezTo>
                    <a:pt x="2794" y="2171192"/>
                    <a:pt x="1778" y="2167636"/>
                    <a:pt x="1016" y="2163953"/>
                  </a:cubicBezTo>
                  <a:cubicBezTo>
                    <a:pt x="254" y="2160270"/>
                    <a:pt x="0" y="2156460"/>
                    <a:pt x="0" y="215265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5730748" y="63373"/>
              <a:ext cx="5381879" cy="2210054"/>
            </a:xfrm>
            <a:custGeom>
              <a:avLst/>
              <a:gdLst/>
              <a:ahLst/>
              <a:cxnLst/>
              <a:rect l="l" t="t" r="r" b="b"/>
              <a:pathLst>
                <a:path w="5381879" h="2210054">
                  <a:moveTo>
                    <a:pt x="127" y="2152777"/>
                  </a:moveTo>
                  <a:lnTo>
                    <a:pt x="127" y="57277"/>
                  </a:lnTo>
                  <a:cubicBezTo>
                    <a:pt x="127" y="53467"/>
                    <a:pt x="508" y="49784"/>
                    <a:pt x="1270" y="46101"/>
                  </a:cubicBezTo>
                  <a:cubicBezTo>
                    <a:pt x="2032" y="42418"/>
                    <a:pt x="3048" y="38862"/>
                    <a:pt x="4572" y="35433"/>
                  </a:cubicBezTo>
                  <a:cubicBezTo>
                    <a:pt x="6096" y="32004"/>
                    <a:pt x="7747" y="28702"/>
                    <a:pt x="9906" y="25527"/>
                  </a:cubicBezTo>
                  <a:cubicBezTo>
                    <a:pt x="12065" y="22352"/>
                    <a:pt x="14351" y="19558"/>
                    <a:pt x="17018" y="16891"/>
                  </a:cubicBezTo>
                  <a:cubicBezTo>
                    <a:pt x="19685" y="14224"/>
                    <a:pt x="22606" y="11811"/>
                    <a:pt x="25654" y="9779"/>
                  </a:cubicBezTo>
                  <a:cubicBezTo>
                    <a:pt x="28702" y="7747"/>
                    <a:pt x="32131" y="5969"/>
                    <a:pt x="35560" y="4445"/>
                  </a:cubicBezTo>
                  <a:cubicBezTo>
                    <a:pt x="38989" y="2921"/>
                    <a:pt x="42545" y="1905"/>
                    <a:pt x="46228" y="1143"/>
                  </a:cubicBezTo>
                  <a:cubicBezTo>
                    <a:pt x="49911" y="381"/>
                    <a:pt x="53594" y="0"/>
                    <a:pt x="57404" y="0"/>
                  </a:cubicBezTo>
                  <a:lnTo>
                    <a:pt x="5324602" y="0"/>
                  </a:lnTo>
                  <a:cubicBezTo>
                    <a:pt x="5328412" y="0"/>
                    <a:pt x="5332095" y="381"/>
                    <a:pt x="5335778" y="1143"/>
                  </a:cubicBezTo>
                  <a:cubicBezTo>
                    <a:pt x="5339461" y="1905"/>
                    <a:pt x="5343017" y="2921"/>
                    <a:pt x="5346446" y="4445"/>
                  </a:cubicBezTo>
                  <a:cubicBezTo>
                    <a:pt x="5349875" y="5969"/>
                    <a:pt x="5353177" y="7620"/>
                    <a:pt x="5356352" y="9779"/>
                  </a:cubicBezTo>
                  <a:cubicBezTo>
                    <a:pt x="5359527" y="11938"/>
                    <a:pt x="5362321" y="14224"/>
                    <a:pt x="5364988" y="16891"/>
                  </a:cubicBezTo>
                  <a:cubicBezTo>
                    <a:pt x="5367655" y="19558"/>
                    <a:pt x="5370068" y="22479"/>
                    <a:pt x="5372100" y="25527"/>
                  </a:cubicBezTo>
                  <a:cubicBezTo>
                    <a:pt x="5374132" y="28575"/>
                    <a:pt x="5375910" y="32004"/>
                    <a:pt x="5377434" y="35433"/>
                  </a:cubicBezTo>
                  <a:cubicBezTo>
                    <a:pt x="5378958" y="38862"/>
                    <a:pt x="5379974" y="42418"/>
                    <a:pt x="5380736" y="46101"/>
                  </a:cubicBezTo>
                  <a:cubicBezTo>
                    <a:pt x="5381498" y="49784"/>
                    <a:pt x="5381879" y="53467"/>
                    <a:pt x="5381879" y="57277"/>
                  </a:cubicBezTo>
                  <a:lnTo>
                    <a:pt x="5381879" y="2152777"/>
                  </a:lnTo>
                  <a:cubicBezTo>
                    <a:pt x="5381879" y="2156587"/>
                    <a:pt x="5381498" y="2160270"/>
                    <a:pt x="5380736" y="2163953"/>
                  </a:cubicBezTo>
                  <a:cubicBezTo>
                    <a:pt x="5379974" y="2167636"/>
                    <a:pt x="5378958" y="2171192"/>
                    <a:pt x="5377434" y="2174621"/>
                  </a:cubicBezTo>
                  <a:cubicBezTo>
                    <a:pt x="5375910" y="2178050"/>
                    <a:pt x="5374259" y="2181352"/>
                    <a:pt x="5372100" y="2184527"/>
                  </a:cubicBezTo>
                  <a:cubicBezTo>
                    <a:pt x="5369941" y="2187702"/>
                    <a:pt x="5367655" y="2190496"/>
                    <a:pt x="5364988" y="2193163"/>
                  </a:cubicBezTo>
                  <a:cubicBezTo>
                    <a:pt x="5362321" y="2195830"/>
                    <a:pt x="5359400" y="2198243"/>
                    <a:pt x="5356352" y="2200275"/>
                  </a:cubicBezTo>
                  <a:cubicBezTo>
                    <a:pt x="5353304" y="2202307"/>
                    <a:pt x="5350002" y="2204085"/>
                    <a:pt x="5346446" y="2205609"/>
                  </a:cubicBezTo>
                  <a:cubicBezTo>
                    <a:pt x="5342890" y="2207133"/>
                    <a:pt x="5339461" y="2208149"/>
                    <a:pt x="5335778" y="2208911"/>
                  </a:cubicBezTo>
                  <a:cubicBezTo>
                    <a:pt x="5332095" y="2209673"/>
                    <a:pt x="5328412" y="2210054"/>
                    <a:pt x="5324602" y="2210054"/>
                  </a:cubicBezTo>
                  <a:lnTo>
                    <a:pt x="57277" y="2210054"/>
                  </a:lnTo>
                  <a:cubicBezTo>
                    <a:pt x="53467" y="2210054"/>
                    <a:pt x="49784" y="2209673"/>
                    <a:pt x="46101" y="2208911"/>
                  </a:cubicBezTo>
                  <a:cubicBezTo>
                    <a:pt x="42418" y="2208149"/>
                    <a:pt x="38862" y="2207133"/>
                    <a:pt x="35433" y="2205609"/>
                  </a:cubicBezTo>
                  <a:cubicBezTo>
                    <a:pt x="32004" y="2204085"/>
                    <a:pt x="28702" y="2202434"/>
                    <a:pt x="25527" y="2200275"/>
                  </a:cubicBezTo>
                  <a:cubicBezTo>
                    <a:pt x="22352" y="2198116"/>
                    <a:pt x="19558" y="2195830"/>
                    <a:pt x="16891" y="2193163"/>
                  </a:cubicBezTo>
                  <a:cubicBezTo>
                    <a:pt x="14224" y="2190496"/>
                    <a:pt x="11811" y="2187575"/>
                    <a:pt x="9779" y="2184527"/>
                  </a:cubicBezTo>
                  <a:cubicBezTo>
                    <a:pt x="7747" y="2181479"/>
                    <a:pt x="5969" y="2178050"/>
                    <a:pt x="4445" y="2174621"/>
                  </a:cubicBezTo>
                  <a:cubicBezTo>
                    <a:pt x="2921" y="2171192"/>
                    <a:pt x="1905" y="2167636"/>
                    <a:pt x="1143" y="2163953"/>
                  </a:cubicBezTo>
                  <a:cubicBezTo>
                    <a:pt x="381" y="2160270"/>
                    <a:pt x="0" y="2156587"/>
                    <a:pt x="0" y="2152777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444500" y="4445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476250"/>
                  </a:moveTo>
                  <a:lnTo>
                    <a:pt x="0" y="38100"/>
                  </a:lnTo>
                  <a:lnTo>
                    <a:pt x="9525" y="38100"/>
                  </a:ln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lnTo>
                    <a:pt x="11684" y="27178"/>
                  </a:lnTo>
                  <a:lnTo>
                    <a:pt x="2921" y="23495"/>
                  </a:lnTo>
                  <a:cubicBezTo>
                    <a:pt x="4826" y="18796"/>
                    <a:pt x="7620" y="14732"/>
                    <a:pt x="11176" y="11176"/>
                  </a:cubicBezTo>
                  <a:lnTo>
                    <a:pt x="17907" y="17907"/>
                  </a:lnTo>
                  <a:lnTo>
                    <a:pt x="11176" y="11176"/>
                  </a:lnTo>
                  <a:cubicBezTo>
                    <a:pt x="14732" y="7620"/>
                    <a:pt x="18923" y="4826"/>
                    <a:pt x="23495" y="2921"/>
                  </a:cubicBezTo>
                  <a:cubicBezTo>
                    <a:pt x="28194" y="1016"/>
                    <a:pt x="33020" y="0"/>
                    <a:pt x="38100" y="0"/>
                  </a:cubicBezTo>
                  <a:lnTo>
                    <a:pt x="38100" y="9525"/>
                  </a:lnTo>
                  <a:lnTo>
                    <a:pt x="38100" y="0"/>
                  </a:lnTo>
                  <a:lnTo>
                    <a:pt x="476250" y="0"/>
                  </a:lnTo>
                  <a:lnTo>
                    <a:pt x="476250" y="9525"/>
                  </a:lnTo>
                  <a:lnTo>
                    <a:pt x="476250" y="0"/>
                  </a:lnTo>
                  <a:cubicBezTo>
                    <a:pt x="481330" y="0"/>
                    <a:pt x="486156" y="1016"/>
                    <a:pt x="490855" y="2921"/>
                  </a:cubicBezTo>
                  <a:cubicBezTo>
                    <a:pt x="495554" y="4826"/>
                    <a:pt x="499618" y="7620"/>
                    <a:pt x="503174" y="11176"/>
                  </a:cubicBezTo>
                  <a:cubicBezTo>
                    <a:pt x="506730" y="14732"/>
                    <a:pt x="509524" y="18923"/>
                    <a:pt x="511429" y="23495"/>
                  </a:cubicBezTo>
                  <a:cubicBezTo>
                    <a:pt x="513334" y="28194"/>
                    <a:pt x="514350" y="33020"/>
                    <a:pt x="514350" y="38100"/>
                  </a:cubicBezTo>
                  <a:lnTo>
                    <a:pt x="514350" y="476250"/>
                  </a:lnTo>
                  <a:cubicBezTo>
                    <a:pt x="514350" y="481330"/>
                    <a:pt x="513334" y="486156"/>
                    <a:pt x="511429" y="490855"/>
                  </a:cubicBezTo>
                  <a:cubicBezTo>
                    <a:pt x="509524" y="495554"/>
                    <a:pt x="506730" y="499618"/>
                    <a:pt x="503174" y="503174"/>
                  </a:cubicBezTo>
                  <a:cubicBezTo>
                    <a:pt x="499618" y="506730"/>
                    <a:pt x="495427" y="509524"/>
                    <a:pt x="490855" y="511429"/>
                  </a:cubicBezTo>
                  <a:lnTo>
                    <a:pt x="487172" y="502666"/>
                  </a:lnTo>
                  <a:lnTo>
                    <a:pt x="490855" y="511429"/>
                  </a:lnTo>
                  <a:cubicBezTo>
                    <a:pt x="486156" y="513334"/>
                    <a:pt x="481330" y="514350"/>
                    <a:pt x="476250" y="514350"/>
                  </a:cubicBezTo>
                  <a:lnTo>
                    <a:pt x="38100" y="514350"/>
                  </a:lnTo>
                  <a:cubicBezTo>
                    <a:pt x="33020" y="514350"/>
                    <a:pt x="28194" y="513334"/>
                    <a:pt x="23495" y="511429"/>
                  </a:cubicBezTo>
                  <a:lnTo>
                    <a:pt x="27178" y="502666"/>
                  </a:lnTo>
                  <a:lnTo>
                    <a:pt x="23495" y="511429"/>
                  </a:lnTo>
                  <a:cubicBezTo>
                    <a:pt x="18796" y="509524"/>
                    <a:pt x="14732" y="506730"/>
                    <a:pt x="11176" y="503174"/>
                  </a:cubicBezTo>
                  <a:lnTo>
                    <a:pt x="17907" y="496443"/>
                  </a:lnTo>
                  <a:lnTo>
                    <a:pt x="11176" y="503174"/>
                  </a:lnTo>
                  <a:cubicBezTo>
                    <a:pt x="7620" y="499618"/>
                    <a:pt x="4826" y="495427"/>
                    <a:pt x="2921" y="490855"/>
                  </a:cubicBezTo>
                  <a:lnTo>
                    <a:pt x="11684" y="487172"/>
                  </a:lnTo>
                  <a:lnTo>
                    <a:pt x="2921" y="490855"/>
                  </a:lnTo>
                  <a:cubicBezTo>
                    <a:pt x="1016" y="486156"/>
                    <a:pt x="0" y="481330"/>
                    <a:pt x="0" y="476250"/>
                  </a:cubicBezTo>
                  <a:lnTo>
                    <a:pt x="9525" y="476250"/>
                  </a:lnTo>
                  <a:lnTo>
                    <a:pt x="0" y="476250"/>
                  </a:lnTo>
                  <a:moveTo>
                    <a:pt x="19050" y="476250"/>
                  </a:moveTo>
                  <a:cubicBezTo>
                    <a:pt x="19050" y="478790"/>
                    <a:pt x="19558" y="481203"/>
                    <a:pt x="20447" y="483489"/>
                  </a:cubicBezTo>
                  <a:cubicBezTo>
                    <a:pt x="21463" y="485775"/>
                    <a:pt x="22733" y="487934"/>
                    <a:pt x="24638" y="489712"/>
                  </a:cubicBezTo>
                  <a:cubicBezTo>
                    <a:pt x="26416" y="491490"/>
                    <a:pt x="28448" y="492887"/>
                    <a:pt x="30861" y="493903"/>
                  </a:cubicBezTo>
                  <a:cubicBezTo>
                    <a:pt x="33147" y="494919"/>
                    <a:pt x="35560" y="495300"/>
                    <a:pt x="38100" y="495300"/>
                  </a:cubicBezTo>
                  <a:lnTo>
                    <a:pt x="38100" y="504825"/>
                  </a:lnTo>
                  <a:lnTo>
                    <a:pt x="38100" y="495300"/>
                  </a:lnTo>
                  <a:lnTo>
                    <a:pt x="476250" y="495300"/>
                  </a:lnTo>
                  <a:lnTo>
                    <a:pt x="476250" y="504825"/>
                  </a:lnTo>
                  <a:lnTo>
                    <a:pt x="476250" y="495300"/>
                  </a:lnTo>
                  <a:cubicBezTo>
                    <a:pt x="478790" y="495300"/>
                    <a:pt x="481203" y="494792"/>
                    <a:pt x="483489" y="493903"/>
                  </a:cubicBezTo>
                  <a:cubicBezTo>
                    <a:pt x="485775" y="492887"/>
                    <a:pt x="487934" y="491617"/>
                    <a:pt x="489712" y="489712"/>
                  </a:cubicBezTo>
                  <a:lnTo>
                    <a:pt x="496443" y="496443"/>
                  </a:lnTo>
                  <a:lnTo>
                    <a:pt x="489712" y="489712"/>
                  </a:lnTo>
                  <a:cubicBezTo>
                    <a:pt x="491490" y="487934"/>
                    <a:pt x="492887" y="485902"/>
                    <a:pt x="493903" y="483489"/>
                  </a:cubicBezTo>
                  <a:lnTo>
                    <a:pt x="502666" y="487172"/>
                  </a:lnTo>
                  <a:lnTo>
                    <a:pt x="493903" y="483489"/>
                  </a:lnTo>
                  <a:cubicBezTo>
                    <a:pt x="494919" y="481203"/>
                    <a:pt x="495300" y="478790"/>
                    <a:pt x="495300" y="476250"/>
                  </a:cubicBezTo>
                  <a:lnTo>
                    <a:pt x="504825" y="476250"/>
                  </a:lnTo>
                  <a:lnTo>
                    <a:pt x="495300" y="476250"/>
                  </a:lnTo>
                  <a:lnTo>
                    <a:pt x="495300" y="38100"/>
                  </a:lnTo>
                  <a:lnTo>
                    <a:pt x="504825" y="38100"/>
                  </a:lnTo>
                  <a:lnTo>
                    <a:pt x="495300" y="38100"/>
                  </a:lnTo>
                  <a:cubicBezTo>
                    <a:pt x="495300" y="35560"/>
                    <a:pt x="494792" y="33147"/>
                    <a:pt x="493903" y="30861"/>
                  </a:cubicBezTo>
                  <a:lnTo>
                    <a:pt x="502666" y="27178"/>
                  </a:lnTo>
                  <a:lnTo>
                    <a:pt x="493903" y="30861"/>
                  </a:lnTo>
                  <a:cubicBezTo>
                    <a:pt x="492887" y="28575"/>
                    <a:pt x="491617" y="26416"/>
                    <a:pt x="489712" y="24638"/>
                  </a:cubicBezTo>
                  <a:lnTo>
                    <a:pt x="496443" y="17907"/>
                  </a:lnTo>
                  <a:lnTo>
                    <a:pt x="489712" y="24638"/>
                  </a:lnTo>
                  <a:cubicBezTo>
                    <a:pt x="487934" y="22860"/>
                    <a:pt x="485902" y="21463"/>
                    <a:pt x="483489" y="20447"/>
                  </a:cubicBezTo>
                  <a:lnTo>
                    <a:pt x="487172" y="11684"/>
                  </a:lnTo>
                  <a:lnTo>
                    <a:pt x="483489" y="20447"/>
                  </a:lnTo>
                  <a:cubicBezTo>
                    <a:pt x="481203" y="19431"/>
                    <a:pt x="478790" y="19050"/>
                    <a:pt x="476250" y="19050"/>
                  </a:cubicBezTo>
                  <a:lnTo>
                    <a:pt x="38100" y="19050"/>
                  </a:lnTo>
                  <a:cubicBezTo>
                    <a:pt x="35560" y="19050"/>
                    <a:pt x="33147" y="19558"/>
                    <a:pt x="30861" y="20447"/>
                  </a:cubicBezTo>
                  <a:lnTo>
                    <a:pt x="27178" y="11684"/>
                  </a:lnTo>
                  <a:lnTo>
                    <a:pt x="30861" y="20447"/>
                  </a:lnTo>
                  <a:cubicBezTo>
                    <a:pt x="28575" y="21463"/>
                    <a:pt x="26416" y="22733"/>
                    <a:pt x="24638" y="24638"/>
                  </a:cubicBezTo>
                  <a:cubicBezTo>
                    <a:pt x="22860" y="26416"/>
                    <a:pt x="21463" y="28448"/>
                    <a:pt x="20447" y="30861"/>
                  </a:cubicBezTo>
                  <a:cubicBezTo>
                    <a:pt x="19431" y="33274"/>
                    <a:pt x="19050" y="35560"/>
                    <a:pt x="19050" y="38100"/>
                  </a:cubicBezTo>
                  <a:lnTo>
                    <a:pt x="19050" y="476250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6111875" y="4445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476250"/>
                  </a:moveTo>
                  <a:lnTo>
                    <a:pt x="0" y="38100"/>
                  </a:lnTo>
                  <a:lnTo>
                    <a:pt x="9525" y="38100"/>
                  </a:ln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lnTo>
                    <a:pt x="11684" y="27178"/>
                  </a:lnTo>
                  <a:lnTo>
                    <a:pt x="2921" y="23495"/>
                  </a:lnTo>
                  <a:cubicBezTo>
                    <a:pt x="4826" y="18796"/>
                    <a:pt x="7620" y="14732"/>
                    <a:pt x="11176" y="11176"/>
                  </a:cubicBezTo>
                  <a:lnTo>
                    <a:pt x="17907" y="17907"/>
                  </a:lnTo>
                  <a:lnTo>
                    <a:pt x="11176" y="11176"/>
                  </a:lnTo>
                  <a:cubicBezTo>
                    <a:pt x="14732" y="7620"/>
                    <a:pt x="18923" y="4826"/>
                    <a:pt x="23495" y="2921"/>
                  </a:cubicBezTo>
                  <a:lnTo>
                    <a:pt x="27178" y="11684"/>
                  </a:lnTo>
                  <a:lnTo>
                    <a:pt x="23495" y="2921"/>
                  </a:lnTo>
                  <a:cubicBezTo>
                    <a:pt x="28194" y="1016"/>
                    <a:pt x="33020" y="0"/>
                    <a:pt x="38100" y="0"/>
                  </a:cubicBezTo>
                  <a:lnTo>
                    <a:pt x="38100" y="9525"/>
                  </a:lnTo>
                  <a:lnTo>
                    <a:pt x="38100" y="0"/>
                  </a:lnTo>
                  <a:lnTo>
                    <a:pt x="476250" y="0"/>
                  </a:lnTo>
                  <a:lnTo>
                    <a:pt x="476250" y="9525"/>
                  </a:lnTo>
                  <a:lnTo>
                    <a:pt x="476250" y="0"/>
                  </a:lnTo>
                  <a:cubicBezTo>
                    <a:pt x="481330" y="0"/>
                    <a:pt x="486156" y="1016"/>
                    <a:pt x="490855" y="2921"/>
                  </a:cubicBezTo>
                  <a:lnTo>
                    <a:pt x="487172" y="11684"/>
                  </a:lnTo>
                  <a:lnTo>
                    <a:pt x="490855" y="2921"/>
                  </a:lnTo>
                  <a:cubicBezTo>
                    <a:pt x="495554" y="4826"/>
                    <a:pt x="499618" y="7620"/>
                    <a:pt x="503174" y="11176"/>
                  </a:cubicBezTo>
                  <a:lnTo>
                    <a:pt x="496443" y="17907"/>
                  </a:lnTo>
                  <a:lnTo>
                    <a:pt x="503174" y="11176"/>
                  </a:lnTo>
                  <a:cubicBezTo>
                    <a:pt x="506730" y="14732"/>
                    <a:pt x="509524" y="18923"/>
                    <a:pt x="511429" y="23495"/>
                  </a:cubicBezTo>
                  <a:lnTo>
                    <a:pt x="502666" y="27178"/>
                  </a:lnTo>
                  <a:lnTo>
                    <a:pt x="511429" y="23495"/>
                  </a:lnTo>
                  <a:cubicBezTo>
                    <a:pt x="513334" y="28194"/>
                    <a:pt x="514350" y="33020"/>
                    <a:pt x="514350" y="38100"/>
                  </a:cubicBezTo>
                  <a:lnTo>
                    <a:pt x="514350" y="476250"/>
                  </a:lnTo>
                  <a:cubicBezTo>
                    <a:pt x="514350" y="481330"/>
                    <a:pt x="513334" y="486156"/>
                    <a:pt x="511429" y="490855"/>
                  </a:cubicBezTo>
                  <a:lnTo>
                    <a:pt x="502666" y="487172"/>
                  </a:lnTo>
                  <a:lnTo>
                    <a:pt x="511429" y="490855"/>
                  </a:lnTo>
                  <a:cubicBezTo>
                    <a:pt x="509524" y="495554"/>
                    <a:pt x="506730" y="499618"/>
                    <a:pt x="503174" y="503174"/>
                  </a:cubicBezTo>
                  <a:lnTo>
                    <a:pt x="496443" y="496443"/>
                  </a:lnTo>
                  <a:lnTo>
                    <a:pt x="503174" y="503174"/>
                  </a:lnTo>
                  <a:cubicBezTo>
                    <a:pt x="499618" y="506730"/>
                    <a:pt x="495427" y="509524"/>
                    <a:pt x="490855" y="511429"/>
                  </a:cubicBezTo>
                  <a:lnTo>
                    <a:pt x="487172" y="502666"/>
                  </a:lnTo>
                  <a:lnTo>
                    <a:pt x="490855" y="511429"/>
                  </a:lnTo>
                  <a:cubicBezTo>
                    <a:pt x="486156" y="513334"/>
                    <a:pt x="481330" y="514350"/>
                    <a:pt x="476250" y="514350"/>
                  </a:cubicBezTo>
                  <a:lnTo>
                    <a:pt x="38100" y="514350"/>
                  </a:lnTo>
                  <a:cubicBezTo>
                    <a:pt x="33020" y="514350"/>
                    <a:pt x="28194" y="513334"/>
                    <a:pt x="23495" y="511429"/>
                  </a:cubicBezTo>
                  <a:lnTo>
                    <a:pt x="27178" y="502666"/>
                  </a:lnTo>
                  <a:lnTo>
                    <a:pt x="23495" y="511429"/>
                  </a:lnTo>
                  <a:cubicBezTo>
                    <a:pt x="18796" y="509524"/>
                    <a:pt x="14732" y="506730"/>
                    <a:pt x="11176" y="503174"/>
                  </a:cubicBezTo>
                  <a:lnTo>
                    <a:pt x="17907" y="496443"/>
                  </a:lnTo>
                  <a:lnTo>
                    <a:pt x="11176" y="503174"/>
                  </a:lnTo>
                  <a:cubicBezTo>
                    <a:pt x="7620" y="499618"/>
                    <a:pt x="4826" y="495427"/>
                    <a:pt x="2921" y="490855"/>
                  </a:cubicBezTo>
                  <a:lnTo>
                    <a:pt x="11684" y="487172"/>
                  </a:lnTo>
                  <a:lnTo>
                    <a:pt x="2921" y="490855"/>
                  </a:lnTo>
                  <a:cubicBezTo>
                    <a:pt x="1016" y="486156"/>
                    <a:pt x="0" y="481330"/>
                    <a:pt x="0" y="476250"/>
                  </a:cubicBezTo>
                  <a:lnTo>
                    <a:pt x="9525" y="476250"/>
                  </a:lnTo>
                  <a:lnTo>
                    <a:pt x="0" y="476250"/>
                  </a:lnTo>
                  <a:moveTo>
                    <a:pt x="19050" y="476250"/>
                  </a:moveTo>
                  <a:cubicBezTo>
                    <a:pt x="19050" y="478790"/>
                    <a:pt x="19558" y="481203"/>
                    <a:pt x="20447" y="483489"/>
                  </a:cubicBezTo>
                  <a:cubicBezTo>
                    <a:pt x="21463" y="485775"/>
                    <a:pt x="22733" y="487934"/>
                    <a:pt x="24638" y="489712"/>
                  </a:cubicBezTo>
                  <a:cubicBezTo>
                    <a:pt x="26543" y="491490"/>
                    <a:pt x="28448" y="492887"/>
                    <a:pt x="30861" y="493903"/>
                  </a:cubicBezTo>
                  <a:cubicBezTo>
                    <a:pt x="33147" y="494919"/>
                    <a:pt x="35560" y="495300"/>
                    <a:pt x="38100" y="495300"/>
                  </a:cubicBezTo>
                  <a:lnTo>
                    <a:pt x="38100" y="504825"/>
                  </a:lnTo>
                  <a:lnTo>
                    <a:pt x="38100" y="495300"/>
                  </a:lnTo>
                  <a:lnTo>
                    <a:pt x="476250" y="495300"/>
                  </a:lnTo>
                  <a:lnTo>
                    <a:pt x="476250" y="504825"/>
                  </a:lnTo>
                  <a:lnTo>
                    <a:pt x="476250" y="495300"/>
                  </a:lnTo>
                  <a:cubicBezTo>
                    <a:pt x="478790" y="495300"/>
                    <a:pt x="481203" y="494792"/>
                    <a:pt x="483489" y="493903"/>
                  </a:cubicBezTo>
                  <a:cubicBezTo>
                    <a:pt x="485775" y="492887"/>
                    <a:pt x="487934" y="491617"/>
                    <a:pt x="489712" y="489712"/>
                  </a:cubicBezTo>
                  <a:cubicBezTo>
                    <a:pt x="491490" y="487807"/>
                    <a:pt x="492887" y="485902"/>
                    <a:pt x="493903" y="483489"/>
                  </a:cubicBezTo>
                  <a:cubicBezTo>
                    <a:pt x="494919" y="481203"/>
                    <a:pt x="495300" y="478790"/>
                    <a:pt x="495300" y="476250"/>
                  </a:cubicBezTo>
                  <a:lnTo>
                    <a:pt x="504825" y="476250"/>
                  </a:lnTo>
                  <a:lnTo>
                    <a:pt x="495300" y="476250"/>
                  </a:lnTo>
                  <a:lnTo>
                    <a:pt x="495300" y="38100"/>
                  </a:lnTo>
                  <a:lnTo>
                    <a:pt x="504825" y="38100"/>
                  </a:lnTo>
                  <a:lnTo>
                    <a:pt x="495300" y="38100"/>
                  </a:lnTo>
                  <a:cubicBezTo>
                    <a:pt x="495300" y="35560"/>
                    <a:pt x="494792" y="33147"/>
                    <a:pt x="493903" y="30861"/>
                  </a:cubicBezTo>
                  <a:cubicBezTo>
                    <a:pt x="492887" y="28575"/>
                    <a:pt x="491617" y="26416"/>
                    <a:pt x="489712" y="24638"/>
                  </a:cubicBezTo>
                  <a:cubicBezTo>
                    <a:pt x="487807" y="22860"/>
                    <a:pt x="485902" y="21463"/>
                    <a:pt x="483489" y="20447"/>
                  </a:cubicBezTo>
                  <a:cubicBezTo>
                    <a:pt x="481076" y="19431"/>
                    <a:pt x="478790" y="19050"/>
                    <a:pt x="476250" y="19050"/>
                  </a:cubicBezTo>
                  <a:lnTo>
                    <a:pt x="38100" y="19050"/>
                  </a:lnTo>
                  <a:cubicBezTo>
                    <a:pt x="35560" y="19050"/>
                    <a:pt x="33147" y="19558"/>
                    <a:pt x="30861" y="20447"/>
                  </a:cubicBezTo>
                  <a:cubicBezTo>
                    <a:pt x="28575" y="21463"/>
                    <a:pt x="26416" y="22733"/>
                    <a:pt x="24638" y="24638"/>
                  </a:cubicBezTo>
                  <a:cubicBezTo>
                    <a:pt x="22860" y="26543"/>
                    <a:pt x="21463" y="28448"/>
                    <a:pt x="20447" y="30861"/>
                  </a:cubicBezTo>
                  <a:cubicBezTo>
                    <a:pt x="19431" y="33274"/>
                    <a:pt x="19050" y="35560"/>
                    <a:pt x="19050" y="38100"/>
                  </a:cubicBezTo>
                  <a:lnTo>
                    <a:pt x="19050" y="476250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63500" y="22637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  <a:lnTo>
                    <a:pt x="11049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263058" y="2276470"/>
            <a:ext cx="8262933" cy="3505195"/>
            <a:chOff x="0" y="0"/>
            <a:chExt cx="5508625" cy="2336800"/>
          </a:xfrm>
        </p:grpSpPr>
        <p:sp>
          <p:nvSpPr>
            <p:cNvPr id="15" name="Freeform 15"/>
            <p:cNvSpPr/>
            <p:nvPr/>
          </p:nvSpPr>
          <p:spPr>
            <a:xfrm>
              <a:off x="63500" y="63500"/>
              <a:ext cx="5381752" cy="2210054"/>
            </a:xfrm>
            <a:custGeom>
              <a:avLst/>
              <a:gdLst/>
              <a:ahLst/>
              <a:cxnLst/>
              <a:rect l="l" t="t" r="r" b="b"/>
              <a:pathLst>
                <a:path w="5381752" h="2210054">
                  <a:moveTo>
                    <a:pt x="0" y="2152650"/>
                  </a:moveTo>
                  <a:lnTo>
                    <a:pt x="0" y="57150"/>
                  </a:ln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620" y="28575"/>
                    <a:pt x="9779" y="25400"/>
                  </a:cubicBezTo>
                  <a:cubicBezTo>
                    <a:pt x="11938" y="22225"/>
                    <a:pt x="14224" y="19431"/>
                    <a:pt x="16891" y="16764"/>
                  </a:cubicBezTo>
                  <a:cubicBezTo>
                    <a:pt x="19558" y="14097"/>
                    <a:pt x="22479" y="11684"/>
                    <a:pt x="25527" y="9652"/>
                  </a:cubicBezTo>
                  <a:cubicBezTo>
                    <a:pt x="28575" y="7620"/>
                    <a:pt x="32004" y="5842"/>
                    <a:pt x="35433" y="4318"/>
                  </a:cubicBezTo>
                  <a:cubicBezTo>
                    <a:pt x="38862" y="2794"/>
                    <a:pt x="42418" y="1778"/>
                    <a:pt x="46101" y="1016"/>
                  </a:cubicBezTo>
                  <a:cubicBezTo>
                    <a:pt x="49784" y="254"/>
                    <a:pt x="53340" y="0"/>
                    <a:pt x="57150" y="0"/>
                  </a:cubicBezTo>
                  <a:lnTo>
                    <a:pt x="5324475" y="0"/>
                  </a:lnTo>
                  <a:cubicBezTo>
                    <a:pt x="5328285" y="0"/>
                    <a:pt x="5331968" y="381"/>
                    <a:pt x="5335651" y="1143"/>
                  </a:cubicBezTo>
                  <a:cubicBezTo>
                    <a:pt x="5339334" y="1905"/>
                    <a:pt x="5342890" y="2921"/>
                    <a:pt x="5346319" y="4445"/>
                  </a:cubicBezTo>
                  <a:cubicBezTo>
                    <a:pt x="5349748" y="5969"/>
                    <a:pt x="5353050" y="7620"/>
                    <a:pt x="5356225" y="9779"/>
                  </a:cubicBezTo>
                  <a:cubicBezTo>
                    <a:pt x="5359400" y="11938"/>
                    <a:pt x="5362194" y="14224"/>
                    <a:pt x="5364861" y="16891"/>
                  </a:cubicBezTo>
                  <a:cubicBezTo>
                    <a:pt x="5367528" y="19558"/>
                    <a:pt x="5369941" y="22479"/>
                    <a:pt x="5371973" y="25527"/>
                  </a:cubicBezTo>
                  <a:cubicBezTo>
                    <a:pt x="5374005" y="28575"/>
                    <a:pt x="5375783" y="32004"/>
                    <a:pt x="5377307" y="35433"/>
                  </a:cubicBezTo>
                  <a:cubicBezTo>
                    <a:pt x="5378831" y="38862"/>
                    <a:pt x="5379847" y="42418"/>
                    <a:pt x="5380609" y="46101"/>
                  </a:cubicBezTo>
                  <a:cubicBezTo>
                    <a:pt x="5381371" y="49784"/>
                    <a:pt x="5381752" y="53467"/>
                    <a:pt x="5381752" y="57277"/>
                  </a:cubicBezTo>
                  <a:lnTo>
                    <a:pt x="5381752" y="2152777"/>
                  </a:lnTo>
                  <a:cubicBezTo>
                    <a:pt x="5381752" y="2156587"/>
                    <a:pt x="5381371" y="2160270"/>
                    <a:pt x="5380609" y="2163953"/>
                  </a:cubicBezTo>
                  <a:cubicBezTo>
                    <a:pt x="5379847" y="2167636"/>
                    <a:pt x="5378831" y="2171192"/>
                    <a:pt x="5377307" y="2174621"/>
                  </a:cubicBezTo>
                  <a:cubicBezTo>
                    <a:pt x="5375783" y="2178050"/>
                    <a:pt x="5374132" y="2181352"/>
                    <a:pt x="5371973" y="2184527"/>
                  </a:cubicBezTo>
                  <a:cubicBezTo>
                    <a:pt x="5369814" y="2187702"/>
                    <a:pt x="5367528" y="2190496"/>
                    <a:pt x="5364861" y="2193163"/>
                  </a:cubicBezTo>
                  <a:cubicBezTo>
                    <a:pt x="5362194" y="2195830"/>
                    <a:pt x="5359273" y="2198243"/>
                    <a:pt x="5356225" y="2200275"/>
                  </a:cubicBezTo>
                  <a:cubicBezTo>
                    <a:pt x="5353177" y="2202307"/>
                    <a:pt x="5349875" y="2204085"/>
                    <a:pt x="5346319" y="2205609"/>
                  </a:cubicBezTo>
                  <a:cubicBezTo>
                    <a:pt x="5342763" y="2207133"/>
                    <a:pt x="5339334" y="2208149"/>
                    <a:pt x="5335651" y="2208911"/>
                  </a:cubicBezTo>
                  <a:cubicBezTo>
                    <a:pt x="5331968" y="2209673"/>
                    <a:pt x="5328285" y="2210054"/>
                    <a:pt x="5324475" y="2210054"/>
                  </a:cubicBezTo>
                  <a:lnTo>
                    <a:pt x="57150" y="2210054"/>
                  </a:lnTo>
                  <a:cubicBezTo>
                    <a:pt x="53340" y="2210054"/>
                    <a:pt x="49657" y="2209673"/>
                    <a:pt x="45974" y="2208911"/>
                  </a:cubicBezTo>
                  <a:cubicBezTo>
                    <a:pt x="42291" y="2208149"/>
                    <a:pt x="38735" y="2207133"/>
                    <a:pt x="35306" y="2205609"/>
                  </a:cubicBezTo>
                  <a:cubicBezTo>
                    <a:pt x="31877" y="2204085"/>
                    <a:pt x="28575" y="2202434"/>
                    <a:pt x="25400" y="2200275"/>
                  </a:cubicBezTo>
                  <a:cubicBezTo>
                    <a:pt x="22225" y="2198116"/>
                    <a:pt x="19431" y="2195830"/>
                    <a:pt x="16764" y="2193163"/>
                  </a:cubicBezTo>
                  <a:cubicBezTo>
                    <a:pt x="14097" y="2190496"/>
                    <a:pt x="11684" y="2187575"/>
                    <a:pt x="9652" y="2184527"/>
                  </a:cubicBezTo>
                  <a:cubicBezTo>
                    <a:pt x="7620" y="2181479"/>
                    <a:pt x="5842" y="2178050"/>
                    <a:pt x="4318" y="2174621"/>
                  </a:cubicBezTo>
                  <a:cubicBezTo>
                    <a:pt x="2794" y="2171192"/>
                    <a:pt x="1778" y="2167636"/>
                    <a:pt x="1016" y="2163953"/>
                  </a:cubicBezTo>
                  <a:cubicBezTo>
                    <a:pt x="254" y="2160270"/>
                    <a:pt x="0" y="2156460"/>
                    <a:pt x="0" y="215265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444500" y="4445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476250"/>
                  </a:moveTo>
                  <a:lnTo>
                    <a:pt x="0" y="38100"/>
                  </a:lnTo>
                  <a:lnTo>
                    <a:pt x="9525" y="38100"/>
                  </a:ln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lnTo>
                    <a:pt x="11684" y="27178"/>
                  </a:lnTo>
                  <a:lnTo>
                    <a:pt x="2921" y="23495"/>
                  </a:lnTo>
                  <a:cubicBezTo>
                    <a:pt x="4826" y="18796"/>
                    <a:pt x="7620" y="14732"/>
                    <a:pt x="11176" y="11176"/>
                  </a:cubicBezTo>
                  <a:lnTo>
                    <a:pt x="17907" y="17907"/>
                  </a:lnTo>
                  <a:lnTo>
                    <a:pt x="11176" y="11176"/>
                  </a:lnTo>
                  <a:cubicBezTo>
                    <a:pt x="14732" y="7620"/>
                    <a:pt x="18923" y="4826"/>
                    <a:pt x="23495" y="2921"/>
                  </a:cubicBezTo>
                  <a:lnTo>
                    <a:pt x="27178" y="11684"/>
                  </a:lnTo>
                  <a:lnTo>
                    <a:pt x="23495" y="2921"/>
                  </a:lnTo>
                  <a:cubicBezTo>
                    <a:pt x="28194" y="1016"/>
                    <a:pt x="33020" y="0"/>
                    <a:pt x="38100" y="0"/>
                  </a:cubicBezTo>
                  <a:lnTo>
                    <a:pt x="38100" y="9525"/>
                  </a:lnTo>
                  <a:lnTo>
                    <a:pt x="38100" y="0"/>
                  </a:lnTo>
                  <a:lnTo>
                    <a:pt x="476250" y="0"/>
                  </a:lnTo>
                  <a:lnTo>
                    <a:pt x="476250" y="9525"/>
                  </a:lnTo>
                  <a:lnTo>
                    <a:pt x="476250" y="0"/>
                  </a:lnTo>
                  <a:cubicBezTo>
                    <a:pt x="481330" y="0"/>
                    <a:pt x="486156" y="1016"/>
                    <a:pt x="490855" y="2921"/>
                  </a:cubicBezTo>
                  <a:lnTo>
                    <a:pt x="487172" y="11684"/>
                  </a:lnTo>
                  <a:lnTo>
                    <a:pt x="490855" y="2921"/>
                  </a:lnTo>
                  <a:cubicBezTo>
                    <a:pt x="495554" y="4826"/>
                    <a:pt x="499618" y="7620"/>
                    <a:pt x="503174" y="11176"/>
                  </a:cubicBezTo>
                  <a:lnTo>
                    <a:pt x="496443" y="17907"/>
                  </a:lnTo>
                  <a:lnTo>
                    <a:pt x="503174" y="11176"/>
                  </a:lnTo>
                  <a:cubicBezTo>
                    <a:pt x="506730" y="14732"/>
                    <a:pt x="509524" y="18923"/>
                    <a:pt x="511429" y="23495"/>
                  </a:cubicBezTo>
                  <a:lnTo>
                    <a:pt x="502666" y="27178"/>
                  </a:lnTo>
                  <a:lnTo>
                    <a:pt x="511429" y="23495"/>
                  </a:lnTo>
                  <a:cubicBezTo>
                    <a:pt x="513334" y="28194"/>
                    <a:pt x="514350" y="33020"/>
                    <a:pt x="514350" y="38100"/>
                  </a:cubicBezTo>
                  <a:lnTo>
                    <a:pt x="514350" y="476250"/>
                  </a:lnTo>
                  <a:cubicBezTo>
                    <a:pt x="514350" y="481330"/>
                    <a:pt x="513334" y="486156"/>
                    <a:pt x="511429" y="490855"/>
                  </a:cubicBezTo>
                  <a:lnTo>
                    <a:pt x="502666" y="487172"/>
                  </a:lnTo>
                  <a:lnTo>
                    <a:pt x="511429" y="490855"/>
                  </a:lnTo>
                  <a:cubicBezTo>
                    <a:pt x="509524" y="495554"/>
                    <a:pt x="506730" y="499618"/>
                    <a:pt x="503174" y="503174"/>
                  </a:cubicBezTo>
                  <a:lnTo>
                    <a:pt x="496443" y="496443"/>
                  </a:lnTo>
                  <a:lnTo>
                    <a:pt x="503174" y="503174"/>
                  </a:lnTo>
                  <a:cubicBezTo>
                    <a:pt x="499618" y="506730"/>
                    <a:pt x="495427" y="509524"/>
                    <a:pt x="490855" y="511429"/>
                  </a:cubicBezTo>
                  <a:lnTo>
                    <a:pt x="487172" y="502666"/>
                  </a:lnTo>
                  <a:lnTo>
                    <a:pt x="490855" y="511429"/>
                  </a:lnTo>
                  <a:cubicBezTo>
                    <a:pt x="486156" y="513334"/>
                    <a:pt x="481330" y="514350"/>
                    <a:pt x="476250" y="514350"/>
                  </a:cubicBezTo>
                  <a:lnTo>
                    <a:pt x="38100" y="514350"/>
                  </a:lnTo>
                  <a:cubicBezTo>
                    <a:pt x="33020" y="514350"/>
                    <a:pt x="28194" y="513334"/>
                    <a:pt x="23495" y="511429"/>
                  </a:cubicBezTo>
                  <a:lnTo>
                    <a:pt x="27178" y="502666"/>
                  </a:lnTo>
                  <a:lnTo>
                    <a:pt x="23495" y="511429"/>
                  </a:lnTo>
                  <a:cubicBezTo>
                    <a:pt x="18796" y="509524"/>
                    <a:pt x="14732" y="506730"/>
                    <a:pt x="11176" y="503174"/>
                  </a:cubicBezTo>
                  <a:lnTo>
                    <a:pt x="17907" y="496443"/>
                  </a:lnTo>
                  <a:lnTo>
                    <a:pt x="11176" y="503174"/>
                  </a:lnTo>
                  <a:cubicBezTo>
                    <a:pt x="7620" y="499618"/>
                    <a:pt x="4826" y="495427"/>
                    <a:pt x="2921" y="490855"/>
                  </a:cubicBezTo>
                  <a:cubicBezTo>
                    <a:pt x="1016" y="486156"/>
                    <a:pt x="0" y="481330"/>
                    <a:pt x="0" y="476250"/>
                  </a:cubicBezTo>
                  <a:lnTo>
                    <a:pt x="9525" y="476250"/>
                  </a:lnTo>
                  <a:lnTo>
                    <a:pt x="0" y="476250"/>
                  </a:lnTo>
                  <a:moveTo>
                    <a:pt x="19050" y="476250"/>
                  </a:moveTo>
                  <a:cubicBezTo>
                    <a:pt x="19050" y="478790"/>
                    <a:pt x="19558" y="481203"/>
                    <a:pt x="20447" y="483489"/>
                  </a:cubicBezTo>
                  <a:lnTo>
                    <a:pt x="11684" y="487172"/>
                  </a:lnTo>
                  <a:lnTo>
                    <a:pt x="20447" y="483489"/>
                  </a:lnTo>
                  <a:cubicBezTo>
                    <a:pt x="21463" y="485775"/>
                    <a:pt x="22733" y="487934"/>
                    <a:pt x="24638" y="489712"/>
                  </a:cubicBezTo>
                  <a:cubicBezTo>
                    <a:pt x="26543" y="491490"/>
                    <a:pt x="28448" y="492887"/>
                    <a:pt x="30861" y="493903"/>
                  </a:cubicBezTo>
                  <a:cubicBezTo>
                    <a:pt x="33147" y="494919"/>
                    <a:pt x="35560" y="495300"/>
                    <a:pt x="38100" y="495300"/>
                  </a:cubicBezTo>
                  <a:lnTo>
                    <a:pt x="38100" y="504825"/>
                  </a:lnTo>
                  <a:lnTo>
                    <a:pt x="38100" y="495300"/>
                  </a:lnTo>
                  <a:lnTo>
                    <a:pt x="476250" y="495300"/>
                  </a:lnTo>
                  <a:lnTo>
                    <a:pt x="476250" y="504825"/>
                  </a:lnTo>
                  <a:lnTo>
                    <a:pt x="476250" y="495300"/>
                  </a:lnTo>
                  <a:cubicBezTo>
                    <a:pt x="478790" y="495300"/>
                    <a:pt x="481203" y="494792"/>
                    <a:pt x="483489" y="493903"/>
                  </a:cubicBezTo>
                  <a:cubicBezTo>
                    <a:pt x="485775" y="493014"/>
                    <a:pt x="487934" y="491617"/>
                    <a:pt x="489712" y="489712"/>
                  </a:cubicBezTo>
                  <a:cubicBezTo>
                    <a:pt x="491490" y="487807"/>
                    <a:pt x="492887" y="485902"/>
                    <a:pt x="493903" y="483489"/>
                  </a:cubicBezTo>
                  <a:cubicBezTo>
                    <a:pt x="494919" y="481203"/>
                    <a:pt x="495300" y="478790"/>
                    <a:pt x="495300" y="476250"/>
                  </a:cubicBezTo>
                  <a:lnTo>
                    <a:pt x="504825" y="476250"/>
                  </a:lnTo>
                  <a:lnTo>
                    <a:pt x="495300" y="476250"/>
                  </a:lnTo>
                  <a:lnTo>
                    <a:pt x="495300" y="38100"/>
                  </a:lnTo>
                  <a:lnTo>
                    <a:pt x="504825" y="38100"/>
                  </a:lnTo>
                  <a:lnTo>
                    <a:pt x="495300" y="38100"/>
                  </a:lnTo>
                  <a:cubicBezTo>
                    <a:pt x="495300" y="35560"/>
                    <a:pt x="494792" y="33147"/>
                    <a:pt x="493903" y="30861"/>
                  </a:cubicBezTo>
                  <a:cubicBezTo>
                    <a:pt x="492887" y="28575"/>
                    <a:pt x="491617" y="26416"/>
                    <a:pt x="489712" y="24638"/>
                  </a:cubicBezTo>
                  <a:cubicBezTo>
                    <a:pt x="487934" y="22860"/>
                    <a:pt x="485902" y="21463"/>
                    <a:pt x="483489" y="20447"/>
                  </a:cubicBezTo>
                  <a:cubicBezTo>
                    <a:pt x="481203" y="19431"/>
                    <a:pt x="478790" y="19050"/>
                    <a:pt x="476250" y="19050"/>
                  </a:cubicBezTo>
                  <a:lnTo>
                    <a:pt x="38100" y="19050"/>
                  </a:lnTo>
                  <a:cubicBezTo>
                    <a:pt x="35560" y="19050"/>
                    <a:pt x="33147" y="19558"/>
                    <a:pt x="30861" y="20447"/>
                  </a:cubicBezTo>
                  <a:cubicBezTo>
                    <a:pt x="28575" y="21463"/>
                    <a:pt x="26416" y="22733"/>
                    <a:pt x="24638" y="24638"/>
                  </a:cubicBezTo>
                  <a:cubicBezTo>
                    <a:pt x="22860" y="26416"/>
                    <a:pt x="21463" y="28448"/>
                    <a:pt x="20447" y="30861"/>
                  </a:cubicBezTo>
                  <a:cubicBezTo>
                    <a:pt x="19431" y="33274"/>
                    <a:pt x="19050" y="35560"/>
                    <a:pt x="19050" y="38100"/>
                  </a:cubicBezTo>
                  <a:lnTo>
                    <a:pt x="19050" y="476250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604012" y="600329"/>
              <a:ext cx="200025" cy="188341"/>
            </a:xfrm>
            <a:custGeom>
              <a:avLst/>
              <a:gdLst/>
              <a:ahLst/>
              <a:cxnLst/>
              <a:rect l="l" t="t" r="r" b="b"/>
              <a:pathLst>
                <a:path w="200025" h="188341">
                  <a:moveTo>
                    <a:pt x="143383" y="51435"/>
                  </a:moveTo>
                  <a:lnTo>
                    <a:pt x="168656" y="26162"/>
                  </a:lnTo>
                  <a:cubicBezTo>
                    <a:pt x="180467" y="38354"/>
                    <a:pt x="188722" y="49784"/>
                    <a:pt x="193167" y="60452"/>
                  </a:cubicBezTo>
                  <a:cubicBezTo>
                    <a:pt x="197739" y="71628"/>
                    <a:pt x="200025" y="83439"/>
                    <a:pt x="200025" y="96139"/>
                  </a:cubicBezTo>
                  <a:cubicBezTo>
                    <a:pt x="200025" y="108458"/>
                    <a:pt x="197739" y="120269"/>
                    <a:pt x="193167" y="131318"/>
                  </a:cubicBezTo>
                  <a:cubicBezTo>
                    <a:pt x="188468" y="142494"/>
                    <a:pt x="181610" y="152527"/>
                    <a:pt x="172847" y="161417"/>
                  </a:cubicBezTo>
                  <a:cubicBezTo>
                    <a:pt x="164084" y="170053"/>
                    <a:pt x="154178" y="176784"/>
                    <a:pt x="143002" y="181483"/>
                  </a:cubicBezTo>
                  <a:cubicBezTo>
                    <a:pt x="132207" y="186055"/>
                    <a:pt x="120523" y="188341"/>
                    <a:pt x="107823" y="188341"/>
                  </a:cubicBezTo>
                  <a:cubicBezTo>
                    <a:pt x="94615" y="188341"/>
                    <a:pt x="82804" y="186055"/>
                    <a:pt x="72390" y="181483"/>
                  </a:cubicBezTo>
                  <a:cubicBezTo>
                    <a:pt x="60960" y="176276"/>
                    <a:pt x="51054" y="169672"/>
                    <a:pt x="42799" y="161417"/>
                  </a:cubicBezTo>
                  <a:cubicBezTo>
                    <a:pt x="33909" y="152527"/>
                    <a:pt x="27178" y="142621"/>
                    <a:pt x="22479" y="131318"/>
                  </a:cubicBezTo>
                  <a:cubicBezTo>
                    <a:pt x="17907" y="120142"/>
                    <a:pt x="15621" y="108458"/>
                    <a:pt x="15621" y="96139"/>
                  </a:cubicBezTo>
                  <a:cubicBezTo>
                    <a:pt x="15621" y="83566"/>
                    <a:pt x="17907" y="71628"/>
                    <a:pt x="22479" y="60452"/>
                  </a:cubicBezTo>
                  <a:cubicBezTo>
                    <a:pt x="27178" y="49276"/>
                    <a:pt x="34036" y="39370"/>
                    <a:pt x="42926" y="30353"/>
                  </a:cubicBezTo>
                  <a:lnTo>
                    <a:pt x="45085" y="32512"/>
                  </a:lnTo>
                  <a:lnTo>
                    <a:pt x="0" y="35560"/>
                  </a:lnTo>
                  <a:lnTo>
                    <a:pt x="0" y="0"/>
                  </a:lnTo>
                  <a:lnTo>
                    <a:pt x="85979" y="0"/>
                  </a:lnTo>
                  <a:lnTo>
                    <a:pt x="98425" y="12446"/>
                  </a:lnTo>
                  <a:lnTo>
                    <a:pt x="98425" y="98425"/>
                  </a:lnTo>
                  <a:lnTo>
                    <a:pt x="62865" y="98425"/>
                  </a:lnTo>
                  <a:lnTo>
                    <a:pt x="65913" y="53340"/>
                  </a:lnTo>
                  <a:lnTo>
                    <a:pt x="68072" y="55499"/>
                  </a:lnTo>
                  <a:cubicBezTo>
                    <a:pt x="62484" y="61087"/>
                    <a:pt x="58293" y="67310"/>
                    <a:pt x="55499" y="74041"/>
                  </a:cubicBezTo>
                  <a:cubicBezTo>
                    <a:pt x="52705" y="80772"/>
                    <a:pt x="51308" y="88265"/>
                    <a:pt x="51308" y="96139"/>
                  </a:cubicBezTo>
                  <a:cubicBezTo>
                    <a:pt x="51308" y="103759"/>
                    <a:pt x="52705" y="110871"/>
                    <a:pt x="55372" y="117729"/>
                  </a:cubicBezTo>
                  <a:cubicBezTo>
                    <a:pt x="58039" y="124587"/>
                    <a:pt x="62357" y="130683"/>
                    <a:pt x="67945" y="136271"/>
                  </a:cubicBezTo>
                  <a:cubicBezTo>
                    <a:pt x="73279" y="141605"/>
                    <a:pt x="79502" y="145669"/>
                    <a:pt x="86487" y="148717"/>
                  </a:cubicBezTo>
                  <a:cubicBezTo>
                    <a:pt x="92964" y="151511"/>
                    <a:pt x="100203" y="152781"/>
                    <a:pt x="108204" y="152781"/>
                  </a:cubicBezTo>
                  <a:cubicBezTo>
                    <a:pt x="116205" y="152781"/>
                    <a:pt x="123317" y="151384"/>
                    <a:pt x="129413" y="148717"/>
                  </a:cubicBezTo>
                  <a:cubicBezTo>
                    <a:pt x="136779" y="145415"/>
                    <a:pt x="143002" y="141224"/>
                    <a:pt x="148082" y="136271"/>
                  </a:cubicBezTo>
                  <a:cubicBezTo>
                    <a:pt x="153670" y="130683"/>
                    <a:pt x="157861" y="124460"/>
                    <a:pt x="160528" y="117729"/>
                  </a:cubicBezTo>
                  <a:cubicBezTo>
                    <a:pt x="163195" y="110998"/>
                    <a:pt x="164719" y="103632"/>
                    <a:pt x="164719" y="96139"/>
                  </a:cubicBezTo>
                  <a:cubicBezTo>
                    <a:pt x="164719" y="88265"/>
                    <a:pt x="163322" y="80899"/>
                    <a:pt x="160528" y="74041"/>
                  </a:cubicBezTo>
                  <a:cubicBezTo>
                    <a:pt x="157861" y="67310"/>
                    <a:pt x="152273" y="59690"/>
                    <a:pt x="143637" y="51308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857250" y="734982"/>
            <a:ext cx="2372911" cy="74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Conclusion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09803" y="6726703"/>
            <a:ext cx="97169" cy="471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57462" y="7194733"/>
            <a:ext cx="5599543" cy="1013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concepts applied including memory management and structured design.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57462" y="2937058"/>
            <a:ext cx="5813355" cy="1528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Successful </a:t>
            </a:r>
            <a:r>
              <a:rPr lang="en-US" sz="2700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modular C </a:t>
            </a:r>
            <a:r>
              <a:rPr lang="en-US" sz="27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implementation ensuring codebase maintainability and logical separation.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58525" y="2937058"/>
            <a:ext cx="5494572" cy="1528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Efficient </a:t>
            </a:r>
            <a:r>
              <a:rPr lang="en-US" sz="2700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CRUD logic</a:t>
            </a:r>
            <a:r>
              <a:rPr lang="en-US" sz="27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demonstrated through optimized pointer manipulation and data handling.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58525" y="6680383"/>
            <a:ext cx="5598400" cy="1528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System architecture is </a:t>
            </a:r>
            <a:r>
              <a:rPr lang="en-US" sz="2700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ready for expansion</a:t>
            </a:r>
            <a:r>
              <a:rPr lang="en-US" sz="27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with hooks for persistent storage and UI integration.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557462" y="6726703"/>
            <a:ext cx="4546683" cy="471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Foundational</a:t>
            </a: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700" b="1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programming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43062" y="3055010"/>
            <a:ext cx="349758" cy="482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135867" y="3103640"/>
            <a:ext cx="366317" cy="586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↻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60693" y="6884403"/>
            <a:ext cx="313553" cy="465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BCD4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★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147925" y="6862620"/>
            <a:ext cx="341900" cy="54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>
                <a:solidFill>
                  <a:srgbClr val="00BCD4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➜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87529" y="9531729"/>
            <a:ext cx="4837933" cy="283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 2026 To-Do Management System Project |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AD1A36-72CC-ABC8-2944-355BD53C2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19100"/>
            <a:ext cx="14097000" cy="95249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7E3C30-021B-1B83-A19F-3AE59AD5A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092" y="952500"/>
            <a:ext cx="7380108" cy="8305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18E874-5BB5-5DFC-F8E1-328F0CB2C7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95300"/>
            <a:ext cx="6019800" cy="8763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15250" y="2157412"/>
            <a:ext cx="2857500" cy="28575"/>
            <a:chOff x="0" y="0"/>
            <a:chExt cx="1905000" cy="19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05000" cy="19050"/>
            </a:xfrm>
            <a:custGeom>
              <a:avLst/>
              <a:gdLst/>
              <a:ahLst/>
              <a:cxnLst/>
              <a:rect l="l" t="t" r="r" b="b"/>
              <a:pathLst>
                <a:path w="1905000" h="19050">
                  <a:moveTo>
                    <a:pt x="0" y="0"/>
                  </a:moveTo>
                  <a:lnTo>
                    <a:pt x="1905000" y="0"/>
                  </a:lnTo>
                  <a:lnTo>
                    <a:pt x="1905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362956" y="4018788"/>
            <a:ext cx="2135124" cy="2135124"/>
            <a:chOff x="0" y="0"/>
            <a:chExt cx="1897888" cy="18978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97888" cy="1897888"/>
            </a:xfrm>
            <a:custGeom>
              <a:avLst/>
              <a:gdLst/>
              <a:ahLst/>
              <a:cxnLst/>
              <a:rect l="l" t="t" r="r" b="b"/>
              <a:pathLst>
                <a:path w="1897888" h="1897888">
                  <a:moveTo>
                    <a:pt x="1671828" y="47244"/>
                  </a:moveTo>
                  <a:cubicBezTo>
                    <a:pt x="1685798" y="47244"/>
                    <a:pt x="1697863" y="52197"/>
                    <a:pt x="1707769" y="62103"/>
                  </a:cubicBezTo>
                  <a:cubicBezTo>
                    <a:pt x="1717675" y="72009"/>
                    <a:pt x="1722628" y="83947"/>
                    <a:pt x="1722628" y="98044"/>
                  </a:cubicBezTo>
                  <a:lnTo>
                    <a:pt x="1722628" y="1545844"/>
                  </a:lnTo>
                  <a:cubicBezTo>
                    <a:pt x="1722628" y="1559814"/>
                    <a:pt x="1717675" y="1571879"/>
                    <a:pt x="1707769" y="1581785"/>
                  </a:cubicBezTo>
                  <a:cubicBezTo>
                    <a:pt x="1697863" y="1591691"/>
                    <a:pt x="1685925" y="1596644"/>
                    <a:pt x="1671828" y="1596644"/>
                  </a:cubicBezTo>
                  <a:lnTo>
                    <a:pt x="224028" y="1596644"/>
                  </a:lnTo>
                  <a:cubicBezTo>
                    <a:pt x="210058" y="1596644"/>
                    <a:pt x="197993" y="1591691"/>
                    <a:pt x="188087" y="1581785"/>
                  </a:cubicBezTo>
                  <a:cubicBezTo>
                    <a:pt x="178181" y="1571879"/>
                    <a:pt x="173228" y="1559941"/>
                    <a:pt x="173228" y="1545844"/>
                  </a:cubicBezTo>
                  <a:lnTo>
                    <a:pt x="173228" y="98044"/>
                  </a:lnTo>
                  <a:cubicBezTo>
                    <a:pt x="173228" y="84074"/>
                    <a:pt x="178181" y="72009"/>
                    <a:pt x="188087" y="62103"/>
                  </a:cubicBezTo>
                  <a:cubicBezTo>
                    <a:pt x="197993" y="52197"/>
                    <a:pt x="209931" y="47244"/>
                    <a:pt x="224028" y="47244"/>
                  </a:cubicBezTo>
                  <a:close/>
                  <a:moveTo>
                    <a:pt x="0" y="0"/>
                  </a:moveTo>
                  <a:lnTo>
                    <a:pt x="0" y="1897888"/>
                  </a:lnTo>
                  <a:lnTo>
                    <a:pt x="1897888" y="1897888"/>
                  </a:lnTo>
                  <a:lnTo>
                    <a:pt x="1897888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5267701" y="3923533"/>
            <a:ext cx="2325619" cy="2325619"/>
          </a:xfrm>
          <a:custGeom>
            <a:avLst/>
            <a:gdLst/>
            <a:ahLst/>
            <a:cxnLst/>
            <a:rect l="l" t="t" r="r" b="b"/>
            <a:pathLst>
              <a:path w="2325619" h="2325619">
                <a:moveTo>
                  <a:pt x="0" y="0"/>
                </a:moveTo>
                <a:lnTo>
                  <a:pt x="2325619" y="0"/>
                </a:lnTo>
                <a:lnTo>
                  <a:pt x="2325619" y="2325619"/>
                </a:lnTo>
                <a:lnTo>
                  <a:pt x="0" y="23256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5572125" y="4086225"/>
            <a:ext cx="1714500" cy="1714500"/>
            <a:chOff x="0" y="0"/>
            <a:chExt cx="1524000" cy="152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38100" y="0"/>
                  </a:moveTo>
                  <a:cubicBezTo>
                    <a:pt x="27559" y="0"/>
                    <a:pt x="18542" y="3683"/>
                    <a:pt x="11176" y="11176"/>
                  </a:cubicBezTo>
                  <a:cubicBezTo>
                    <a:pt x="3810" y="18669"/>
                    <a:pt x="0" y="27559"/>
                    <a:pt x="0" y="37973"/>
                  </a:cubicBezTo>
                  <a:lnTo>
                    <a:pt x="0" y="1485900"/>
                  </a:lnTo>
                  <a:cubicBezTo>
                    <a:pt x="0" y="1496441"/>
                    <a:pt x="3683" y="1505458"/>
                    <a:pt x="11176" y="1512824"/>
                  </a:cubicBezTo>
                  <a:cubicBezTo>
                    <a:pt x="18669" y="1520190"/>
                    <a:pt x="27559" y="1524000"/>
                    <a:pt x="38100" y="1524000"/>
                  </a:cubicBezTo>
                  <a:lnTo>
                    <a:pt x="1485900" y="1524000"/>
                  </a:lnTo>
                  <a:cubicBezTo>
                    <a:pt x="1496441" y="1524000"/>
                    <a:pt x="1505458" y="1520317"/>
                    <a:pt x="1512824" y="1512824"/>
                  </a:cubicBezTo>
                  <a:cubicBezTo>
                    <a:pt x="1520190" y="1505331"/>
                    <a:pt x="1524000" y="1496441"/>
                    <a:pt x="1524000" y="1485900"/>
                  </a:cubicBezTo>
                  <a:lnTo>
                    <a:pt x="1524000" y="38100"/>
                  </a:lnTo>
                  <a:cubicBezTo>
                    <a:pt x="1524000" y="27559"/>
                    <a:pt x="1520317" y="18542"/>
                    <a:pt x="1512824" y="11176"/>
                  </a:cubicBezTo>
                  <a:cubicBezTo>
                    <a:pt x="1505331" y="3810"/>
                    <a:pt x="1496441" y="0"/>
                    <a:pt x="1485900" y="0"/>
                  </a:cubicBezTo>
                  <a:close/>
                </a:path>
              </a:pathLst>
            </a:custGeom>
            <a:blipFill>
              <a:blip r:embed="rId4"/>
              <a:stretch>
                <a:fillRect l="-125" r="-126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0789920" y="4018788"/>
            <a:ext cx="2135124" cy="2135124"/>
            <a:chOff x="0" y="0"/>
            <a:chExt cx="1897888" cy="18978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97888" cy="1897888"/>
            </a:xfrm>
            <a:custGeom>
              <a:avLst/>
              <a:gdLst/>
              <a:ahLst/>
              <a:cxnLst/>
              <a:rect l="l" t="t" r="r" b="b"/>
              <a:pathLst>
                <a:path w="1897888" h="1897888">
                  <a:moveTo>
                    <a:pt x="1673860" y="47244"/>
                  </a:moveTo>
                  <a:cubicBezTo>
                    <a:pt x="1687830" y="47244"/>
                    <a:pt x="1699895" y="52197"/>
                    <a:pt x="1709801" y="62103"/>
                  </a:cubicBezTo>
                  <a:cubicBezTo>
                    <a:pt x="1719707" y="72009"/>
                    <a:pt x="1724660" y="83947"/>
                    <a:pt x="1724660" y="98044"/>
                  </a:cubicBezTo>
                  <a:lnTo>
                    <a:pt x="1724660" y="1545844"/>
                  </a:lnTo>
                  <a:cubicBezTo>
                    <a:pt x="1724660" y="1559814"/>
                    <a:pt x="1719707" y="1571879"/>
                    <a:pt x="1709801" y="1581785"/>
                  </a:cubicBezTo>
                  <a:cubicBezTo>
                    <a:pt x="1699895" y="1591691"/>
                    <a:pt x="1687957" y="1596644"/>
                    <a:pt x="1673860" y="1596644"/>
                  </a:cubicBezTo>
                  <a:lnTo>
                    <a:pt x="226060" y="1596644"/>
                  </a:lnTo>
                  <a:cubicBezTo>
                    <a:pt x="212090" y="1596644"/>
                    <a:pt x="200025" y="1591691"/>
                    <a:pt x="190119" y="1581785"/>
                  </a:cubicBezTo>
                  <a:cubicBezTo>
                    <a:pt x="180213" y="1571879"/>
                    <a:pt x="175260" y="1559941"/>
                    <a:pt x="175260" y="1545844"/>
                  </a:cubicBezTo>
                  <a:lnTo>
                    <a:pt x="175260" y="98044"/>
                  </a:lnTo>
                  <a:cubicBezTo>
                    <a:pt x="175260" y="84074"/>
                    <a:pt x="180213" y="72009"/>
                    <a:pt x="190119" y="62103"/>
                  </a:cubicBezTo>
                  <a:cubicBezTo>
                    <a:pt x="200025" y="52197"/>
                    <a:pt x="212090" y="47244"/>
                    <a:pt x="226060" y="47244"/>
                  </a:cubicBezTo>
                  <a:close/>
                  <a:moveTo>
                    <a:pt x="0" y="0"/>
                  </a:moveTo>
                  <a:lnTo>
                    <a:pt x="0" y="1897888"/>
                  </a:lnTo>
                  <a:lnTo>
                    <a:pt x="1897888" y="1897888"/>
                  </a:lnTo>
                  <a:lnTo>
                    <a:pt x="1897888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0694665" y="3923533"/>
            <a:ext cx="2325619" cy="2325619"/>
          </a:xfrm>
          <a:custGeom>
            <a:avLst/>
            <a:gdLst/>
            <a:ahLst/>
            <a:cxnLst/>
            <a:rect l="l" t="t" r="r" b="b"/>
            <a:pathLst>
              <a:path w="2325619" h="2325619">
                <a:moveTo>
                  <a:pt x="0" y="0"/>
                </a:moveTo>
                <a:lnTo>
                  <a:pt x="2325619" y="0"/>
                </a:lnTo>
                <a:lnTo>
                  <a:pt x="2325619" y="2325619"/>
                </a:lnTo>
                <a:lnTo>
                  <a:pt x="0" y="23256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1001375" y="4086225"/>
            <a:ext cx="1714500" cy="1714500"/>
            <a:chOff x="0" y="0"/>
            <a:chExt cx="1524000" cy="152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37973" y="0"/>
                  </a:moveTo>
                  <a:cubicBezTo>
                    <a:pt x="27559" y="0"/>
                    <a:pt x="18542" y="3683"/>
                    <a:pt x="11176" y="11176"/>
                  </a:cubicBezTo>
                  <a:cubicBezTo>
                    <a:pt x="3810" y="18669"/>
                    <a:pt x="0" y="27559"/>
                    <a:pt x="0" y="37973"/>
                  </a:cubicBezTo>
                  <a:lnTo>
                    <a:pt x="0" y="1485900"/>
                  </a:lnTo>
                  <a:cubicBezTo>
                    <a:pt x="0" y="1496441"/>
                    <a:pt x="3683" y="1505458"/>
                    <a:pt x="11176" y="1512824"/>
                  </a:cubicBezTo>
                  <a:cubicBezTo>
                    <a:pt x="18669" y="1520190"/>
                    <a:pt x="27559" y="1524000"/>
                    <a:pt x="38100" y="1524000"/>
                  </a:cubicBezTo>
                  <a:lnTo>
                    <a:pt x="1485900" y="1524000"/>
                  </a:lnTo>
                  <a:cubicBezTo>
                    <a:pt x="1496441" y="1524000"/>
                    <a:pt x="1505458" y="1520317"/>
                    <a:pt x="1512824" y="1512824"/>
                  </a:cubicBezTo>
                  <a:cubicBezTo>
                    <a:pt x="1520190" y="1505331"/>
                    <a:pt x="1524000" y="1496441"/>
                    <a:pt x="1524000" y="1485900"/>
                  </a:cubicBezTo>
                  <a:lnTo>
                    <a:pt x="1524000" y="38100"/>
                  </a:lnTo>
                  <a:cubicBezTo>
                    <a:pt x="1524000" y="27559"/>
                    <a:pt x="1520317" y="18542"/>
                    <a:pt x="1512824" y="11176"/>
                  </a:cubicBezTo>
                  <a:cubicBezTo>
                    <a:pt x="1505331" y="3810"/>
                    <a:pt x="1496441" y="0"/>
                    <a:pt x="1486027" y="0"/>
                  </a:cubicBezTo>
                  <a:close/>
                </a:path>
              </a:pathLst>
            </a:custGeom>
            <a:blipFill>
              <a:blip r:embed="rId7"/>
              <a:stretch>
                <a:fillRect l="-67" r="-6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0" y="10215562"/>
            <a:ext cx="18288000" cy="71438"/>
            <a:chOff x="0" y="0"/>
            <a:chExt cx="12192000" cy="476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92000" cy="47625"/>
            </a:xfrm>
            <a:custGeom>
              <a:avLst/>
              <a:gdLst/>
              <a:ahLst/>
              <a:cxnLst/>
              <a:rect l="l" t="t" r="r" b="b"/>
              <a:pathLst>
                <a:path w="12192000" h="47625">
                  <a:moveTo>
                    <a:pt x="0" y="0"/>
                  </a:moveTo>
                  <a:lnTo>
                    <a:pt x="0" y="47625"/>
                  </a:lnTo>
                  <a:lnTo>
                    <a:pt x="12192000" y="4762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1A237E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6433618" y="1263620"/>
            <a:ext cx="5529177" cy="74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Ques ons and Discussion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53289" y="2985245"/>
            <a:ext cx="5080906" cy="557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Thank you for your attention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60725" y="6264921"/>
            <a:ext cx="1961359" cy="1204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"/>
              </a:lnSpc>
            </a:pPr>
            <a:r>
              <a:rPr lang="en-US" sz="1800" spc="111">
                <a:solidFill>
                  <a:srgbClr val="00BCD4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</a:p>
          <a:p>
            <a:pPr algn="ctr">
              <a:lnSpc>
                <a:spcPts val="1237"/>
              </a:lnSpc>
            </a:pPr>
            <a:r>
              <a:rPr lang="en-US" sz="2475" b="1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Harshitha &amp;</a:t>
            </a:r>
          </a:p>
          <a:p>
            <a:pPr algn="ctr" rtl="1">
              <a:lnSpc>
                <a:spcPts val="1237"/>
              </a:lnSpc>
            </a:pPr>
            <a:endParaRPr lang="en-US" sz="2475" b="1">
              <a:solidFill>
                <a:srgbClr val="333333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ctr" rtl="1">
              <a:lnSpc>
                <a:spcPts val="1237"/>
              </a:lnSpc>
            </a:pPr>
            <a:endParaRPr lang="en-US" sz="2475" b="1">
              <a:solidFill>
                <a:srgbClr val="333333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ctr">
              <a:lnSpc>
                <a:spcPts val="1237"/>
              </a:lnSpc>
            </a:pPr>
            <a:r>
              <a:rPr lang="en-US" sz="2475" b="1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Hashini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49115" y="6264921"/>
            <a:ext cx="2263383" cy="1204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"/>
              </a:lnSpc>
            </a:pPr>
            <a:r>
              <a:rPr lang="en-US" sz="1800" spc="111">
                <a:solidFill>
                  <a:srgbClr val="00BCD4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</a:p>
          <a:p>
            <a:pPr algn="ctr">
              <a:lnSpc>
                <a:spcPts val="1237"/>
              </a:lnSpc>
            </a:pPr>
            <a:r>
              <a:rPr lang="en-US" sz="2475" b="1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Jayavarshini &amp;</a:t>
            </a:r>
          </a:p>
          <a:p>
            <a:pPr algn="ctr" rtl="1">
              <a:lnSpc>
                <a:spcPts val="1237"/>
              </a:lnSpc>
            </a:pPr>
            <a:endParaRPr lang="en-US" sz="2475" b="1">
              <a:solidFill>
                <a:srgbClr val="333333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ctr" rtl="1">
              <a:lnSpc>
                <a:spcPts val="1237"/>
              </a:lnSpc>
            </a:pPr>
            <a:endParaRPr lang="en-US" sz="2475" b="1">
              <a:solidFill>
                <a:srgbClr val="333333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ctr">
              <a:lnSpc>
                <a:spcPts val="1237"/>
              </a:lnSpc>
            </a:pPr>
            <a:r>
              <a:rPr lang="en-US" sz="2475" b="1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Abinaya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88816" y="8597856"/>
            <a:ext cx="4396135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Email contact: team@example.com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61331" y="9746042"/>
            <a:ext cx="4860350" cy="283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 2026 To-Do List Management System Project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1490</Words>
  <Application>Microsoft Office PowerPoint</Application>
  <PresentationFormat>Custom</PresentationFormat>
  <Paragraphs>254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Garet</vt:lpstr>
      <vt:lpstr>Arial</vt:lpstr>
      <vt:lpstr>Noto Sans</vt:lpstr>
      <vt:lpstr>Calibri</vt:lpstr>
      <vt:lpstr>Garet Bold</vt:lpstr>
      <vt:lpstr>DejaVu Sans Light</vt:lpstr>
      <vt:lpstr>Carlito Bold</vt:lpstr>
      <vt:lpstr>Arial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To-Do List Management System_ A C Implementation.pdf</dc:title>
  <cp:lastModifiedBy>HARSHITHA KUMARI M</cp:lastModifiedBy>
  <cp:revision>3</cp:revision>
  <dcterms:created xsi:type="dcterms:W3CDTF">2006-08-16T00:00:00Z</dcterms:created>
  <dcterms:modified xsi:type="dcterms:W3CDTF">2026-07-08T08:22:40Z</dcterms:modified>
  <dc:identifier>DAHOwwTZnII</dc:identifier>
</cp:coreProperties>
</file>