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2192000" cy="6858000"/>
  <p:notesSz cx="6858000" cy="9144000"/>
  <p:embeddedFontLst>
    <p:embeddedFont>
      <p:font typeface="Garet" charset="1" panose="00000000000000000000"/>
      <p:regular r:id="rId23"/>
    </p:embeddedFont>
    <p:embeddedFont>
      <p:font typeface="Garet Bold" charset="1" panose="00000000000000000000"/>
      <p:regular r:id="rId24"/>
    </p:embeddedFont>
    <p:embeddedFont>
      <p:font typeface="Carlito Bold" charset="1" panose="020F0502020204030204"/>
      <p:regular r:id="rId25"/>
    </p:embeddedFont>
    <p:embeddedFont>
      <p:font typeface="Arial Bold" charset="1" panose="020B0704020202020204"/>
      <p:regular r:id="rId26"/>
    </p:embeddedFont>
    <p:embeddedFont>
      <p:font typeface="Arial" charset="1" panose="020B0604020202020204"/>
      <p:regular r:id="rId27"/>
    </p:embeddedFont>
    <p:embeddedFont>
      <p:font typeface="DejaVu Sans Light" charset="1" panose="020B0603030804020204"/>
      <p:regular r:id="rId28"/>
    </p:embeddedFont>
    <p:embeddedFont>
      <p:font typeface="Noto Sans" charset="1" panose="020B050204050402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jpe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jpeg" Type="http://schemas.openxmlformats.org/officeDocument/2006/relationships/image"/><Relationship Id="rId3" Target="../media/image17.png" Type="http://schemas.openxmlformats.org/officeDocument/2006/relationships/image"/><Relationship Id="rId4" Target="../media/image1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Relationship Id="rId3" Target="../media/image23.svg" Type="http://schemas.openxmlformats.org/officeDocument/2006/relationships/image"/><Relationship Id="rId4" Target="../media/image24.jpeg" Type="http://schemas.openxmlformats.org/officeDocument/2006/relationships/image"/><Relationship Id="rId5" Target="../media/image25.png" Type="http://schemas.openxmlformats.org/officeDocument/2006/relationships/image"/><Relationship Id="rId6" Target="../media/image26.svg" Type="http://schemas.openxmlformats.org/officeDocument/2006/relationships/image"/><Relationship Id="rId7" Target="../media/image27.svg" Type="http://schemas.openxmlformats.org/officeDocument/2006/relationships/image"/><Relationship Id="rId8" Target="../media/image2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1.png" Type="http://schemas.openxmlformats.org/officeDocument/2006/relationships/image"/><Relationship Id="rId3" Target="../media/image32.png" Type="http://schemas.openxmlformats.org/officeDocument/2006/relationships/image"/><Relationship Id="rId4" Target="../media/image33.png" Type="http://schemas.openxmlformats.org/officeDocument/2006/relationships/image"/><Relationship Id="rId5" Target="../media/image3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png" Type="http://schemas.openxmlformats.org/officeDocument/2006/relationships/image"/><Relationship Id="rId3" Target="../media/image41.svg" Type="http://schemas.openxmlformats.org/officeDocument/2006/relationships/image"/><Relationship Id="rId4" Target="../media/image42.jpeg" Type="http://schemas.openxmlformats.org/officeDocument/2006/relationships/image"/><Relationship Id="rId5" Target="../media/image43.png" Type="http://schemas.openxmlformats.org/officeDocument/2006/relationships/image"/><Relationship Id="rId6" Target="../media/image44.svg" Type="http://schemas.openxmlformats.org/officeDocument/2006/relationships/image"/><Relationship Id="rId7" Target="../media/image45.png" Type="http://schemas.openxmlformats.org/officeDocument/2006/relationships/image"/><Relationship Id="rId8" Target="../media/image46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7.jpeg" Type="http://schemas.openxmlformats.org/officeDocument/2006/relationships/image"/><Relationship Id="rId3" Target="../media/image48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9.png" Type="http://schemas.openxmlformats.org/officeDocument/2006/relationships/image"/><Relationship Id="rId3" Target="../media/image5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9.jpeg" Type="http://schemas.openxmlformats.org/officeDocument/2006/relationships/image"/><Relationship Id="rId3" Target="../media/image60.png" Type="http://schemas.openxmlformats.org/officeDocument/2006/relationships/image"/><Relationship Id="rId4" Target="../media/image61.svg" Type="http://schemas.openxmlformats.org/officeDocument/2006/relationships/image"/><Relationship Id="rId5" Target="../media/image6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3.png" Type="http://schemas.openxmlformats.org/officeDocument/2006/relationships/image"/><Relationship Id="rId3" Target="../media/image64.svg" Type="http://schemas.openxmlformats.org/officeDocument/2006/relationships/image"/><Relationship Id="rId4" Target="../media/image65.png" Type="http://schemas.openxmlformats.org/officeDocument/2006/relationships/image"/><Relationship Id="rId5" Target="../media/image66.svg" Type="http://schemas.openxmlformats.org/officeDocument/2006/relationships/image"/><Relationship Id="rId6" Target="../media/image67.png" Type="http://schemas.openxmlformats.org/officeDocument/2006/relationships/image"/><Relationship Id="rId7" Target="../media/image68.svg" Type="http://schemas.openxmlformats.org/officeDocument/2006/relationships/image"/><Relationship Id="rId8" Target="../media/image69.png" Type="http://schemas.openxmlformats.org/officeDocument/2006/relationships/image"/><Relationship Id="rId9" Target="../media/image70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2.png" Type="http://schemas.openxmlformats.org/officeDocument/2006/relationships/image"/><Relationship Id="rId3" Target="../media/image73.svg" Type="http://schemas.openxmlformats.org/officeDocument/2006/relationships/image"/><Relationship Id="rId4" Target="../media/image74.png" Type="http://schemas.openxmlformats.org/officeDocument/2006/relationships/image"/><Relationship Id="rId5" Target="../media/image75.svg" Type="http://schemas.openxmlformats.org/officeDocument/2006/relationships/image"/><Relationship Id="rId6" Target="../media/image76.png" Type="http://schemas.openxmlformats.org/officeDocument/2006/relationships/image"/><Relationship Id="rId7" Target="../media/image77.svg" Type="http://schemas.openxmlformats.org/officeDocument/2006/relationships/image"/><Relationship Id="rId8" Target="../media/image78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9.jpeg" Type="http://schemas.openxmlformats.org/officeDocument/2006/relationships/image"/><Relationship Id="rId3" Target="../media/image80.png" Type="http://schemas.openxmlformats.org/officeDocument/2006/relationships/image"/><Relationship Id="rId4" Target="../media/image81.svg" Type="http://schemas.openxmlformats.org/officeDocument/2006/relationships/image"/><Relationship Id="rId5" Target="../media/image82.jpeg" Type="http://schemas.openxmlformats.org/officeDocument/2006/relationships/image"/><Relationship Id="rId6" Target="../media/image83.jpeg" Type="http://schemas.openxmlformats.org/officeDocument/2006/relationships/image"/><Relationship Id="rId7" Target="../media/image84.png" Type="http://schemas.openxmlformats.org/officeDocument/2006/relationships/image"/><Relationship Id="rId8" Target="../media/image85.svg" Type="http://schemas.openxmlformats.org/officeDocument/2006/relationships/image"/><Relationship Id="rId9" Target="../media/image8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9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5863" y="39554"/>
            <a:ext cx="11940273" cy="6682454"/>
          </a:xfrm>
          <a:custGeom>
            <a:avLst/>
            <a:gdLst/>
            <a:ahLst/>
            <a:cxnLst/>
            <a:rect r="r" b="b" t="t" l="l"/>
            <a:pathLst>
              <a:path h="6682454" w="11940273">
                <a:moveTo>
                  <a:pt x="0" y="0"/>
                </a:moveTo>
                <a:lnTo>
                  <a:pt x="11940274" y="0"/>
                </a:lnTo>
                <a:lnTo>
                  <a:pt x="11940274" y="6682454"/>
                </a:lnTo>
                <a:lnTo>
                  <a:pt x="0" y="66824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-13" r="0" b="-13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7587" y="1223054"/>
            <a:ext cx="7165086" cy="8544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920"/>
              </a:lnSpc>
            </a:pPr>
            <a:r>
              <a:rPr lang="en-US" sz="7072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TO DO LIST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7587" y="2051526"/>
            <a:ext cx="7000081" cy="91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7920"/>
              </a:lnSpc>
            </a:pPr>
            <a:r>
              <a:rPr lang="en-US" sz="7072" b="true">
                <a:solidFill>
                  <a:srgbClr val="000066"/>
                </a:solidFill>
                <a:latin typeface="Garet Bold"/>
                <a:ea typeface="Garet Bold"/>
                <a:cs typeface="Garet Bold"/>
                <a:sym typeface="Garet Bold"/>
              </a:rPr>
              <a:t>MANAGEMENT 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248482" y="222587"/>
            <a:ext cx="2026094" cy="670731"/>
          </a:xfrm>
          <a:custGeom>
            <a:avLst/>
            <a:gdLst/>
            <a:ahLst/>
            <a:cxnLst/>
            <a:rect r="r" b="b" t="t" l="l"/>
            <a:pathLst>
              <a:path h="670731" w="2026094">
                <a:moveTo>
                  <a:pt x="0" y="0"/>
                </a:moveTo>
                <a:lnTo>
                  <a:pt x="2026094" y="0"/>
                </a:lnTo>
                <a:lnTo>
                  <a:pt x="2026094" y="670731"/>
                </a:lnTo>
                <a:lnTo>
                  <a:pt x="0" y="6707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-30" r="0" b="-31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327185" y="-2769171"/>
            <a:ext cx="6223572" cy="6223571"/>
          </a:xfrm>
          <a:custGeom>
            <a:avLst/>
            <a:gdLst/>
            <a:ahLst/>
            <a:cxnLst/>
            <a:rect r="r" b="b" t="t" l="l"/>
            <a:pathLst>
              <a:path h="6223571" w="6223572">
                <a:moveTo>
                  <a:pt x="0" y="0"/>
                </a:moveTo>
                <a:lnTo>
                  <a:pt x="6223571" y="0"/>
                </a:lnTo>
                <a:lnTo>
                  <a:pt x="6223571" y="6223571"/>
                </a:lnTo>
                <a:lnTo>
                  <a:pt x="0" y="622357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704934" y="2865145"/>
            <a:ext cx="3567741" cy="3567741"/>
          </a:xfrm>
          <a:custGeom>
            <a:avLst/>
            <a:gdLst/>
            <a:ahLst/>
            <a:cxnLst/>
            <a:rect r="r" b="b" t="t" l="l"/>
            <a:pathLst>
              <a:path h="3567741" w="3567741">
                <a:moveTo>
                  <a:pt x="0" y="0"/>
                </a:moveTo>
                <a:lnTo>
                  <a:pt x="3567741" y="0"/>
                </a:lnTo>
                <a:lnTo>
                  <a:pt x="3567741" y="3567742"/>
                </a:lnTo>
                <a:lnTo>
                  <a:pt x="0" y="356774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7085260" y="-340874"/>
            <a:ext cx="2432215" cy="2432215"/>
          </a:xfrm>
          <a:custGeom>
            <a:avLst/>
            <a:gdLst/>
            <a:ahLst/>
            <a:cxnLst/>
            <a:rect r="r" b="b" t="t" l="l"/>
            <a:pathLst>
              <a:path h="2432215" w="2432215">
                <a:moveTo>
                  <a:pt x="0" y="0"/>
                </a:moveTo>
                <a:lnTo>
                  <a:pt x="2432215" y="0"/>
                </a:lnTo>
                <a:lnTo>
                  <a:pt x="2432215" y="2432215"/>
                </a:lnTo>
                <a:lnTo>
                  <a:pt x="0" y="243221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053510" y="3881438"/>
            <a:ext cx="3279604" cy="3279604"/>
          </a:xfrm>
          <a:custGeom>
            <a:avLst/>
            <a:gdLst/>
            <a:ahLst/>
            <a:cxnLst/>
            <a:rect r="r" b="b" t="t" l="l"/>
            <a:pathLst>
              <a:path h="3279604" w="3279604">
                <a:moveTo>
                  <a:pt x="0" y="0"/>
                </a:moveTo>
                <a:lnTo>
                  <a:pt x="3279604" y="0"/>
                </a:lnTo>
                <a:lnTo>
                  <a:pt x="3279604" y="3279603"/>
                </a:lnTo>
                <a:lnTo>
                  <a:pt x="0" y="327960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8773954" y="5618670"/>
            <a:ext cx="3279604" cy="3279604"/>
          </a:xfrm>
          <a:custGeom>
            <a:avLst/>
            <a:gdLst/>
            <a:ahLst/>
            <a:cxnLst/>
            <a:rect r="r" b="b" t="t" l="l"/>
            <a:pathLst>
              <a:path h="3279604" w="3279604">
                <a:moveTo>
                  <a:pt x="0" y="0"/>
                </a:moveTo>
                <a:lnTo>
                  <a:pt x="3279603" y="0"/>
                </a:lnTo>
                <a:lnTo>
                  <a:pt x="3279603" y="3279604"/>
                </a:lnTo>
                <a:lnTo>
                  <a:pt x="0" y="3279604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838186" y="1003979"/>
            <a:ext cx="3576955" cy="3576955"/>
            <a:chOff x="0" y="0"/>
            <a:chExt cx="7153910" cy="71539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153910" cy="7153910"/>
            </a:xfrm>
            <a:custGeom>
              <a:avLst/>
              <a:gdLst/>
              <a:ahLst/>
              <a:cxnLst/>
              <a:rect r="r" b="b" t="t" l="l"/>
              <a:pathLst>
                <a:path h="7153910" w="7153910">
                  <a:moveTo>
                    <a:pt x="3576955" y="0"/>
                  </a:moveTo>
                  <a:lnTo>
                    <a:pt x="7153910" y="3576955"/>
                  </a:lnTo>
                  <a:lnTo>
                    <a:pt x="3576955" y="7153910"/>
                  </a:lnTo>
                  <a:lnTo>
                    <a:pt x="0" y="3576955"/>
                  </a:lnTo>
                  <a:lnTo>
                    <a:pt x="3576955" y="0"/>
                  </a:lnTo>
                  <a:close/>
                </a:path>
              </a:pathLst>
            </a:custGeom>
            <a:blipFill>
              <a:blip r:embed="rId16"/>
              <a:stretch>
                <a:fillRect l="-16743" t="0" r="-16743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685800" y="3831882"/>
            <a:ext cx="6886873" cy="158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6"/>
              </a:lnSpc>
            </a:pPr>
            <a:r>
              <a:rPr lang="en-US" sz="2333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ABINAYA A                            (811325243004)</a:t>
            </a:r>
          </a:p>
          <a:p>
            <a:pPr algn="l">
              <a:lnSpc>
                <a:spcPts val="3056"/>
              </a:lnSpc>
            </a:pPr>
            <a:r>
              <a:rPr lang="en-US" sz="2333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HARSHITHA KUMARI M    (811325104070)</a:t>
            </a:r>
          </a:p>
          <a:p>
            <a:pPr algn="l">
              <a:lnSpc>
                <a:spcPts val="3056"/>
              </a:lnSpc>
            </a:pPr>
            <a:r>
              <a:rPr lang="en-US" sz="2333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HASHINI S                             (811325104071)</a:t>
            </a:r>
          </a:p>
          <a:p>
            <a:pPr algn="l">
              <a:lnSpc>
                <a:spcPts val="3056"/>
              </a:lnSpc>
            </a:pPr>
            <a:r>
              <a:rPr lang="en-US" sz="2333">
                <a:solidFill>
                  <a:srgbClr val="000066"/>
                </a:solidFill>
                <a:latin typeface="Garet"/>
                <a:ea typeface="Garet"/>
                <a:cs typeface="Garet"/>
                <a:sym typeface="Garet"/>
              </a:rPr>
              <a:t>JAYAVARSINI J P                 (811325104086)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1085850"/>
            <a:ext cx="1905000" cy="19050"/>
            <a:chOff x="0" y="0"/>
            <a:chExt cx="1905000" cy="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05000" cy="19050"/>
            </a:xfrm>
            <a:custGeom>
              <a:avLst/>
              <a:gdLst/>
              <a:ahLst/>
              <a:cxnLst/>
              <a:rect r="r" b="b" t="t" l="l"/>
              <a:pathLst>
                <a:path h="1905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1771650"/>
            <a:ext cx="114300" cy="114300"/>
            <a:chOff x="0" y="0"/>
            <a:chExt cx="114300" cy="114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500" y="2419350"/>
            <a:ext cx="114300" cy="114300"/>
            <a:chOff x="0" y="0"/>
            <a:chExt cx="114300" cy="114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71500" y="3381375"/>
            <a:ext cx="114300" cy="114300"/>
            <a:chOff x="0" y="0"/>
            <a:chExt cx="114300" cy="114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71500" y="4029075"/>
            <a:ext cx="114300" cy="114300"/>
            <a:chOff x="0" y="0"/>
            <a:chExt cx="114300" cy="114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8171688" y="1694688"/>
            <a:ext cx="3584448" cy="4154424"/>
            <a:chOff x="0" y="0"/>
            <a:chExt cx="4779264" cy="553923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79264" cy="5539232"/>
            </a:xfrm>
            <a:custGeom>
              <a:avLst/>
              <a:gdLst/>
              <a:ahLst/>
              <a:cxnLst/>
              <a:rect r="r" b="b" t="t" l="l"/>
              <a:pathLst>
                <a:path h="5539232" w="4779264">
                  <a:moveTo>
                    <a:pt x="4344416" y="242316"/>
                  </a:moveTo>
                  <a:cubicBezTo>
                    <a:pt x="4361942" y="242316"/>
                    <a:pt x="4376928" y="248539"/>
                    <a:pt x="4389374" y="260858"/>
                  </a:cubicBezTo>
                  <a:cubicBezTo>
                    <a:pt x="4401820" y="273177"/>
                    <a:pt x="4407916" y="288163"/>
                    <a:pt x="4407916" y="305816"/>
                  </a:cubicBezTo>
                  <a:lnTo>
                    <a:pt x="4407916" y="4979416"/>
                  </a:lnTo>
                  <a:cubicBezTo>
                    <a:pt x="4407916" y="4996942"/>
                    <a:pt x="4401693" y="5011928"/>
                    <a:pt x="4389374" y="5024374"/>
                  </a:cubicBezTo>
                  <a:cubicBezTo>
                    <a:pt x="4377055" y="5036820"/>
                    <a:pt x="4362069" y="5042916"/>
                    <a:pt x="4344416" y="5042916"/>
                  </a:cubicBezTo>
                  <a:lnTo>
                    <a:pt x="432816" y="5042916"/>
                  </a:lnTo>
                  <a:cubicBezTo>
                    <a:pt x="415290" y="5042916"/>
                    <a:pt x="400304" y="5036693"/>
                    <a:pt x="387858" y="5024374"/>
                  </a:cubicBezTo>
                  <a:cubicBezTo>
                    <a:pt x="375412" y="5012055"/>
                    <a:pt x="369316" y="4997069"/>
                    <a:pt x="369316" y="4979416"/>
                  </a:cubicBezTo>
                  <a:lnTo>
                    <a:pt x="369316" y="305816"/>
                  </a:lnTo>
                  <a:cubicBezTo>
                    <a:pt x="369316" y="288290"/>
                    <a:pt x="375539" y="273304"/>
                    <a:pt x="387858" y="260858"/>
                  </a:cubicBezTo>
                  <a:cubicBezTo>
                    <a:pt x="400177" y="248412"/>
                    <a:pt x="415163" y="242316"/>
                    <a:pt x="432816" y="242316"/>
                  </a:cubicBezTo>
                  <a:close/>
                  <a:moveTo>
                    <a:pt x="0" y="0"/>
                  </a:moveTo>
                  <a:lnTo>
                    <a:pt x="0" y="5539232"/>
                  </a:lnTo>
                  <a:lnTo>
                    <a:pt x="4779264" y="5539232"/>
                  </a:lnTo>
                  <a:lnTo>
                    <a:pt x="4779264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8108185" y="1631185"/>
            <a:ext cx="3711445" cy="4281421"/>
          </a:xfrm>
          <a:custGeom>
            <a:avLst/>
            <a:gdLst/>
            <a:ahLst/>
            <a:cxnLst/>
            <a:rect r="r" b="b" t="t" l="l"/>
            <a:pathLst>
              <a:path h="4281421" w="3711445">
                <a:moveTo>
                  <a:pt x="0" y="0"/>
                </a:moveTo>
                <a:lnTo>
                  <a:pt x="3711445" y="0"/>
                </a:lnTo>
                <a:lnTo>
                  <a:pt x="3711445" y="4281421"/>
                </a:lnTo>
                <a:lnTo>
                  <a:pt x="0" y="428142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71500" y="486813"/>
            <a:ext cx="1211685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Abstract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76300" y="3285001"/>
            <a:ext cx="700611" cy="31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Logic:</a:t>
            </a: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76300" y="1675276"/>
            <a:ext cx="938184" cy="31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Product:</a:t>
            </a: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6300" y="3932701"/>
            <a:ext cx="1092870" cy="3151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Objective:</a:t>
            </a: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84528" y="1675276"/>
            <a:ext cx="4763986" cy="30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lightweight CLI utility for organized task tracking.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6300" y="2313451"/>
            <a:ext cx="6055004" cy="62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b="true" sz="165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Framework:</a:t>
            </a: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Built using C fundamentals for efficient productivity management.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563167" y="3285001"/>
            <a:ext cx="5548293" cy="30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Focuses on modular logic and sequential memory storage.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36175" y="3932701"/>
            <a:ext cx="5608091" cy="30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Aims to solve daily organizational challenges through code.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86800" y="2099986"/>
            <a:ext cx="1163917" cy="18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SYSTEM_CORE.C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71500" y="6084789"/>
            <a:ext cx="2997537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 2026 To-Do Management System Project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905750" y="2571750"/>
            <a:ext cx="4286250" cy="4286250"/>
            <a:chOff x="0" y="0"/>
            <a:chExt cx="5715000" cy="5715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5000" cy="5715000"/>
            </a:xfrm>
            <a:custGeom>
              <a:avLst/>
              <a:gdLst/>
              <a:ahLst/>
              <a:cxnLst/>
              <a:rect r="r" b="b" t="t" l="l"/>
              <a:pathLst>
                <a:path h="5715000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5715000"/>
                  </a:lnTo>
                  <a:lnTo>
                    <a:pt x="0" y="571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10000"/>
              </a:blip>
              <a:stretch>
                <a:fillRect l="0" t="0" r="-33333" b="-3333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1085850"/>
            <a:ext cx="952500" cy="19050"/>
            <a:chOff x="0" y="0"/>
            <a:chExt cx="952500" cy="190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500" cy="19050"/>
            </a:xfrm>
            <a:custGeom>
              <a:avLst/>
              <a:gdLst/>
              <a:ahLst/>
              <a:cxnLst/>
              <a:rect r="r" b="b" t="t" l="l"/>
              <a:pathLst>
                <a:path h="1905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07997" y="1517647"/>
            <a:ext cx="5460997" cy="2289172"/>
            <a:chOff x="0" y="0"/>
            <a:chExt cx="5461000" cy="22891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8326" y="68453"/>
              <a:ext cx="5324094" cy="2152269"/>
            </a:xfrm>
            <a:custGeom>
              <a:avLst/>
              <a:gdLst/>
              <a:ahLst/>
              <a:cxnLst/>
              <a:rect r="r" b="b" t="t" l="l"/>
              <a:pathLst>
                <a:path h="2152269" w="5324094">
                  <a:moveTo>
                    <a:pt x="0" y="2100072"/>
                  </a:moveTo>
                  <a:lnTo>
                    <a:pt x="0" y="52197"/>
                  </a:ln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lnTo>
                    <a:pt x="5271897" y="0"/>
                  </a:lnTo>
                  <a:cubicBezTo>
                    <a:pt x="5275326" y="0"/>
                    <a:pt x="5278755" y="381"/>
                    <a:pt x="5282057" y="1016"/>
                  </a:cubicBezTo>
                  <a:cubicBezTo>
                    <a:pt x="5285359" y="1651"/>
                    <a:pt x="5288661" y="2667"/>
                    <a:pt x="5291836" y="3937"/>
                  </a:cubicBezTo>
                  <a:cubicBezTo>
                    <a:pt x="5295011" y="5207"/>
                    <a:pt x="5298059" y="6858"/>
                    <a:pt x="5300853" y="8763"/>
                  </a:cubicBezTo>
                  <a:cubicBezTo>
                    <a:pt x="5303647" y="10668"/>
                    <a:pt x="5306314" y="12827"/>
                    <a:pt x="5308854" y="15240"/>
                  </a:cubicBezTo>
                  <a:cubicBezTo>
                    <a:pt x="5311394" y="17653"/>
                    <a:pt x="5313426" y="20320"/>
                    <a:pt x="5315331" y="23241"/>
                  </a:cubicBezTo>
                  <a:cubicBezTo>
                    <a:pt x="5317236" y="26162"/>
                    <a:pt x="5318887" y="29083"/>
                    <a:pt x="5320157" y="32258"/>
                  </a:cubicBezTo>
                  <a:cubicBezTo>
                    <a:pt x="5321427" y="35433"/>
                    <a:pt x="5322443" y="38735"/>
                    <a:pt x="5323078" y="42037"/>
                  </a:cubicBezTo>
                  <a:cubicBezTo>
                    <a:pt x="5323713" y="45339"/>
                    <a:pt x="5324094" y="48768"/>
                    <a:pt x="5324094" y="52197"/>
                  </a:cubicBezTo>
                  <a:lnTo>
                    <a:pt x="5324094" y="2100072"/>
                  </a:lnTo>
                  <a:cubicBezTo>
                    <a:pt x="5324094" y="2103501"/>
                    <a:pt x="5323713" y="2106930"/>
                    <a:pt x="5323078" y="2110232"/>
                  </a:cubicBezTo>
                  <a:cubicBezTo>
                    <a:pt x="5322443" y="2113534"/>
                    <a:pt x="5321427" y="2116836"/>
                    <a:pt x="5320157" y="2120011"/>
                  </a:cubicBezTo>
                  <a:cubicBezTo>
                    <a:pt x="5318887" y="2123186"/>
                    <a:pt x="5317236" y="2126234"/>
                    <a:pt x="5315331" y="2129028"/>
                  </a:cubicBezTo>
                  <a:cubicBezTo>
                    <a:pt x="5313426" y="2131822"/>
                    <a:pt x="5311267" y="2134489"/>
                    <a:pt x="5308854" y="2137029"/>
                  </a:cubicBezTo>
                  <a:cubicBezTo>
                    <a:pt x="5306441" y="2139569"/>
                    <a:pt x="5303774" y="2141601"/>
                    <a:pt x="5300853" y="2143506"/>
                  </a:cubicBezTo>
                  <a:cubicBezTo>
                    <a:pt x="5297932" y="2145411"/>
                    <a:pt x="5295011" y="2147062"/>
                    <a:pt x="5291836" y="2148332"/>
                  </a:cubicBezTo>
                  <a:cubicBezTo>
                    <a:pt x="5288661" y="2149602"/>
                    <a:pt x="5285359" y="2150618"/>
                    <a:pt x="5282057" y="2151253"/>
                  </a:cubicBezTo>
                  <a:cubicBezTo>
                    <a:pt x="5278755" y="2151888"/>
                    <a:pt x="5275326" y="2152269"/>
                    <a:pt x="5271897" y="2152269"/>
                  </a:cubicBezTo>
                  <a:lnTo>
                    <a:pt x="52324" y="2152269"/>
                  </a:lnTo>
                  <a:cubicBezTo>
                    <a:pt x="48895" y="2152269"/>
                    <a:pt x="45466" y="2151888"/>
                    <a:pt x="42164" y="2151253"/>
                  </a:cubicBezTo>
                  <a:cubicBezTo>
                    <a:pt x="38862" y="2150618"/>
                    <a:pt x="35560" y="2149602"/>
                    <a:pt x="32385" y="2148332"/>
                  </a:cubicBezTo>
                  <a:cubicBezTo>
                    <a:pt x="29210" y="2147062"/>
                    <a:pt x="26162" y="2145411"/>
                    <a:pt x="23368" y="2143506"/>
                  </a:cubicBezTo>
                  <a:cubicBezTo>
                    <a:pt x="20574" y="2141601"/>
                    <a:pt x="17907" y="2139442"/>
                    <a:pt x="15367" y="2137029"/>
                  </a:cubicBezTo>
                  <a:cubicBezTo>
                    <a:pt x="12827" y="2134616"/>
                    <a:pt x="10795" y="2131949"/>
                    <a:pt x="8890" y="2129028"/>
                  </a:cubicBezTo>
                  <a:cubicBezTo>
                    <a:pt x="6985" y="2126107"/>
                    <a:pt x="5334" y="2123186"/>
                    <a:pt x="4064" y="2120011"/>
                  </a:cubicBezTo>
                  <a:cubicBezTo>
                    <a:pt x="2794" y="2116836"/>
                    <a:pt x="1778" y="2113534"/>
                    <a:pt x="1143" y="2110232"/>
                  </a:cubicBezTo>
                  <a:cubicBezTo>
                    <a:pt x="508" y="2106930"/>
                    <a:pt x="127" y="2103501"/>
                    <a:pt x="127" y="2100072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63373" y="63500"/>
              <a:ext cx="5334254" cy="2162302"/>
            </a:xfrm>
            <a:custGeom>
              <a:avLst/>
              <a:gdLst/>
              <a:ahLst/>
              <a:cxnLst/>
              <a:rect r="r" b="b" t="t" l="l"/>
              <a:pathLst>
                <a:path h="2162302" w="5334254">
                  <a:moveTo>
                    <a:pt x="127" y="2105025"/>
                  </a:moveTo>
                  <a:lnTo>
                    <a:pt x="127" y="57150"/>
                  </a:lnTo>
                  <a:lnTo>
                    <a:pt x="4953" y="57150"/>
                  </a:lnTo>
                  <a:lnTo>
                    <a:pt x="127" y="57150"/>
                  </a:lnTo>
                  <a:cubicBezTo>
                    <a:pt x="127" y="53340"/>
                    <a:pt x="508" y="49657"/>
                    <a:pt x="1270" y="45974"/>
                  </a:cubicBezTo>
                  <a:lnTo>
                    <a:pt x="5969" y="46863"/>
                  </a:lnTo>
                  <a:lnTo>
                    <a:pt x="1270" y="45974"/>
                  </a:lnTo>
                  <a:cubicBezTo>
                    <a:pt x="2032" y="42291"/>
                    <a:pt x="3048" y="38735"/>
                    <a:pt x="4572" y="35306"/>
                  </a:cubicBezTo>
                  <a:cubicBezTo>
                    <a:pt x="5969" y="31877"/>
                    <a:pt x="7747" y="28575"/>
                    <a:pt x="9906" y="25400"/>
                  </a:cubicBezTo>
                  <a:lnTo>
                    <a:pt x="13843" y="28067"/>
                  </a:lnTo>
                  <a:lnTo>
                    <a:pt x="9779" y="25400"/>
                  </a:lnTo>
                  <a:cubicBezTo>
                    <a:pt x="11811" y="22225"/>
                    <a:pt x="14224" y="19431"/>
                    <a:pt x="16891" y="16764"/>
                  </a:cubicBezTo>
                  <a:lnTo>
                    <a:pt x="20320" y="20193"/>
                  </a:lnTo>
                  <a:lnTo>
                    <a:pt x="16891" y="16764"/>
                  </a:lnTo>
                  <a:cubicBezTo>
                    <a:pt x="19558" y="14097"/>
                    <a:pt x="22479" y="11684"/>
                    <a:pt x="25527" y="9652"/>
                  </a:cubicBezTo>
                  <a:lnTo>
                    <a:pt x="28194" y="13589"/>
                  </a:lnTo>
                  <a:lnTo>
                    <a:pt x="25527" y="9652"/>
                  </a:lnTo>
                  <a:cubicBezTo>
                    <a:pt x="28702" y="7620"/>
                    <a:pt x="32004" y="5842"/>
                    <a:pt x="35433" y="4318"/>
                  </a:cubicBezTo>
                  <a:lnTo>
                    <a:pt x="37211" y="8763"/>
                  </a:lnTo>
                  <a:lnTo>
                    <a:pt x="35433" y="4318"/>
                  </a:lnTo>
                  <a:cubicBezTo>
                    <a:pt x="38862" y="2921"/>
                    <a:pt x="42418" y="1778"/>
                    <a:pt x="46101" y="1016"/>
                  </a:cubicBezTo>
                  <a:cubicBezTo>
                    <a:pt x="49784" y="381"/>
                    <a:pt x="53467" y="0"/>
                    <a:pt x="57277" y="0"/>
                  </a:cubicBezTo>
                  <a:lnTo>
                    <a:pt x="57277" y="4826"/>
                  </a:lnTo>
                  <a:lnTo>
                    <a:pt x="57277" y="0"/>
                  </a:lnTo>
                  <a:lnTo>
                    <a:pt x="5276977" y="0"/>
                  </a:lnTo>
                  <a:lnTo>
                    <a:pt x="5276977" y="4826"/>
                  </a:lnTo>
                  <a:lnTo>
                    <a:pt x="5276977" y="0"/>
                  </a:lnTo>
                  <a:cubicBezTo>
                    <a:pt x="5280787" y="0"/>
                    <a:pt x="5284470" y="381"/>
                    <a:pt x="5288153" y="1143"/>
                  </a:cubicBezTo>
                  <a:cubicBezTo>
                    <a:pt x="5291836" y="1905"/>
                    <a:pt x="5295392" y="2921"/>
                    <a:pt x="5298821" y="4445"/>
                  </a:cubicBezTo>
                  <a:lnTo>
                    <a:pt x="5297043" y="8890"/>
                  </a:lnTo>
                  <a:lnTo>
                    <a:pt x="5298821" y="4445"/>
                  </a:lnTo>
                  <a:cubicBezTo>
                    <a:pt x="5302250" y="5842"/>
                    <a:pt x="5305552" y="7620"/>
                    <a:pt x="5308727" y="9779"/>
                  </a:cubicBezTo>
                  <a:lnTo>
                    <a:pt x="5306060" y="13716"/>
                  </a:lnTo>
                  <a:lnTo>
                    <a:pt x="5308727" y="9779"/>
                  </a:lnTo>
                  <a:cubicBezTo>
                    <a:pt x="5311902" y="11811"/>
                    <a:pt x="5314696" y="14224"/>
                    <a:pt x="5317363" y="16891"/>
                  </a:cubicBezTo>
                  <a:lnTo>
                    <a:pt x="5313934" y="20320"/>
                  </a:lnTo>
                  <a:lnTo>
                    <a:pt x="5317363" y="16891"/>
                  </a:lnTo>
                  <a:cubicBezTo>
                    <a:pt x="5320030" y="19558"/>
                    <a:pt x="5322443" y="22479"/>
                    <a:pt x="5324475" y="25527"/>
                  </a:cubicBezTo>
                  <a:lnTo>
                    <a:pt x="5320538" y="28194"/>
                  </a:lnTo>
                  <a:lnTo>
                    <a:pt x="5324475" y="25527"/>
                  </a:lnTo>
                  <a:cubicBezTo>
                    <a:pt x="5326507" y="28702"/>
                    <a:pt x="5328285" y="32004"/>
                    <a:pt x="5329809" y="35433"/>
                  </a:cubicBezTo>
                  <a:cubicBezTo>
                    <a:pt x="5331206" y="38862"/>
                    <a:pt x="5332349" y="42418"/>
                    <a:pt x="5333111" y="46101"/>
                  </a:cubicBezTo>
                  <a:lnTo>
                    <a:pt x="5328412" y="46990"/>
                  </a:lnTo>
                  <a:lnTo>
                    <a:pt x="5333111" y="46101"/>
                  </a:lnTo>
                  <a:cubicBezTo>
                    <a:pt x="5333873" y="49784"/>
                    <a:pt x="5334254" y="53467"/>
                    <a:pt x="5334254" y="57277"/>
                  </a:cubicBezTo>
                  <a:lnTo>
                    <a:pt x="5329428" y="57277"/>
                  </a:lnTo>
                  <a:lnTo>
                    <a:pt x="5334254" y="57277"/>
                  </a:lnTo>
                  <a:lnTo>
                    <a:pt x="5334254" y="2105025"/>
                  </a:lnTo>
                  <a:lnTo>
                    <a:pt x="5329428" y="2105025"/>
                  </a:lnTo>
                  <a:lnTo>
                    <a:pt x="5334254" y="2105025"/>
                  </a:lnTo>
                  <a:cubicBezTo>
                    <a:pt x="5334254" y="2108835"/>
                    <a:pt x="5333873" y="2112518"/>
                    <a:pt x="5333111" y="2116201"/>
                  </a:cubicBezTo>
                  <a:lnTo>
                    <a:pt x="5328412" y="2115312"/>
                  </a:lnTo>
                  <a:lnTo>
                    <a:pt x="5333111" y="2116201"/>
                  </a:lnTo>
                  <a:cubicBezTo>
                    <a:pt x="5332349" y="2119884"/>
                    <a:pt x="5331333" y="2123440"/>
                    <a:pt x="5329809" y="2126869"/>
                  </a:cubicBezTo>
                  <a:lnTo>
                    <a:pt x="5325364" y="2125091"/>
                  </a:lnTo>
                  <a:lnTo>
                    <a:pt x="5329809" y="2126869"/>
                  </a:lnTo>
                  <a:cubicBezTo>
                    <a:pt x="5328412" y="2130298"/>
                    <a:pt x="5326634" y="2133600"/>
                    <a:pt x="5324475" y="2136775"/>
                  </a:cubicBezTo>
                  <a:lnTo>
                    <a:pt x="5320538" y="2134108"/>
                  </a:lnTo>
                  <a:lnTo>
                    <a:pt x="5324475" y="2136775"/>
                  </a:lnTo>
                  <a:cubicBezTo>
                    <a:pt x="5322443" y="2139950"/>
                    <a:pt x="5320030" y="2142744"/>
                    <a:pt x="5317363" y="2145411"/>
                  </a:cubicBezTo>
                  <a:cubicBezTo>
                    <a:pt x="5314696" y="2148078"/>
                    <a:pt x="5311775" y="2150491"/>
                    <a:pt x="5308727" y="2152523"/>
                  </a:cubicBezTo>
                  <a:lnTo>
                    <a:pt x="5306060" y="2148586"/>
                  </a:lnTo>
                  <a:lnTo>
                    <a:pt x="5308727" y="2152523"/>
                  </a:lnTo>
                  <a:cubicBezTo>
                    <a:pt x="5305552" y="2154555"/>
                    <a:pt x="5302250" y="2156333"/>
                    <a:pt x="5298821" y="2157857"/>
                  </a:cubicBezTo>
                  <a:lnTo>
                    <a:pt x="5297043" y="2153412"/>
                  </a:lnTo>
                  <a:lnTo>
                    <a:pt x="5298821" y="2157857"/>
                  </a:lnTo>
                  <a:cubicBezTo>
                    <a:pt x="5295392" y="2159254"/>
                    <a:pt x="5291836" y="2160397"/>
                    <a:pt x="5288153" y="2161159"/>
                  </a:cubicBezTo>
                  <a:cubicBezTo>
                    <a:pt x="5284470" y="2161921"/>
                    <a:pt x="5280787" y="2162302"/>
                    <a:pt x="5276977" y="2162302"/>
                  </a:cubicBezTo>
                  <a:lnTo>
                    <a:pt x="57277" y="2162302"/>
                  </a:lnTo>
                  <a:cubicBezTo>
                    <a:pt x="53467" y="2162302"/>
                    <a:pt x="49784" y="2161921"/>
                    <a:pt x="46101" y="2161159"/>
                  </a:cubicBezTo>
                  <a:lnTo>
                    <a:pt x="46990" y="2156460"/>
                  </a:lnTo>
                  <a:lnTo>
                    <a:pt x="46101" y="2161159"/>
                  </a:lnTo>
                  <a:cubicBezTo>
                    <a:pt x="42418" y="2160397"/>
                    <a:pt x="38862" y="2159381"/>
                    <a:pt x="35433" y="2157857"/>
                  </a:cubicBezTo>
                  <a:cubicBezTo>
                    <a:pt x="32004" y="2156460"/>
                    <a:pt x="28702" y="2154682"/>
                    <a:pt x="25527" y="2152523"/>
                  </a:cubicBezTo>
                  <a:lnTo>
                    <a:pt x="28194" y="2148586"/>
                  </a:lnTo>
                  <a:lnTo>
                    <a:pt x="25527" y="2152523"/>
                  </a:lnTo>
                  <a:cubicBezTo>
                    <a:pt x="22352" y="2150491"/>
                    <a:pt x="19558" y="2148078"/>
                    <a:pt x="16891" y="2145411"/>
                  </a:cubicBezTo>
                  <a:cubicBezTo>
                    <a:pt x="14224" y="2142744"/>
                    <a:pt x="11811" y="2139823"/>
                    <a:pt x="9779" y="2136775"/>
                  </a:cubicBezTo>
                  <a:cubicBezTo>
                    <a:pt x="7747" y="2133600"/>
                    <a:pt x="5969" y="2130298"/>
                    <a:pt x="4445" y="2126869"/>
                  </a:cubicBezTo>
                  <a:lnTo>
                    <a:pt x="8890" y="2125091"/>
                  </a:lnTo>
                  <a:lnTo>
                    <a:pt x="4445" y="2126869"/>
                  </a:lnTo>
                  <a:cubicBezTo>
                    <a:pt x="3048" y="2123440"/>
                    <a:pt x="1905" y="2119884"/>
                    <a:pt x="1143" y="2116201"/>
                  </a:cubicBezTo>
                  <a:lnTo>
                    <a:pt x="5842" y="2115312"/>
                  </a:lnTo>
                  <a:lnTo>
                    <a:pt x="1143" y="2116201"/>
                  </a:lnTo>
                  <a:cubicBezTo>
                    <a:pt x="381" y="2112518"/>
                    <a:pt x="0" y="2108835"/>
                    <a:pt x="0" y="2105025"/>
                  </a:cubicBezTo>
                  <a:lnTo>
                    <a:pt x="4826" y="2105025"/>
                  </a:lnTo>
                  <a:lnTo>
                    <a:pt x="127" y="2105025"/>
                  </a:lnTo>
                  <a:moveTo>
                    <a:pt x="9652" y="2105025"/>
                  </a:moveTo>
                  <a:cubicBezTo>
                    <a:pt x="9652" y="2108200"/>
                    <a:pt x="9906" y="2111248"/>
                    <a:pt x="10541" y="2114296"/>
                  </a:cubicBezTo>
                  <a:cubicBezTo>
                    <a:pt x="11176" y="2117344"/>
                    <a:pt x="12065" y="2120392"/>
                    <a:pt x="13208" y="2123186"/>
                  </a:cubicBezTo>
                  <a:cubicBezTo>
                    <a:pt x="14351" y="2126107"/>
                    <a:pt x="15875" y="2128774"/>
                    <a:pt x="17653" y="2131441"/>
                  </a:cubicBezTo>
                  <a:lnTo>
                    <a:pt x="13716" y="2134108"/>
                  </a:lnTo>
                  <a:lnTo>
                    <a:pt x="17653" y="2131441"/>
                  </a:lnTo>
                  <a:cubicBezTo>
                    <a:pt x="19431" y="2133981"/>
                    <a:pt x="21336" y="2136394"/>
                    <a:pt x="23622" y="2138680"/>
                  </a:cubicBezTo>
                  <a:lnTo>
                    <a:pt x="20193" y="2142109"/>
                  </a:lnTo>
                  <a:lnTo>
                    <a:pt x="23622" y="2138680"/>
                  </a:lnTo>
                  <a:cubicBezTo>
                    <a:pt x="25781" y="2140839"/>
                    <a:pt x="28194" y="2142871"/>
                    <a:pt x="30861" y="2144649"/>
                  </a:cubicBezTo>
                  <a:cubicBezTo>
                    <a:pt x="33528" y="2146427"/>
                    <a:pt x="36195" y="2147824"/>
                    <a:pt x="39116" y="2149094"/>
                  </a:cubicBezTo>
                  <a:lnTo>
                    <a:pt x="37338" y="2153539"/>
                  </a:lnTo>
                  <a:lnTo>
                    <a:pt x="39116" y="2149094"/>
                  </a:lnTo>
                  <a:cubicBezTo>
                    <a:pt x="42037" y="2150237"/>
                    <a:pt x="44958" y="2151253"/>
                    <a:pt x="48006" y="2151761"/>
                  </a:cubicBezTo>
                  <a:cubicBezTo>
                    <a:pt x="51054" y="2152269"/>
                    <a:pt x="54229" y="2152650"/>
                    <a:pt x="57277" y="2152650"/>
                  </a:cubicBezTo>
                  <a:lnTo>
                    <a:pt x="57277" y="2157349"/>
                  </a:lnTo>
                  <a:lnTo>
                    <a:pt x="57277" y="2152523"/>
                  </a:lnTo>
                  <a:lnTo>
                    <a:pt x="5276977" y="2152523"/>
                  </a:lnTo>
                  <a:lnTo>
                    <a:pt x="5276977" y="2157349"/>
                  </a:lnTo>
                  <a:lnTo>
                    <a:pt x="5276977" y="2152650"/>
                  </a:lnTo>
                  <a:cubicBezTo>
                    <a:pt x="5280152" y="2152650"/>
                    <a:pt x="5283200" y="2152396"/>
                    <a:pt x="5286248" y="2151761"/>
                  </a:cubicBezTo>
                  <a:lnTo>
                    <a:pt x="5287137" y="2156460"/>
                  </a:lnTo>
                  <a:lnTo>
                    <a:pt x="5286248" y="2151761"/>
                  </a:lnTo>
                  <a:cubicBezTo>
                    <a:pt x="5289296" y="2151126"/>
                    <a:pt x="5292344" y="2150237"/>
                    <a:pt x="5295138" y="2149094"/>
                  </a:cubicBezTo>
                  <a:cubicBezTo>
                    <a:pt x="5298059" y="2147951"/>
                    <a:pt x="5300726" y="2146427"/>
                    <a:pt x="5303393" y="2144649"/>
                  </a:cubicBezTo>
                  <a:cubicBezTo>
                    <a:pt x="5305933" y="2142871"/>
                    <a:pt x="5308346" y="2140966"/>
                    <a:pt x="5310632" y="2138680"/>
                  </a:cubicBezTo>
                  <a:lnTo>
                    <a:pt x="5314061" y="2142109"/>
                  </a:lnTo>
                  <a:lnTo>
                    <a:pt x="5310632" y="2138680"/>
                  </a:lnTo>
                  <a:cubicBezTo>
                    <a:pt x="5312791" y="2136521"/>
                    <a:pt x="5314823" y="2134108"/>
                    <a:pt x="5316601" y="2131441"/>
                  </a:cubicBezTo>
                  <a:cubicBezTo>
                    <a:pt x="5318379" y="2128901"/>
                    <a:pt x="5319776" y="2126107"/>
                    <a:pt x="5321046" y="2123186"/>
                  </a:cubicBezTo>
                  <a:cubicBezTo>
                    <a:pt x="5322189" y="2120265"/>
                    <a:pt x="5323205" y="2117344"/>
                    <a:pt x="5323713" y="2114296"/>
                  </a:cubicBezTo>
                  <a:cubicBezTo>
                    <a:pt x="5324348" y="2111248"/>
                    <a:pt x="5324602" y="2108073"/>
                    <a:pt x="5324602" y="2105025"/>
                  </a:cubicBezTo>
                  <a:lnTo>
                    <a:pt x="5324602" y="57150"/>
                  </a:lnTo>
                  <a:cubicBezTo>
                    <a:pt x="5324602" y="53975"/>
                    <a:pt x="5324348" y="50927"/>
                    <a:pt x="5323713" y="47879"/>
                  </a:cubicBezTo>
                  <a:cubicBezTo>
                    <a:pt x="5323078" y="44831"/>
                    <a:pt x="5322189" y="41783"/>
                    <a:pt x="5321046" y="38989"/>
                  </a:cubicBezTo>
                  <a:lnTo>
                    <a:pt x="5325491" y="37211"/>
                  </a:lnTo>
                  <a:lnTo>
                    <a:pt x="5321046" y="38989"/>
                  </a:lnTo>
                  <a:cubicBezTo>
                    <a:pt x="5319903" y="36068"/>
                    <a:pt x="5318379" y="33401"/>
                    <a:pt x="5316601" y="30734"/>
                  </a:cubicBezTo>
                  <a:cubicBezTo>
                    <a:pt x="5314823" y="28194"/>
                    <a:pt x="5312918" y="25781"/>
                    <a:pt x="5310632" y="23495"/>
                  </a:cubicBezTo>
                  <a:cubicBezTo>
                    <a:pt x="5308346" y="21209"/>
                    <a:pt x="5306060" y="19304"/>
                    <a:pt x="5303393" y="17526"/>
                  </a:cubicBezTo>
                  <a:cubicBezTo>
                    <a:pt x="5300853" y="15748"/>
                    <a:pt x="5298059" y="14351"/>
                    <a:pt x="5295138" y="13081"/>
                  </a:cubicBezTo>
                  <a:cubicBezTo>
                    <a:pt x="5292217" y="11938"/>
                    <a:pt x="5289296" y="10922"/>
                    <a:pt x="5286248" y="10414"/>
                  </a:cubicBezTo>
                  <a:lnTo>
                    <a:pt x="5287137" y="5715"/>
                  </a:lnTo>
                  <a:lnTo>
                    <a:pt x="5286248" y="10414"/>
                  </a:lnTo>
                  <a:cubicBezTo>
                    <a:pt x="5283200" y="9779"/>
                    <a:pt x="5280025" y="9525"/>
                    <a:pt x="5276977" y="9525"/>
                  </a:cubicBezTo>
                  <a:lnTo>
                    <a:pt x="57277" y="9525"/>
                  </a:lnTo>
                  <a:cubicBezTo>
                    <a:pt x="54102" y="9525"/>
                    <a:pt x="51054" y="9779"/>
                    <a:pt x="48006" y="10414"/>
                  </a:cubicBezTo>
                  <a:lnTo>
                    <a:pt x="47117" y="5715"/>
                  </a:lnTo>
                  <a:lnTo>
                    <a:pt x="48006" y="10414"/>
                  </a:lnTo>
                  <a:cubicBezTo>
                    <a:pt x="44958" y="11049"/>
                    <a:pt x="41910" y="11938"/>
                    <a:pt x="39116" y="13081"/>
                  </a:cubicBezTo>
                  <a:cubicBezTo>
                    <a:pt x="36195" y="14224"/>
                    <a:pt x="33528" y="15748"/>
                    <a:pt x="30861" y="17526"/>
                  </a:cubicBezTo>
                  <a:cubicBezTo>
                    <a:pt x="28194" y="19304"/>
                    <a:pt x="25908" y="21209"/>
                    <a:pt x="23622" y="23495"/>
                  </a:cubicBezTo>
                  <a:cubicBezTo>
                    <a:pt x="21336" y="25781"/>
                    <a:pt x="19431" y="28067"/>
                    <a:pt x="17653" y="30734"/>
                  </a:cubicBezTo>
                  <a:cubicBezTo>
                    <a:pt x="15875" y="33274"/>
                    <a:pt x="14478" y="36068"/>
                    <a:pt x="13208" y="38989"/>
                  </a:cubicBezTo>
                  <a:lnTo>
                    <a:pt x="8763" y="37211"/>
                  </a:lnTo>
                  <a:lnTo>
                    <a:pt x="13208" y="38989"/>
                  </a:lnTo>
                  <a:cubicBezTo>
                    <a:pt x="12065" y="41910"/>
                    <a:pt x="11049" y="44831"/>
                    <a:pt x="10541" y="47879"/>
                  </a:cubicBezTo>
                  <a:cubicBezTo>
                    <a:pt x="10033" y="50927"/>
                    <a:pt x="9652" y="54102"/>
                    <a:pt x="9652" y="57150"/>
                  </a:cubicBezTo>
                  <a:lnTo>
                    <a:pt x="9652" y="2105025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9" id="9"/>
          <p:cNvGrpSpPr/>
          <p:nvPr/>
        </p:nvGrpSpPr>
        <p:grpSpPr>
          <a:xfrm rot="0">
            <a:off x="6222997" y="1517647"/>
            <a:ext cx="5460997" cy="2289172"/>
            <a:chOff x="0" y="0"/>
            <a:chExt cx="5461000" cy="228917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8326" y="68453"/>
              <a:ext cx="5324094" cy="2152269"/>
            </a:xfrm>
            <a:custGeom>
              <a:avLst/>
              <a:gdLst/>
              <a:ahLst/>
              <a:cxnLst/>
              <a:rect r="r" b="b" t="t" l="l"/>
              <a:pathLst>
                <a:path h="2152269" w="5324094">
                  <a:moveTo>
                    <a:pt x="0" y="2100072"/>
                  </a:moveTo>
                  <a:lnTo>
                    <a:pt x="0" y="52197"/>
                  </a:ln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lnTo>
                    <a:pt x="5271897" y="0"/>
                  </a:lnTo>
                  <a:cubicBezTo>
                    <a:pt x="5275326" y="0"/>
                    <a:pt x="5278755" y="381"/>
                    <a:pt x="5282057" y="1016"/>
                  </a:cubicBezTo>
                  <a:cubicBezTo>
                    <a:pt x="5285359" y="1651"/>
                    <a:pt x="5288661" y="2667"/>
                    <a:pt x="5291836" y="3937"/>
                  </a:cubicBezTo>
                  <a:cubicBezTo>
                    <a:pt x="5295011" y="5207"/>
                    <a:pt x="5298059" y="6858"/>
                    <a:pt x="5300853" y="8763"/>
                  </a:cubicBezTo>
                  <a:cubicBezTo>
                    <a:pt x="5303647" y="10668"/>
                    <a:pt x="5306314" y="12827"/>
                    <a:pt x="5308854" y="15240"/>
                  </a:cubicBezTo>
                  <a:cubicBezTo>
                    <a:pt x="5311394" y="17653"/>
                    <a:pt x="5313426" y="20320"/>
                    <a:pt x="5315331" y="23241"/>
                  </a:cubicBezTo>
                  <a:cubicBezTo>
                    <a:pt x="5317236" y="26162"/>
                    <a:pt x="5318887" y="29083"/>
                    <a:pt x="5320157" y="32258"/>
                  </a:cubicBezTo>
                  <a:cubicBezTo>
                    <a:pt x="5321427" y="35433"/>
                    <a:pt x="5322443" y="38735"/>
                    <a:pt x="5323078" y="42037"/>
                  </a:cubicBezTo>
                  <a:cubicBezTo>
                    <a:pt x="5323713" y="45339"/>
                    <a:pt x="5324094" y="48768"/>
                    <a:pt x="5324094" y="52197"/>
                  </a:cubicBezTo>
                  <a:lnTo>
                    <a:pt x="5324094" y="2100072"/>
                  </a:lnTo>
                  <a:cubicBezTo>
                    <a:pt x="5324094" y="2103501"/>
                    <a:pt x="5323713" y="2106930"/>
                    <a:pt x="5323078" y="2110232"/>
                  </a:cubicBezTo>
                  <a:cubicBezTo>
                    <a:pt x="5322443" y="2113534"/>
                    <a:pt x="5321427" y="2116836"/>
                    <a:pt x="5320157" y="2120011"/>
                  </a:cubicBezTo>
                  <a:cubicBezTo>
                    <a:pt x="5318887" y="2123186"/>
                    <a:pt x="5317236" y="2126234"/>
                    <a:pt x="5315331" y="2129028"/>
                  </a:cubicBezTo>
                  <a:cubicBezTo>
                    <a:pt x="5313426" y="2131822"/>
                    <a:pt x="5311267" y="2134489"/>
                    <a:pt x="5308854" y="2137029"/>
                  </a:cubicBezTo>
                  <a:cubicBezTo>
                    <a:pt x="5306441" y="2139569"/>
                    <a:pt x="5303774" y="2141601"/>
                    <a:pt x="5300853" y="2143506"/>
                  </a:cubicBezTo>
                  <a:cubicBezTo>
                    <a:pt x="5297932" y="2145411"/>
                    <a:pt x="5295011" y="2147062"/>
                    <a:pt x="5291836" y="2148332"/>
                  </a:cubicBezTo>
                  <a:cubicBezTo>
                    <a:pt x="5288661" y="2149602"/>
                    <a:pt x="5285359" y="2150618"/>
                    <a:pt x="5282057" y="2151253"/>
                  </a:cubicBezTo>
                  <a:cubicBezTo>
                    <a:pt x="5278755" y="2151888"/>
                    <a:pt x="5275326" y="2152269"/>
                    <a:pt x="5271897" y="2152269"/>
                  </a:cubicBezTo>
                  <a:lnTo>
                    <a:pt x="52324" y="2152269"/>
                  </a:lnTo>
                  <a:cubicBezTo>
                    <a:pt x="48895" y="2152269"/>
                    <a:pt x="45466" y="2151888"/>
                    <a:pt x="42164" y="2151253"/>
                  </a:cubicBezTo>
                  <a:cubicBezTo>
                    <a:pt x="38862" y="2150618"/>
                    <a:pt x="35560" y="2149602"/>
                    <a:pt x="32385" y="2148332"/>
                  </a:cubicBezTo>
                  <a:cubicBezTo>
                    <a:pt x="29210" y="2147062"/>
                    <a:pt x="26162" y="2145411"/>
                    <a:pt x="23368" y="2143506"/>
                  </a:cubicBezTo>
                  <a:cubicBezTo>
                    <a:pt x="20574" y="2141601"/>
                    <a:pt x="17907" y="2139442"/>
                    <a:pt x="15367" y="2137029"/>
                  </a:cubicBezTo>
                  <a:cubicBezTo>
                    <a:pt x="12827" y="2134616"/>
                    <a:pt x="10795" y="2131949"/>
                    <a:pt x="8890" y="2129028"/>
                  </a:cubicBezTo>
                  <a:cubicBezTo>
                    <a:pt x="6985" y="2126107"/>
                    <a:pt x="5334" y="2123186"/>
                    <a:pt x="4064" y="2120011"/>
                  </a:cubicBezTo>
                  <a:cubicBezTo>
                    <a:pt x="2794" y="2116836"/>
                    <a:pt x="1778" y="2113534"/>
                    <a:pt x="1143" y="2110232"/>
                  </a:cubicBezTo>
                  <a:cubicBezTo>
                    <a:pt x="508" y="2106930"/>
                    <a:pt x="127" y="2103501"/>
                    <a:pt x="127" y="2100072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373" y="63500"/>
              <a:ext cx="5334254" cy="2162302"/>
            </a:xfrm>
            <a:custGeom>
              <a:avLst/>
              <a:gdLst/>
              <a:ahLst/>
              <a:cxnLst/>
              <a:rect r="r" b="b" t="t" l="l"/>
              <a:pathLst>
                <a:path h="2162302" w="5334254">
                  <a:moveTo>
                    <a:pt x="127" y="2105025"/>
                  </a:moveTo>
                  <a:lnTo>
                    <a:pt x="127" y="57150"/>
                  </a:lnTo>
                  <a:lnTo>
                    <a:pt x="4953" y="57150"/>
                  </a:lnTo>
                  <a:lnTo>
                    <a:pt x="127" y="57150"/>
                  </a:lnTo>
                  <a:cubicBezTo>
                    <a:pt x="127" y="53340"/>
                    <a:pt x="508" y="49657"/>
                    <a:pt x="1270" y="45974"/>
                  </a:cubicBezTo>
                  <a:cubicBezTo>
                    <a:pt x="2032" y="42291"/>
                    <a:pt x="3048" y="38735"/>
                    <a:pt x="4572" y="35306"/>
                  </a:cubicBezTo>
                  <a:cubicBezTo>
                    <a:pt x="5969" y="31877"/>
                    <a:pt x="7747" y="28575"/>
                    <a:pt x="9906" y="25400"/>
                  </a:cubicBezTo>
                  <a:lnTo>
                    <a:pt x="13843" y="28067"/>
                  </a:lnTo>
                  <a:lnTo>
                    <a:pt x="9779" y="25400"/>
                  </a:lnTo>
                  <a:cubicBezTo>
                    <a:pt x="11811" y="22225"/>
                    <a:pt x="14224" y="19431"/>
                    <a:pt x="16891" y="16764"/>
                  </a:cubicBezTo>
                  <a:lnTo>
                    <a:pt x="20320" y="20193"/>
                  </a:lnTo>
                  <a:lnTo>
                    <a:pt x="16891" y="16764"/>
                  </a:lnTo>
                  <a:cubicBezTo>
                    <a:pt x="19558" y="14097"/>
                    <a:pt x="22479" y="11684"/>
                    <a:pt x="25527" y="9652"/>
                  </a:cubicBezTo>
                  <a:lnTo>
                    <a:pt x="28194" y="13589"/>
                  </a:lnTo>
                  <a:lnTo>
                    <a:pt x="25527" y="9652"/>
                  </a:lnTo>
                  <a:cubicBezTo>
                    <a:pt x="28702" y="7620"/>
                    <a:pt x="32004" y="5842"/>
                    <a:pt x="35433" y="4318"/>
                  </a:cubicBezTo>
                  <a:cubicBezTo>
                    <a:pt x="38862" y="2921"/>
                    <a:pt x="42418" y="1778"/>
                    <a:pt x="46101" y="1016"/>
                  </a:cubicBezTo>
                  <a:cubicBezTo>
                    <a:pt x="49784" y="381"/>
                    <a:pt x="53467" y="0"/>
                    <a:pt x="57277" y="0"/>
                  </a:cubicBezTo>
                  <a:lnTo>
                    <a:pt x="57277" y="4826"/>
                  </a:lnTo>
                  <a:lnTo>
                    <a:pt x="57277" y="0"/>
                  </a:lnTo>
                  <a:lnTo>
                    <a:pt x="5276977" y="0"/>
                  </a:lnTo>
                  <a:lnTo>
                    <a:pt x="5276977" y="4826"/>
                  </a:lnTo>
                  <a:lnTo>
                    <a:pt x="5276977" y="0"/>
                  </a:lnTo>
                  <a:cubicBezTo>
                    <a:pt x="5280787" y="0"/>
                    <a:pt x="5284470" y="381"/>
                    <a:pt x="5288153" y="1143"/>
                  </a:cubicBezTo>
                  <a:cubicBezTo>
                    <a:pt x="5291836" y="1905"/>
                    <a:pt x="5295392" y="2921"/>
                    <a:pt x="5298821" y="4445"/>
                  </a:cubicBezTo>
                  <a:lnTo>
                    <a:pt x="5297043" y="8890"/>
                  </a:lnTo>
                  <a:lnTo>
                    <a:pt x="5298821" y="4445"/>
                  </a:lnTo>
                  <a:cubicBezTo>
                    <a:pt x="5302250" y="5842"/>
                    <a:pt x="5305552" y="7620"/>
                    <a:pt x="5308727" y="9779"/>
                  </a:cubicBezTo>
                  <a:lnTo>
                    <a:pt x="5306060" y="13716"/>
                  </a:lnTo>
                  <a:lnTo>
                    <a:pt x="5308727" y="9779"/>
                  </a:lnTo>
                  <a:cubicBezTo>
                    <a:pt x="5311902" y="11811"/>
                    <a:pt x="5314696" y="14224"/>
                    <a:pt x="5317363" y="16891"/>
                  </a:cubicBezTo>
                  <a:lnTo>
                    <a:pt x="5313934" y="20320"/>
                  </a:lnTo>
                  <a:lnTo>
                    <a:pt x="5317363" y="16891"/>
                  </a:lnTo>
                  <a:cubicBezTo>
                    <a:pt x="5320030" y="19558"/>
                    <a:pt x="5322443" y="22479"/>
                    <a:pt x="5324475" y="25527"/>
                  </a:cubicBezTo>
                  <a:lnTo>
                    <a:pt x="5320538" y="28194"/>
                  </a:lnTo>
                  <a:lnTo>
                    <a:pt x="5324475" y="25527"/>
                  </a:lnTo>
                  <a:cubicBezTo>
                    <a:pt x="5326507" y="28702"/>
                    <a:pt x="5328285" y="32004"/>
                    <a:pt x="5329809" y="35433"/>
                  </a:cubicBezTo>
                  <a:cubicBezTo>
                    <a:pt x="5331206" y="38862"/>
                    <a:pt x="5332349" y="42418"/>
                    <a:pt x="5333111" y="46101"/>
                  </a:cubicBezTo>
                  <a:lnTo>
                    <a:pt x="5328412" y="46990"/>
                  </a:lnTo>
                  <a:lnTo>
                    <a:pt x="5333111" y="46101"/>
                  </a:lnTo>
                  <a:cubicBezTo>
                    <a:pt x="5333873" y="49784"/>
                    <a:pt x="5334254" y="53467"/>
                    <a:pt x="5334254" y="57277"/>
                  </a:cubicBezTo>
                  <a:lnTo>
                    <a:pt x="5329428" y="57277"/>
                  </a:lnTo>
                  <a:lnTo>
                    <a:pt x="5334254" y="57277"/>
                  </a:lnTo>
                  <a:lnTo>
                    <a:pt x="5334254" y="2105025"/>
                  </a:lnTo>
                  <a:lnTo>
                    <a:pt x="5329428" y="2105025"/>
                  </a:lnTo>
                  <a:lnTo>
                    <a:pt x="5334254" y="2105025"/>
                  </a:lnTo>
                  <a:cubicBezTo>
                    <a:pt x="5334254" y="2108835"/>
                    <a:pt x="5333873" y="2112518"/>
                    <a:pt x="5333111" y="2116201"/>
                  </a:cubicBezTo>
                  <a:lnTo>
                    <a:pt x="5328412" y="2115312"/>
                  </a:lnTo>
                  <a:lnTo>
                    <a:pt x="5333111" y="2116201"/>
                  </a:lnTo>
                  <a:cubicBezTo>
                    <a:pt x="5332349" y="2119884"/>
                    <a:pt x="5331333" y="2123440"/>
                    <a:pt x="5329809" y="2126869"/>
                  </a:cubicBezTo>
                  <a:lnTo>
                    <a:pt x="5325364" y="2125091"/>
                  </a:lnTo>
                  <a:lnTo>
                    <a:pt x="5329809" y="2126869"/>
                  </a:lnTo>
                  <a:cubicBezTo>
                    <a:pt x="5328412" y="2130298"/>
                    <a:pt x="5326634" y="2133600"/>
                    <a:pt x="5324475" y="2136775"/>
                  </a:cubicBezTo>
                  <a:lnTo>
                    <a:pt x="5320538" y="2134108"/>
                  </a:lnTo>
                  <a:lnTo>
                    <a:pt x="5324475" y="2136775"/>
                  </a:lnTo>
                  <a:cubicBezTo>
                    <a:pt x="5322443" y="2139950"/>
                    <a:pt x="5320030" y="2142744"/>
                    <a:pt x="5317363" y="2145411"/>
                  </a:cubicBezTo>
                  <a:cubicBezTo>
                    <a:pt x="5314696" y="2148078"/>
                    <a:pt x="5311775" y="2150491"/>
                    <a:pt x="5308727" y="2152523"/>
                  </a:cubicBezTo>
                  <a:lnTo>
                    <a:pt x="5306060" y="2148586"/>
                  </a:lnTo>
                  <a:lnTo>
                    <a:pt x="5308727" y="2152523"/>
                  </a:lnTo>
                  <a:cubicBezTo>
                    <a:pt x="5305552" y="2154555"/>
                    <a:pt x="5302250" y="2156333"/>
                    <a:pt x="5298821" y="2157857"/>
                  </a:cubicBezTo>
                  <a:lnTo>
                    <a:pt x="5297043" y="2153412"/>
                  </a:lnTo>
                  <a:lnTo>
                    <a:pt x="5298821" y="2157857"/>
                  </a:lnTo>
                  <a:cubicBezTo>
                    <a:pt x="5295392" y="2159254"/>
                    <a:pt x="5291836" y="2160397"/>
                    <a:pt x="5288153" y="2161159"/>
                  </a:cubicBezTo>
                  <a:cubicBezTo>
                    <a:pt x="5284470" y="2161921"/>
                    <a:pt x="5280787" y="2162302"/>
                    <a:pt x="5276977" y="2162302"/>
                  </a:cubicBezTo>
                  <a:lnTo>
                    <a:pt x="57277" y="2162302"/>
                  </a:lnTo>
                  <a:cubicBezTo>
                    <a:pt x="53467" y="2162302"/>
                    <a:pt x="49784" y="2161921"/>
                    <a:pt x="46101" y="2161159"/>
                  </a:cubicBezTo>
                  <a:lnTo>
                    <a:pt x="46990" y="2156460"/>
                  </a:lnTo>
                  <a:lnTo>
                    <a:pt x="46101" y="2161159"/>
                  </a:lnTo>
                  <a:cubicBezTo>
                    <a:pt x="42418" y="2160397"/>
                    <a:pt x="38862" y="2159381"/>
                    <a:pt x="35433" y="2157857"/>
                  </a:cubicBezTo>
                  <a:cubicBezTo>
                    <a:pt x="32004" y="2156460"/>
                    <a:pt x="28702" y="2154682"/>
                    <a:pt x="25527" y="2152523"/>
                  </a:cubicBezTo>
                  <a:lnTo>
                    <a:pt x="28194" y="2148586"/>
                  </a:lnTo>
                  <a:lnTo>
                    <a:pt x="25527" y="2152523"/>
                  </a:lnTo>
                  <a:cubicBezTo>
                    <a:pt x="22352" y="2150491"/>
                    <a:pt x="19558" y="2148078"/>
                    <a:pt x="16891" y="2145411"/>
                  </a:cubicBezTo>
                  <a:cubicBezTo>
                    <a:pt x="14224" y="2142744"/>
                    <a:pt x="11811" y="2139823"/>
                    <a:pt x="9779" y="2136775"/>
                  </a:cubicBezTo>
                  <a:lnTo>
                    <a:pt x="13716" y="2134108"/>
                  </a:lnTo>
                  <a:lnTo>
                    <a:pt x="9779" y="2136775"/>
                  </a:lnTo>
                  <a:cubicBezTo>
                    <a:pt x="7747" y="2133600"/>
                    <a:pt x="5969" y="2130298"/>
                    <a:pt x="4445" y="2126869"/>
                  </a:cubicBezTo>
                  <a:lnTo>
                    <a:pt x="8890" y="2125091"/>
                  </a:lnTo>
                  <a:lnTo>
                    <a:pt x="4445" y="2126869"/>
                  </a:lnTo>
                  <a:cubicBezTo>
                    <a:pt x="3048" y="2123440"/>
                    <a:pt x="1905" y="2119884"/>
                    <a:pt x="1143" y="2116201"/>
                  </a:cubicBezTo>
                  <a:cubicBezTo>
                    <a:pt x="381" y="2112518"/>
                    <a:pt x="0" y="2108835"/>
                    <a:pt x="0" y="2105025"/>
                  </a:cubicBezTo>
                  <a:lnTo>
                    <a:pt x="4826" y="2105025"/>
                  </a:lnTo>
                  <a:lnTo>
                    <a:pt x="127" y="2105025"/>
                  </a:lnTo>
                  <a:moveTo>
                    <a:pt x="9652" y="2105025"/>
                  </a:moveTo>
                  <a:cubicBezTo>
                    <a:pt x="9652" y="2108200"/>
                    <a:pt x="9906" y="2111248"/>
                    <a:pt x="10541" y="2114296"/>
                  </a:cubicBezTo>
                  <a:lnTo>
                    <a:pt x="5842" y="2115185"/>
                  </a:lnTo>
                  <a:lnTo>
                    <a:pt x="10541" y="2114296"/>
                  </a:lnTo>
                  <a:cubicBezTo>
                    <a:pt x="11176" y="2117344"/>
                    <a:pt x="12065" y="2120392"/>
                    <a:pt x="13208" y="2123186"/>
                  </a:cubicBezTo>
                  <a:cubicBezTo>
                    <a:pt x="14351" y="2126107"/>
                    <a:pt x="15875" y="2128774"/>
                    <a:pt x="17653" y="2131441"/>
                  </a:cubicBezTo>
                  <a:cubicBezTo>
                    <a:pt x="19431" y="2134108"/>
                    <a:pt x="21336" y="2136394"/>
                    <a:pt x="23622" y="2138680"/>
                  </a:cubicBezTo>
                  <a:lnTo>
                    <a:pt x="20193" y="2142109"/>
                  </a:lnTo>
                  <a:lnTo>
                    <a:pt x="23622" y="2138680"/>
                  </a:lnTo>
                  <a:cubicBezTo>
                    <a:pt x="25781" y="2140839"/>
                    <a:pt x="28194" y="2142871"/>
                    <a:pt x="30861" y="2144649"/>
                  </a:cubicBezTo>
                  <a:cubicBezTo>
                    <a:pt x="33401" y="2146427"/>
                    <a:pt x="36195" y="2147824"/>
                    <a:pt x="39116" y="2149094"/>
                  </a:cubicBezTo>
                  <a:lnTo>
                    <a:pt x="37338" y="2153539"/>
                  </a:lnTo>
                  <a:lnTo>
                    <a:pt x="39116" y="2149094"/>
                  </a:lnTo>
                  <a:cubicBezTo>
                    <a:pt x="42037" y="2150237"/>
                    <a:pt x="44958" y="2151253"/>
                    <a:pt x="48006" y="2151761"/>
                  </a:cubicBezTo>
                  <a:cubicBezTo>
                    <a:pt x="51054" y="2152269"/>
                    <a:pt x="54229" y="2152650"/>
                    <a:pt x="57277" y="2152650"/>
                  </a:cubicBezTo>
                  <a:lnTo>
                    <a:pt x="57277" y="2157349"/>
                  </a:lnTo>
                  <a:lnTo>
                    <a:pt x="57277" y="2152523"/>
                  </a:lnTo>
                  <a:lnTo>
                    <a:pt x="5276977" y="2152523"/>
                  </a:lnTo>
                  <a:lnTo>
                    <a:pt x="5276977" y="2157349"/>
                  </a:lnTo>
                  <a:lnTo>
                    <a:pt x="5276977" y="2152650"/>
                  </a:lnTo>
                  <a:cubicBezTo>
                    <a:pt x="5280152" y="2152650"/>
                    <a:pt x="5283200" y="2152396"/>
                    <a:pt x="5286248" y="2151761"/>
                  </a:cubicBezTo>
                  <a:lnTo>
                    <a:pt x="5287137" y="2156460"/>
                  </a:lnTo>
                  <a:lnTo>
                    <a:pt x="5286248" y="2151761"/>
                  </a:lnTo>
                  <a:cubicBezTo>
                    <a:pt x="5289296" y="2151126"/>
                    <a:pt x="5292344" y="2150237"/>
                    <a:pt x="5295138" y="2149094"/>
                  </a:cubicBezTo>
                  <a:cubicBezTo>
                    <a:pt x="5298059" y="2147951"/>
                    <a:pt x="5300726" y="2146427"/>
                    <a:pt x="5303393" y="2144649"/>
                  </a:cubicBezTo>
                  <a:cubicBezTo>
                    <a:pt x="5305933" y="2142871"/>
                    <a:pt x="5308346" y="2140966"/>
                    <a:pt x="5310632" y="2138680"/>
                  </a:cubicBezTo>
                  <a:lnTo>
                    <a:pt x="5314061" y="2142109"/>
                  </a:lnTo>
                  <a:lnTo>
                    <a:pt x="5310632" y="2138680"/>
                  </a:lnTo>
                  <a:cubicBezTo>
                    <a:pt x="5312791" y="2136521"/>
                    <a:pt x="5314823" y="2134108"/>
                    <a:pt x="5316601" y="2131441"/>
                  </a:cubicBezTo>
                  <a:cubicBezTo>
                    <a:pt x="5318379" y="2128901"/>
                    <a:pt x="5319776" y="2126107"/>
                    <a:pt x="5321046" y="2123186"/>
                  </a:cubicBezTo>
                  <a:cubicBezTo>
                    <a:pt x="5322189" y="2120265"/>
                    <a:pt x="5323205" y="2117344"/>
                    <a:pt x="5323713" y="2114296"/>
                  </a:cubicBezTo>
                  <a:cubicBezTo>
                    <a:pt x="5324348" y="2111248"/>
                    <a:pt x="5324602" y="2108073"/>
                    <a:pt x="5324602" y="2105025"/>
                  </a:cubicBezTo>
                  <a:lnTo>
                    <a:pt x="5324602" y="57150"/>
                  </a:lnTo>
                  <a:cubicBezTo>
                    <a:pt x="5324602" y="53975"/>
                    <a:pt x="5324348" y="50927"/>
                    <a:pt x="5323713" y="47879"/>
                  </a:cubicBezTo>
                  <a:cubicBezTo>
                    <a:pt x="5323078" y="44831"/>
                    <a:pt x="5322189" y="41783"/>
                    <a:pt x="5321046" y="38989"/>
                  </a:cubicBezTo>
                  <a:lnTo>
                    <a:pt x="5325491" y="37211"/>
                  </a:lnTo>
                  <a:lnTo>
                    <a:pt x="5321046" y="38989"/>
                  </a:lnTo>
                  <a:cubicBezTo>
                    <a:pt x="5319903" y="36068"/>
                    <a:pt x="5318379" y="33401"/>
                    <a:pt x="5316601" y="30734"/>
                  </a:cubicBezTo>
                  <a:cubicBezTo>
                    <a:pt x="5314823" y="28194"/>
                    <a:pt x="5312918" y="25781"/>
                    <a:pt x="5310632" y="23495"/>
                  </a:cubicBezTo>
                  <a:cubicBezTo>
                    <a:pt x="5308346" y="21209"/>
                    <a:pt x="5306060" y="19304"/>
                    <a:pt x="5303393" y="17526"/>
                  </a:cubicBezTo>
                  <a:cubicBezTo>
                    <a:pt x="5300853" y="15748"/>
                    <a:pt x="5298059" y="14351"/>
                    <a:pt x="5295138" y="13081"/>
                  </a:cubicBezTo>
                  <a:cubicBezTo>
                    <a:pt x="5292217" y="11938"/>
                    <a:pt x="5289296" y="10922"/>
                    <a:pt x="5286248" y="10414"/>
                  </a:cubicBezTo>
                  <a:lnTo>
                    <a:pt x="5287137" y="5715"/>
                  </a:lnTo>
                  <a:lnTo>
                    <a:pt x="5286248" y="10414"/>
                  </a:lnTo>
                  <a:cubicBezTo>
                    <a:pt x="5283200" y="9779"/>
                    <a:pt x="5280025" y="9525"/>
                    <a:pt x="5276977" y="9525"/>
                  </a:cubicBezTo>
                  <a:lnTo>
                    <a:pt x="57277" y="9525"/>
                  </a:lnTo>
                  <a:cubicBezTo>
                    <a:pt x="54102" y="9525"/>
                    <a:pt x="51054" y="9779"/>
                    <a:pt x="48006" y="10414"/>
                  </a:cubicBezTo>
                  <a:lnTo>
                    <a:pt x="47117" y="5715"/>
                  </a:lnTo>
                  <a:lnTo>
                    <a:pt x="48006" y="10414"/>
                  </a:lnTo>
                  <a:cubicBezTo>
                    <a:pt x="44958" y="11049"/>
                    <a:pt x="41910" y="11938"/>
                    <a:pt x="39116" y="13081"/>
                  </a:cubicBezTo>
                  <a:lnTo>
                    <a:pt x="37338" y="8636"/>
                  </a:lnTo>
                  <a:lnTo>
                    <a:pt x="39116" y="13081"/>
                  </a:lnTo>
                  <a:cubicBezTo>
                    <a:pt x="36195" y="14224"/>
                    <a:pt x="33528" y="15748"/>
                    <a:pt x="30861" y="17526"/>
                  </a:cubicBezTo>
                  <a:cubicBezTo>
                    <a:pt x="28321" y="19304"/>
                    <a:pt x="25908" y="21209"/>
                    <a:pt x="23622" y="23495"/>
                  </a:cubicBezTo>
                  <a:cubicBezTo>
                    <a:pt x="21336" y="25781"/>
                    <a:pt x="19431" y="28067"/>
                    <a:pt x="17653" y="30734"/>
                  </a:cubicBezTo>
                  <a:cubicBezTo>
                    <a:pt x="15875" y="33274"/>
                    <a:pt x="14478" y="36068"/>
                    <a:pt x="13208" y="38989"/>
                  </a:cubicBezTo>
                  <a:lnTo>
                    <a:pt x="8763" y="37211"/>
                  </a:lnTo>
                  <a:lnTo>
                    <a:pt x="13208" y="38989"/>
                  </a:lnTo>
                  <a:cubicBezTo>
                    <a:pt x="12065" y="41910"/>
                    <a:pt x="11049" y="44831"/>
                    <a:pt x="10541" y="47879"/>
                  </a:cubicBezTo>
                  <a:lnTo>
                    <a:pt x="5842" y="46990"/>
                  </a:lnTo>
                  <a:lnTo>
                    <a:pt x="10541" y="47879"/>
                  </a:lnTo>
                  <a:cubicBezTo>
                    <a:pt x="9906" y="50927"/>
                    <a:pt x="9652" y="54102"/>
                    <a:pt x="9652" y="57150"/>
                  </a:cubicBezTo>
                  <a:lnTo>
                    <a:pt x="9652" y="2105025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581775" y="1876425"/>
            <a:ext cx="381000" cy="381000"/>
            <a:chOff x="0" y="0"/>
            <a:chExt cx="508000" cy="508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50800" y="0"/>
                  </a:moveTo>
                  <a:cubicBezTo>
                    <a:pt x="36830" y="0"/>
                    <a:pt x="24765" y="4953"/>
                    <a:pt x="14859" y="14859"/>
                  </a:cubicBezTo>
                  <a:cubicBezTo>
                    <a:pt x="4953" y="24765"/>
                    <a:pt x="0" y="36703"/>
                    <a:pt x="0" y="50673"/>
                  </a:cubicBezTo>
                  <a:lnTo>
                    <a:pt x="0" y="457327"/>
                  </a:lnTo>
                  <a:cubicBezTo>
                    <a:pt x="0" y="471297"/>
                    <a:pt x="4953" y="483235"/>
                    <a:pt x="14859" y="493141"/>
                  </a:cubicBezTo>
                  <a:cubicBezTo>
                    <a:pt x="24765" y="503047"/>
                    <a:pt x="36830" y="508000"/>
                    <a:pt x="50800" y="508000"/>
                  </a:cubicBezTo>
                  <a:lnTo>
                    <a:pt x="457200" y="508000"/>
                  </a:lnTo>
                  <a:cubicBezTo>
                    <a:pt x="471170" y="508000"/>
                    <a:pt x="483235" y="503047"/>
                    <a:pt x="493141" y="493141"/>
                  </a:cubicBezTo>
                  <a:cubicBezTo>
                    <a:pt x="503047" y="483235"/>
                    <a:pt x="508000" y="471170"/>
                    <a:pt x="508000" y="457200"/>
                  </a:cubicBezTo>
                  <a:lnTo>
                    <a:pt x="508000" y="50800"/>
                  </a:lnTo>
                  <a:cubicBezTo>
                    <a:pt x="508000" y="36830"/>
                    <a:pt x="503047" y="24765"/>
                    <a:pt x="493141" y="14859"/>
                  </a:cubicBezTo>
                  <a:cubicBezTo>
                    <a:pt x="483235" y="4953"/>
                    <a:pt x="471170" y="0"/>
                    <a:pt x="4572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07997" y="4060822"/>
            <a:ext cx="5460997" cy="2289172"/>
            <a:chOff x="0" y="0"/>
            <a:chExt cx="5461000" cy="228917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8326" y="68453"/>
              <a:ext cx="5324094" cy="2152269"/>
            </a:xfrm>
            <a:custGeom>
              <a:avLst/>
              <a:gdLst/>
              <a:ahLst/>
              <a:cxnLst/>
              <a:rect r="r" b="b" t="t" l="l"/>
              <a:pathLst>
                <a:path h="2152269" w="5324094">
                  <a:moveTo>
                    <a:pt x="0" y="2100072"/>
                  </a:moveTo>
                  <a:lnTo>
                    <a:pt x="0" y="52197"/>
                  </a:ln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lnTo>
                    <a:pt x="5271897" y="0"/>
                  </a:lnTo>
                  <a:cubicBezTo>
                    <a:pt x="5275326" y="0"/>
                    <a:pt x="5278755" y="381"/>
                    <a:pt x="5282057" y="1016"/>
                  </a:cubicBezTo>
                  <a:cubicBezTo>
                    <a:pt x="5285359" y="1651"/>
                    <a:pt x="5288661" y="2667"/>
                    <a:pt x="5291836" y="3937"/>
                  </a:cubicBezTo>
                  <a:cubicBezTo>
                    <a:pt x="5295011" y="5207"/>
                    <a:pt x="5298059" y="6858"/>
                    <a:pt x="5300853" y="8763"/>
                  </a:cubicBezTo>
                  <a:cubicBezTo>
                    <a:pt x="5303647" y="10668"/>
                    <a:pt x="5306314" y="12827"/>
                    <a:pt x="5308854" y="15240"/>
                  </a:cubicBezTo>
                  <a:cubicBezTo>
                    <a:pt x="5311394" y="17653"/>
                    <a:pt x="5313426" y="20320"/>
                    <a:pt x="5315331" y="23241"/>
                  </a:cubicBezTo>
                  <a:cubicBezTo>
                    <a:pt x="5317236" y="26162"/>
                    <a:pt x="5318887" y="29083"/>
                    <a:pt x="5320157" y="32258"/>
                  </a:cubicBezTo>
                  <a:cubicBezTo>
                    <a:pt x="5321427" y="35433"/>
                    <a:pt x="5322443" y="38735"/>
                    <a:pt x="5323078" y="42037"/>
                  </a:cubicBezTo>
                  <a:cubicBezTo>
                    <a:pt x="5323713" y="45339"/>
                    <a:pt x="5324094" y="48768"/>
                    <a:pt x="5324094" y="52197"/>
                  </a:cubicBezTo>
                  <a:lnTo>
                    <a:pt x="5324094" y="2100072"/>
                  </a:lnTo>
                  <a:cubicBezTo>
                    <a:pt x="5324094" y="2103501"/>
                    <a:pt x="5323713" y="2106930"/>
                    <a:pt x="5323078" y="2110232"/>
                  </a:cubicBezTo>
                  <a:cubicBezTo>
                    <a:pt x="5322443" y="2113534"/>
                    <a:pt x="5321427" y="2116836"/>
                    <a:pt x="5320157" y="2120011"/>
                  </a:cubicBezTo>
                  <a:cubicBezTo>
                    <a:pt x="5318887" y="2123186"/>
                    <a:pt x="5317236" y="2126234"/>
                    <a:pt x="5315331" y="2129028"/>
                  </a:cubicBezTo>
                  <a:cubicBezTo>
                    <a:pt x="5313426" y="2131822"/>
                    <a:pt x="5311267" y="2134489"/>
                    <a:pt x="5308854" y="2137029"/>
                  </a:cubicBezTo>
                  <a:cubicBezTo>
                    <a:pt x="5306441" y="2139569"/>
                    <a:pt x="5303774" y="2141601"/>
                    <a:pt x="5300853" y="2143506"/>
                  </a:cubicBezTo>
                  <a:cubicBezTo>
                    <a:pt x="5297932" y="2145411"/>
                    <a:pt x="5295011" y="2147062"/>
                    <a:pt x="5291836" y="2148332"/>
                  </a:cubicBezTo>
                  <a:cubicBezTo>
                    <a:pt x="5288661" y="2149602"/>
                    <a:pt x="5285359" y="2150618"/>
                    <a:pt x="5282057" y="2151253"/>
                  </a:cubicBezTo>
                  <a:cubicBezTo>
                    <a:pt x="5278755" y="2151888"/>
                    <a:pt x="5275326" y="2152269"/>
                    <a:pt x="5271897" y="2152269"/>
                  </a:cubicBezTo>
                  <a:lnTo>
                    <a:pt x="52324" y="2152269"/>
                  </a:lnTo>
                  <a:cubicBezTo>
                    <a:pt x="48895" y="2152269"/>
                    <a:pt x="45466" y="2151888"/>
                    <a:pt x="42164" y="2151253"/>
                  </a:cubicBezTo>
                  <a:cubicBezTo>
                    <a:pt x="38862" y="2150618"/>
                    <a:pt x="35560" y="2149602"/>
                    <a:pt x="32385" y="2148332"/>
                  </a:cubicBezTo>
                  <a:cubicBezTo>
                    <a:pt x="29210" y="2147062"/>
                    <a:pt x="26162" y="2145411"/>
                    <a:pt x="23368" y="2143506"/>
                  </a:cubicBezTo>
                  <a:cubicBezTo>
                    <a:pt x="20574" y="2141601"/>
                    <a:pt x="17907" y="2139442"/>
                    <a:pt x="15367" y="2137029"/>
                  </a:cubicBezTo>
                  <a:cubicBezTo>
                    <a:pt x="12827" y="2134616"/>
                    <a:pt x="10795" y="2131949"/>
                    <a:pt x="8890" y="2129028"/>
                  </a:cubicBezTo>
                  <a:cubicBezTo>
                    <a:pt x="6985" y="2126107"/>
                    <a:pt x="5334" y="2123186"/>
                    <a:pt x="4064" y="2120011"/>
                  </a:cubicBezTo>
                  <a:cubicBezTo>
                    <a:pt x="2794" y="2116836"/>
                    <a:pt x="1778" y="2113534"/>
                    <a:pt x="1143" y="2110232"/>
                  </a:cubicBezTo>
                  <a:cubicBezTo>
                    <a:pt x="508" y="2106930"/>
                    <a:pt x="127" y="2103501"/>
                    <a:pt x="127" y="2100072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3373" y="63500"/>
              <a:ext cx="5334254" cy="2162302"/>
            </a:xfrm>
            <a:custGeom>
              <a:avLst/>
              <a:gdLst/>
              <a:ahLst/>
              <a:cxnLst/>
              <a:rect r="r" b="b" t="t" l="l"/>
              <a:pathLst>
                <a:path h="2162302" w="5334254">
                  <a:moveTo>
                    <a:pt x="127" y="2105025"/>
                  </a:moveTo>
                  <a:lnTo>
                    <a:pt x="127" y="57150"/>
                  </a:lnTo>
                  <a:lnTo>
                    <a:pt x="4953" y="57150"/>
                  </a:lnTo>
                  <a:lnTo>
                    <a:pt x="127" y="57150"/>
                  </a:lnTo>
                  <a:cubicBezTo>
                    <a:pt x="127" y="53340"/>
                    <a:pt x="508" y="49657"/>
                    <a:pt x="1270" y="45974"/>
                  </a:cubicBezTo>
                  <a:lnTo>
                    <a:pt x="5969" y="46863"/>
                  </a:lnTo>
                  <a:lnTo>
                    <a:pt x="1270" y="45974"/>
                  </a:lnTo>
                  <a:cubicBezTo>
                    <a:pt x="2032" y="42291"/>
                    <a:pt x="3048" y="38735"/>
                    <a:pt x="4572" y="35306"/>
                  </a:cubicBezTo>
                  <a:cubicBezTo>
                    <a:pt x="5969" y="31877"/>
                    <a:pt x="7747" y="28575"/>
                    <a:pt x="9906" y="25400"/>
                  </a:cubicBezTo>
                  <a:cubicBezTo>
                    <a:pt x="11938" y="22225"/>
                    <a:pt x="14351" y="19431"/>
                    <a:pt x="17018" y="16764"/>
                  </a:cubicBezTo>
                  <a:lnTo>
                    <a:pt x="20447" y="20193"/>
                  </a:lnTo>
                  <a:lnTo>
                    <a:pt x="17018" y="16764"/>
                  </a:lnTo>
                  <a:cubicBezTo>
                    <a:pt x="19685" y="14097"/>
                    <a:pt x="22606" y="11684"/>
                    <a:pt x="25654" y="9652"/>
                  </a:cubicBezTo>
                  <a:lnTo>
                    <a:pt x="28321" y="13589"/>
                  </a:lnTo>
                  <a:lnTo>
                    <a:pt x="25527" y="9652"/>
                  </a:lnTo>
                  <a:cubicBezTo>
                    <a:pt x="28702" y="7620"/>
                    <a:pt x="32004" y="5842"/>
                    <a:pt x="35433" y="4318"/>
                  </a:cubicBezTo>
                  <a:lnTo>
                    <a:pt x="37211" y="8763"/>
                  </a:lnTo>
                  <a:lnTo>
                    <a:pt x="35433" y="4318"/>
                  </a:lnTo>
                  <a:cubicBezTo>
                    <a:pt x="38862" y="2921"/>
                    <a:pt x="42418" y="1778"/>
                    <a:pt x="46101" y="1016"/>
                  </a:cubicBezTo>
                  <a:lnTo>
                    <a:pt x="46990" y="5715"/>
                  </a:lnTo>
                  <a:lnTo>
                    <a:pt x="46101" y="1016"/>
                  </a:lnTo>
                  <a:cubicBezTo>
                    <a:pt x="49784" y="381"/>
                    <a:pt x="53467" y="0"/>
                    <a:pt x="57277" y="0"/>
                  </a:cubicBezTo>
                  <a:lnTo>
                    <a:pt x="57277" y="4826"/>
                  </a:lnTo>
                  <a:lnTo>
                    <a:pt x="57277" y="0"/>
                  </a:lnTo>
                  <a:lnTo>
                    <a:pt x="5276977" y="0"/>
                  </a:lnTo>
                  <a:lnTo>
                    <a:pt x="5276977" y="4826"/>
                  </a:lnTo>
                  <a:lnTo>
                    <a:pt x="5276977" y="0"/>
                  </a:lnTo>
                  <a:cubicBezTo>
                    <a:pt x="5280787" y="0"/>
                    <a:pt x="5284470" y="381"/>
                    <a:pt x="5288153" y="1143"/>
                  </a:cubicBezTo>
                  <a:lnTo>
                    <a:pt x="5287264" y="5842"/>
                  </a:lnTo>
                  <a:lnTo>
                    <a:pt x="5288153" y="1143"/>
                  </a:lnTo>
                  <a:cubicBezTo>
                    <a:pt x="5291836" y="1905"/>
                    <a:pt x="5295392" y="2921"/>
                    <a:pt x="5298821" y="4445"/>
                  </a:cubicBezTo>
                  <a:lnTo>
                    <a:pt x="5297043" y="8890"/>
                  </a:lnTo>
                  <a:lnTo>
                    <a:pt x="5298821" y="4445"/>
                  </a:lnTo>
                  <a:cubicBezTo>
                    <a:pt x="5302250" y="5842"/>
                    <a:pt x="5305552" y="7620"/>
                    <a:pt x="5308727" y="9779"/>
                  </a:cubicBezTo>
                  <a:lnTo>
                    <a:pt x="5306060" y="13716"/>
                  </a:lnTo>
                  <a:lnTo>
                    <a:pt x="5308727" y="9779"/>
                  </a:lnTo>
                  <a:cubicBezTo>
                    <a:pt x="5311902" y="11811"/>
                    <a:pt x="5314696" y="14224"/>
                    <a:pt x="5317363" y="16891"/>
                  </a:cubicBezTo>
                  <a:lnTo>
                    <a:pt x="5313934" y="20320"/>
                  </a:lnTo>
                  <a:lnTo>
                    <a:pt x="5317363" y="16891"/>
                  </a:lnTo>
                  <a:cubicBezTo>
                    <a:pt x="5320030" y="19558"/>
                    <a:pt x="5322443" y="22479"/>
                    <a:pt x="5324475" y="25527"/>
                  </a:cubicBezTo>
                  <a:lnTo>
                    <a:pt x="5320538" y="28194"/>
                  </a:lnTo>
                  <a:lnTo>
                    <a:pt x="5324475" y="25527"/>
                  </a:lnTo>
                  <a:cubicBezTo>
                    <a:pt x="5326507" y="28702"/>
                    <a:pt x="5328285" y="32004"/>
                    <a:pt x="5329809" y="35433"/>
                  </a:cubicBezTo>
                  <a:lnTo>
                    <a:pt x="5325364" y="37211"/>
                  </a:lnTo>
                  <a:lnTo>
                    <a:pt x="5329809" y="35433"/>
                  </a:lnTo>
                  <a:cubicBezTo>
                    <a:pt x="5331206" y="38862"/>
                    <a:pt x="5332349" y="42418"/>
                    <a:pt x="5333111" y="46101"/>
                  </a:cubicBezTo>
                  <a:lnTo>
                    <a:pt x="5328412" y="46990"/>
                  </a:lnTo>
                  <a:lnTo>
                    <a:pt x="5333111" y="46101"/>
                  </a:lnTo>
                  <a:cubicBezTo>
                    <a:pt x="5333873" y="49784"/>
                    <a:pt x="5334254" y="53467"/>
                    <a:pt x="5334254" y="57277"/>
                  </a:cubicBezTo>
                  <a:lnTo>
                    <a:pt x="5329428" y="57277"/>
                  </a:lnTo>
                  <a:lnTo>
                    <a:pt x="5334254" y="57277"/>
                  </a:lnTo>
                  <a:lnTo>
                    <a:pt x="5334254" y="2105025"/>
                  </a:lnTo>
                  <a:lnTo>
                    <a:pt x="5329428" y="2105025"/>
                  </a:lnTo>
                  <a:lnTo>
                    <a:pt x="5334254" y="2105025"/>
                  </a:lnTo>
                  <a:cubicBezTo>
                    <a:pt x="5334254" y="2108835"/>
                    <a:pt x="5333873" y="2112518"/>
                    <a:pt x="5333111" y="2116201"/>
                  </a:cubicBezTo>
                  <a:lnTo>
                    <a:pt x="5328412" y="2115312"/>
                  </a:lnTo>
                  <a:lnTo>
                    <a:pt x="5333111" y="2116201"/>
                  </a:lnTo>
                  <a:cubicBezTo>
                    <a:pt x="5332349" y="2119884"/>
                    <a:pt x="5331333" y="2123440"/>
                    <a:pt x="5329809" y="2126869"/>
                  </a:cubicBezTo>
                  <a:lnTo>
                    <a:pt x="5325364" y="2125091"/>
                  </a:lnTo>
                  <a:lnTo>
                    <a:pt x="5329809" y="2126869"/>
                  </a:lnTo>
                  <a:cubicBezTo>
                    <a:pt x="5328412" y="2130298"/>
                    <a:pt x="5326634" y="2133600"/>
                    <a:pt x="5324475" y="2136775"/>
                  </a:cubicBezTo>
                  <a:lnTo>
                    <a:pt x="5320538" y="2134108"/>
                  </a:lnTo>
                  <a:lnTo>
                    <a:pt x="5324475" y="2136775"/>
                  </a:lnTo>
                  <a:cubicBezTo>
                    <a:pt x="5322443" y="2139950"/>
                    <a:pt x="5320030" y="2142744"/>
                    <a:pt x="5317363" y="2145411"/>
                  </a:cubicBezTo>
                  <a:lnTo>
                    <a:pt x="5313934" y="2141982"/>
                  </a:lnTo>
                  <a:lnTo>
                    <a:pt x="5317363" y="2145411"/>
                  </a:lnTo>
                  <a:cubicBezTo>
                    <a:pt x="5314696" y="2148078"/>
                    <a:pt x="5311775" y="2150491"/>
                    <a:pt x="5308727" y="2152523"/>
                  </a:cubicBezTo>
                  <a:lnTo>
                    <a:pt x="5306060" y="2148586"/>
                  </a:lnTo>
                  <a:lnTo>
                    <a:pt x="5308727" y="2152523"/>
                  </a:lnTo>
                  <a:cubicBezTo>
                    <a:pt x="5305552" y="2154555"/>
                    <a:pt x="5302250" y="2156333"/>
                    <a:pt x="5298821" y="2157857"/>
                  </a:cubicBezTo>
                  <a:lnTo>
                    <a:pt x="5297043" y="2153412"/>
                  </a:lnTo>
                  <a:lnTo>
                    <a:pt x="5298821" y="2157857"/>
                  </a:lnTo>
                  <a:cubicBezTo>
                    <a:pt x="5295392" y="2159254"/>
                    <a:pt x="5291836" y="2160397"/>
                    <a:pt x="5288153" y="2161159"/>
                  </a:cubicBezTo>
                  <a:cubicBezTo>
                    <a:pt x="5284470" y="2161921"/>
                    <a:pt x="5280787" y="2162302"/>
                    <a:pt x="5276977" y="2162302"/>
                  </a:cubicBezTo>
                  <a:lnTo>
                    <a:pt x="57277" y="2162302"/>
                  </a:lnTo>
                  <a:cubicBezTo>
                    <a:pt x="53467" y="2162302"/>
                    <a:pt x="49784" y="2161921"/>
                    <a:pt x="46101" y="2161159"/>
                  </a:cubicBezTo>
                  <a:lnTo>
                    <a:pt x="46990" y="2156460"/>
                  </a:lnTo>
                  <a:lnTo>
                    <a:pt x="46101" y="2161159"/>
                  </a:lnTo>
                  <a:cubicBezTo>
                    <a:pt x="42418" y="2160397"/>
                    <a:pt x="38862" y="2159381"/>
                    <a:pt x="35433" y="2157857"/>
                  </a:cubicBezTo>
                  <a:cubicBezTo>
                    <a:pt x="32004" y="2156460"/>
                    <a:pt x="28702" y="2154682"/>
                    <a:pt x="25527" y="2152523"/>
                  </a:cubicBezTo>
                  <a:lnTo>
                    <a:pt x="28194" y="2148586"/>
                  </a:lnTo>
                  <a:lnTo>
                    <a:pt x="25527" y="2152523"/>
                  </a:lnTo>
                  <a:cubicBezTo>
                    <a:pt x="22352" y="2150491"/>
                    <a:pt x="19558" y="2148078"/>
                    <a:pt x="16891" y="2145411"/>
                  </a:cubicBezTo>
                  <a:lnTo>
                    <a:pt x="20320" y="2141982"/>
                  </a:lnTo>
                  <a:lnTo>
                    <a:pt x="16891" y="2145411"/>
                  </a:lnTo>
                  <a:cubicBezTo>
                    <a:pt x="14224" y="2142744"/>
                    <a:pt x="11811" y="2139823"/>
                    <a:pt x="9779" y="2136775"/>
                  </a:cubicBezTo>
                  <a:cubicBezTo>
                    <a:pt x="7747" y="2133600"/>
                    <a:pt x="5969" y="2130298"/>
                    <a:pt x="4445" y="2126869"/>
                  </a:cubicBezTo>
                  <a:cubicBezTo>
                    <a:pt x="3048" y="2123440"/>
                    <a:pt x="1905" y="2119884"/>
                    <a:pt x="1143" y="2116201"/>
                  </a:cubicBezTo>
                  <a:lnTo>
                    <a:pt x="5842" y="2115312"/>
                  </a:lnTo>
                  <a:lnTo>
                    <a:pt x="1143" y="2116201"/>
                  </a:lnTo>
                  <a:cubicBezTo>
                    <a:pt x="381" y="2112518"/>
                    <a:pt x="0" y="2108835"/>
                    <a:pt x="0" y="2105025"/>
                  </a:cubicBezTo>
                  <a:lnTo>
                    <a:pt x="4826" y="2105025"/>
                  </a:lnTo>
                  <a:lnTo>
                    <a:pt x="127" y="2105025"/>
                  </a:lnTo>
                  <a:moveTo>
                    <a:pt x="9652" y="2105025"/>
                  </a:moveTo>
                  <a:cubicBezTo>
                    <a:pt x="9652" y="2108200"/>
                    <a:pt x="9906" y="2111248"/>
                    <a:pt x="10541" y="2114296"/>
                  </a:cubicBezTo>
                  <a:cubicBezTo>
                    <a:pt x="11176" y="2117344"/>
                    <a:pt x="12065" y="2120392"/>
                    <a:pt x="13208" y="2123186"/>
                  </a:cubicBezTo>
                  <a:lnTo>
                    <a:pt x="8763" y="2124964"/>
                  </a:lnTo>
                  <a:lnTo>
                    <a:pt x="13208" y="2123186"/>
                  </a:lnTo>
                  <a:cubicBezTo>
                    <a:pt x="14351" y="2126107"/>
                    <a:pt x="15875" y="2128774"/>
                    <a:pt x="17653" y="2131441"/>
                  </a:cubicBezTo>
                  <a:lnTo>
                    <a:pt x="13716" y="2134108"/>
                  </a:lnTo>
                  <a:lnTo>
                    <a:pt x="17653" y="2131441"/>
                  </a:lnTo>
                  <a:cubicBezTo>
                    <a:pt x="19431" y="2133981"/>
                    <a:pt x="21336" y="2136394"/>
                    <a:pt x="23622" y="2138680"/>
                  </a:cubicBezTo>
                  <a:cubicBezTo>
                    <a:pt x="25908" y="2140966"/>
                    <a:pt x="28194" y="2142871"/>
                    <a:pt x="30861" y="2144649"/>
                  </a:cubicBezTo>
                  <a:cubicBezTo>
                    <a:pt x="33528" y="2146427"/>
                    <a:pt x="36195" y="2147824"/>
                    <a:pt x="39116" y="2149094"/>
                  </a:cubicBezTo>
                  <a:lnTo>
                    <a:pt x="37338" y="2153539"/>
                  </a:lnTo>
                  <a:lnTo>
                    <a:pt x="39116" y="2149094"/>
                  </a:lnTo>
                  <a:cubicBezTo>
                    <a:pt x="42037" y="2150237"/>
                    <a:pt x="44958" y="2151253"/>
                    <a:pt x="48006" y="2151761"/>
                  </a:cubicBezTo>
                  <a:cubicBezTo>
                    <a:pt x="51054" y="2152269"/>
                    <a:pt x="54229" y="2152650"/>
                    <a:pt x="57277" y="2152650"/>
                  </a:cubicBezTo>
                  <a:lnTo>
                    <a:pt x="57277" y="2157349"/>
                  </a:lnTo>
                  <a:lnTo>
                    <a:pt x="57277" y="2152523"/>
                  </a:lnTo>
                  <a:lnTo>
                    <a:pt x="5276977" y="2152523"/>
                  </a:lnTo>
                  <a:lnTo>
                    <a:pt x="5276977" y="2157349"/>
                  </a:lnTo>
                  <a:lnTo>
                    <a:pt x="5276977" y="2152650"/>
                  </a:lnTo>
                  <a:cubicBezTo>
                    <a:pt x="5280152" y="2152650"/>
                    <a:pt x="5283200" y="2152396"/>
                    <a:pt x="5286248" y="2151761"/>
                  </a:cubicBezTo>
                  <a:lnTo>
                    <a:pt x="5287137" y="2156460"/>
                  </a:lnTo>
                  <a:lnTo>
                    <a:pt x="5286248" y="2151761"/>
                  </a:lnTo>
                  <a:cubicBezTo>
                    <a:pt x="5289296" y="2151126"/>
                    <a:pt x="5292344" y="2150237"/>
                    <a:pt x="5295138" y="2149094"/>
                  </a:cubicBezTo>
                  <a:cubicBezTo>
                    <a:pt x="5298059" y="2147951"/>
                    <a:pt x="5300726" y="2146427"/>
                    <a:pt x="5303393" y="2144649"/>
                  </a:cubicBezTo>
                  <a:cubicBezTo>
                    <a:pt x="5305933" y="2142871"/>
                    <a:pt x="5308346" y="2140966"/>
                    <a:pt x="5310632" y="2138680"/>
                  </a:cubicBezTo>
                  <a:cubicBezTo>
                    <a:pt x="5312918" y="2136394"/>
                    <a:pt x="5314823" y="2134108"/>
                    <a:pt x="5316601" y="2131441"/>
                  </a:cubicBezTo>
                  <a:cubicBezTo>
                    <a:pt x="5318379" y="2128901"/>
                    <a:pt x="5319776" y="2126107"/>
                    <a:pt x="5321046" y="2123186"/>
                  </a:cubicBezTo>
                  <a:cubicBezTo>
                    <a:pt x="5322189" y="2120265"/>
                    <a:pt x="5323205" y="2117344"/>
                    <a:pt x="5323713" y="2114296"/>
                  </a:cubicBezTo>
                  <a:cubicBezTo>
                    <a:pt x="5324348" y="2111248"/>
                    <a:pt x="5324602" y="2108073"/>
                    <a:pt x="5324602" y="2105025"/>
                  </a:cubicBezTo>
                  <a:lnTo>
                    <a:pt x="5324602" y="57150"/>
                  </a:lnTo>
                  <a:cubicBezTo>
                    <a:pt x="5324602" y="53975"/>
                    <a:pt x="5324348" y="50927"/>
                    <a:pt x="5323713" y="47879"/>
                  </a:cubicBezTo>
                  <a:cubicBezTo>
                    <a:pt x="5323078" y="44831"/>
                    <a:pt x="5322189" y="41783"/>
                    <a:pt x="5321046" y="38989"/>
                  </a:cubicBezTo>
                  <a:cubicBezTo>
                    <a:pt x="5319903" y="36195"/>
                    <a:pt x="5318379" y="33401"/>
                    <a:pt x="5316601" y="30734"/>
                  </a:cubicBezTo>
                  <a:cubicBezTo>
                    <a:pt x="5314823" y="28067"/>
                    <a:pt x="5312918" y="25781"/>
                    <a:pt x="5310632" y="23495"/>
                  </a:cubicBezTo>
                  <a:cubicBezTo>
                    <a:pt x="5308473" y="21336"/>
                    <a:pt x="5306060" y="19304"/>
                    <a:pt x="5303393" y="17526"/>
                  </a:cubicBezTo>
                  <a:cubicBezTo>
                    <a:pt x="5300853" y="15748"/>
                    <a:pt x="5298059" y="14351"/>
                    <a:pt x="5295138" y="13081"/>
                  </a:cubicBezTo>
                  <a:cubicBezTo>
                    <a:pt x="5292217" y="11938"/>
                    <a:pt x="5289296" y="10922"/>
                    <a:pt x="5286248" y="10414"/>
                  </a:cubicBezTo>
                  <a:cubicBezTo>
                    <a:pt x="5283200" y="9779"/>
                    <a:pt x="5280025" y="9525"/>
                    <a:pt x="5276977" y="9525"/>
                  </a:cubicBezTo>
                  <a:lnTo>
                    <a:pt x="57277" y="9525"/>
                  </a:lnTo>
                  <a:cubicBezTo>
                    <a:pt x="54102" y="9525"/>
                    <a:pt x="51054" y="9779"/>
                    <a:pt x="48006" y="10414"/>
                  </a:cubicBezTo>
                  <a:cubicBezTo>
                    <a:pt x="44958" y="11049"/>
                    <a:pt x="41910" y="11938"/>
                    <a:pt x="39116" y="13081"/>
                  </a:cubicBezTo>
                  <a:cubicBezTo>
                    <a:pt x="36195" y="14224"/>
                    <a:pt x="33528" y="15748"/>
                    <a:pt x="30861" y="17526"/>
                  </a:cubicBezTo>
                  <a:cubicBezTo>
                    <a:pt x="28321" y="19304"/>
                    <a:pt x="25908" y="21209"/>
                    <a:pt x="23622" y="23495"/>
                  </a:cubicBezTo>
                  <a:cubicBezTo>
                    <a:pt x="21463" y="25654"/>
                    <a:pt x="19431" y="28067"/>
                    <a:pt x="17653" y="30734"/>
                  </a:cubicBezTo>
                  <a:lnTo>
                    <a:pt x="13716" y="28067"/>
                  </a:lnTo>
                  <a:lnTo>
                    <a:pt x="17653" y="30734"/>
                  </a:lnTo>
                  <a:cubicBezTo>
                    <a:pt x="15875" y="33274"/>
                    <a:pt x="14478" y="36068"/>
                    <a:pt x="13208" y="38989"/>
                  </a:cubicBezTo>
                  <a:lnTo>
                    <a:pt x="8763" y="37211"/>
                  </a:lnTo>
                  <a:lnTo>
                    <a:pt x="13208" y="38989"/>
                  </a:lnTo>
                  <a:cubicBezTo>
                    <a:pt x="12065" y="41910"/>
                    <a:pt x="11049" y="44831"/>
                    <a:pt x="10541" y="47879"/>
                  </a:cubicBezTo>
                  <a:cubicBezTo>
                    <a:pt x="10033" y="50927"/>
                    <a:pt x="9652" y="54102"/>
                    <a:pt x="9652" y="57150"/>
                  </a:cubicBezTo>
                  <a:lnTo>
                    <a:pt x="9652" y="2105025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66775" y="4419600"/>
            <a:ext cx="381000" cy="381000"/>
            <a:chOff x="0" y="0"/>
            <a:chExt cx="508000" cy="508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08000" cy="508000"/>
            </a:xfrm>
            <a:custGeom>
              <a:avLst/>
              <a:gdLst/>
              <a:ahLst/>
              <a:cxnLst/>
              <a:rect r="r" b="b" t="t" l="l"/>
              <a:pathLst>
                <a:path h="508000" w="508000">
                  <a:moveTo>
                    <a:pt x="50673" y="0"/>
                  </a:moveTo>
                  <a:cubicBezTo>
                    <a:pt x="36703" y="0"/>
                    <a:pt x="24765" y="4953"/>
                    <a:pt x="14859" y="14859"/>
                  </a:cubicBezTo>
                  <a:cubicBezTo>
                    <a:pt x="4953" y="24765"/>
                    <a:pt x="0" y="36830"/>
                    <a:pt x="0" y="50800"/>
                  </a:cubicBezTo>
                  <a:lnTo>
                    <a:pt x="0" y="457200"/>
                  </a:lnTo>
                  <a:cubicBezTo>
                    <a:pt x="0" y="471170"/>
                    <a:pt x="4953" y="483235"/>
                    <a:pt x="14859" y="493141"/>
                  </a:cubicBezTo>
                  <a:cubicBezTo>
                    <a:pt x="24765" y="503047"/>
                    <a:pt x="36830" y="508000"/>
                    <a:pt x="50800" y="508000"/>
                  </a:cubicBezTo>
                  <a:lnTo>
                    <a:pt x="457200" y="508000"/>
                  </a:lnTo>
                  <a:cubicBezTo>
                    <a:pt x="471170" y="508000"/>
                    <a:pt x="483235" y="503047"/>
                    <a:pt x="493141" y="493141"/>
                  </a:cubicBezTo>
                  <a:cubicBezTo>
                    <a:pt x="503047" y="483235"/>
                    <a:pt x="508000" y="471170"/>
                    <a:pt x="508000" y="457200"/>
                  </a:cubicBezTo>
                  <a:lnTo>
                    <a:pt x="508000" y="50800"/>
                  </a:lnTo>
                  <a:cubicBezTo>
                    <a:pt x="508000" y="36830"/>
                    <a:pt x="503047" y="24765"/>
                    <a:pt x="493141" y="14859"/>
                  </a:cubicBezTo>
                  <a:cubicBezTo>
                    <a:pt x="483235" y="4953"/>
                    <a:pt x="471297" y="0"/>
                    <a:pt x="45732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6222997" y="4060822"/>
            <a:ext cx="5460997" cy="2289172"/>
            <a:chOff x="0" y="0"/>
            <a:chExt cx="5461000" cy="228917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8326" y="68453"/>
              <a:ext cx="5324094" cy="2152269"/>
            </a:xfrm>
            <a:custGeom>
              <a:avLst/>
              <a:gdLst/>
              <a:ahLst/>
              <a:cxnLst/>
              <a:rect r="r" b="b" t="t" l="l"/>
              <a:pathLst>
                <a:path h="2152269" w="5324094">
                  <a:moveTo>
                    <a:pt x="0" y="2100072"/>
                  </a:moveTo>
                  <a:lnTo>
                    <a:pt x="0" y="52197"/>
                  </a:ln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lnTo>
                    <a:pt x="5271897" y="0"/>
                  </a:lnTo>
                  <a:cubicBezTo>
                    <a:pt x="5275326" y="0"/>
                    <a:pt x="5278755" y="381"/>
                    <a:pt x="5282057" y="1016"/>
                  </a:cubicBezTo>
                  <a:cubicBezTo>
                    <a:pt x="5285359" y="1651"/>
                    <a:pt x="5288661" y="2667"/>
                    <a:pt x="5291836" y="3937"/>
                  </a:cubicBezTo>
                  <a:cubicBezTo>
                    <a:pt x="5295011" y="5207"/>
                    <a:pt x="5298059" y="6858"/>
                    <a:pt x="5300853" y="8763"/>
                  </a:cubicBezTo>
                  <a:cubicBezTo>
                    <a:pt x="5303647" y="10668"/>
                    <a:pt x="5306314" y="12827"/>
                    <a:pt x="5308854" y="15240"/>
                  </a:cubicBezTo>
                  <a:cubicBezTo>
                    <a:pt x="5311394" y="17653"/>
                    <a:pt x="5313426" y="20320"/>
                    <a:pt x="5315331" y="23241"/>
                  </a:cubicBezTo>
                  <a:cubicBezTo>
                    <a:pt x="5317236" y="26162"/>
                    <a:pt x="5318887" y="29083"/>
                    <a:pt x="5320157" y="32258"/>
                  </a:cubicBezTo>
                  <a:cubicBezTo>
                    <a:pt x="5321427" y="35433"/>
                    <a:pt x="5322443" y="38735"/>
                    <a:pt x="5323078" y="42037"/>
                  </a:cubicBezTo>
                  <a:cubicBezTo>
                    <a:pt x="5323713" y="45339"/>
                    <a:pt x="5324094" y="48768"/>
                    <a:pt x="5324094" y="52197"/>
                  </a:cubicBezTo>
                  <a:lnTo>
                    <a:pt x="5324094" y="2100072"/>
                  </a:lnTo>
                  <a:cubicBezTo>
                    <a:pt x="5324094" y="2103501"/>
                    <a:pt x="5323713" y="2106930"/>
                    <a:pt x="5323078" y="2110232"/>
                  </a:cubicBezTo>
                  <a:cubicBezTo>
                    <a:pt x="5322443" y="2113534"/>
                    <a:pt x="5321427" y="2116836"/>
                    <a:pt x="5320157" y="2120011"/>
                  </a:cubicBezTo>
                  <a:cubicBezTo>
                    <a:pt x="5318887" y="2123186"/>
                    <a:pt x="5317236" y="2126234"/>
                    <a:pt x="5315331" y="2129028"/>
                  </a:cubicBezTo>
                  <a:cubicBezTo>
                    <a:pt x="5313426" y="2131822"/>
                    <a:pt x="5311267" y="2134489"/>
                    <a:pt x="5308854" y="2137029"/>
                  </a:cubicBezTo>
                  <a:cubicBezTo>
                    <a:pt x="5306441" y="2139569"/>
                    <a:pt x="5303774" y="2141601"/>
                    <a:pt x="5300853" y="2143506"/>
                  </a:cubicBezTo>
                  <a:cubicBezTo>
                    <a:pt x="5297932" y="2145411"/>
                    <a:pt x="5295011" y="2147062"/>
                    <a:pt x="5291836" y="2148332"/>
                  </a:cubicBezTo>
                  <a:cubicBezTo>
                    <a:pt x="5288661" y="2149602"/>
                    <a:pt x="5285359" y="2150618"/>
                    <a:pt x="5282057" y="2151253"/>
                  </a:cubicBezTo>
                  <a:cubicBezTo>
                    <a:pt x="5278755" y="2151888"/>
                    <a:pt x="5275326" y="2152269"/>
                    <a:pt x="5271897" y="2152269"/>
                  </a:cubicBezTo>
                  <a:lnTo>
                    <a:pt x="52324" y="2152269"/>
                  </a:lnTo>
                  <a:cubicBezTo>
                    <a:pt x="48895" y="2152269"/>
                    <a:pt x="45466" y="2151888"/>
                    <a:pt x="42164" y="2151253"/>
                  </a:cubicBezTo>
                  <a:cubicBezTo>
                    <a:pt x="38862" y="2150618"/>
                    <a:pt x="35560" y="2149602"/>
                    <a:pt x="32385" y="2148332"/>
                  </a:cubicBezTo>
                  <a:cubicBezTo>
                    <a:pt x="29210" y="2147062"/>
                    <a:pt x="26162" y="2145411"/>
                    <a:pt x="23368" y="2143506"/>
                  </a:cubicBezTo>
                  <a:cubicBezTo>
                    <a:pt x="20574" y="2141601"/>
                    <a:pt x="17907" y="2139442"/>
                    <a:pt x="15367" y="2137029"/>
                  </a:cubicBezTo>
                  <a:cubicBezTo>
                    <a:pt x="12827" y="2134616"/>
                    <a:pt x="10795" y="2131949"/>
                    <a:pt x="8890" y="2129028"/>
                  </a:cubicBezTo>
                  <a:cubicBezTo>
                    <a:pt x="6985" y="2126107"/>
                    <a:pt x="5334" y="2123186"/>
                    <a:pt x="4064" y="2120011"/>
                  </a:cubicBezTo>
                  <a:cubicBezTo>
                    <a:pt x="2794" y="2116836"/>
                    <a:pt x="1778" y="2113534"/>
                    <a:pt x="1143" y="2110232"/>
                  </a:cubicBezTo>
                  <a:cubicBezTo>
                    <a:pt x="508" y="2106930"/>
                    <a:pt x="127" y="2103501"/>
                    <a:pt x="127" y="2100072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63373" y="63500"/>
              <a:ext cx="5334254" cy="2162302"/>
            </a:xfrm>
            <a:custGeom>
              <a:avLst/>
              <a:gdLst/>
              <a:ahLst/>
              <a:cxnLst/>
              <a:rect r="r" b="b" t="t" l="l"/>
              <a:pathLst>
                <a:path h="2162302" w="5334254">
                  <a:moveTo>
                    <a:pt x="127" y="2105025"/>
                  </a:moveTo>
                  <a:lnTo>
                    <a:pt x="127" y="57150"/>
                  </a:lnTo>
                  <a:lnTo>
                    <a:pt x="4953" y="57150"/>
                  </a:lnTo>
                  <a:lnTo>
                    <a:pt x="127" y="57150"/>
                  </a:lnTo>
                  <a:cubicBezTo>
                    <a:pt x="127" y="53340"/>
                    <a:pt x="508" y="49657"/>
                    <a:pt x="1270" y="45974"/>
                  </a:cubicBezTo>
                  <a:cubicBezTo>
                    <a:pt x="2032" y="42291"/>
                    <a:pt x="3048" y="38735"/>
                    <a:pt x="4572" y="35306"/>
                  </a:cubicBezTo>
                  <a:lnTo>
                    <a:pt x="9017" y="37084"/>
                  </a:lnTo>
                  <a:lnTo>
                    <a:pt x="4572" y="35306"/>
                  </a:lnTo>
                  <a:cubicBezTo>
                    <a:pt x="5969" y="31877"/>
                    <a:pt x="7747" y="28575"/>
                    <a:pt x="9906" y="25400"/>
                  </a:cubicBezTo>
                  <a:lnTo>
                    <a:pt x="13843" y="28067"/>
                  </a:lnTo>
                  <a:lnTo>
                    <a:pt x="9779" y="25400"/>
                  </a:lnTo>
                  <a:cubicBezTo>
                    <a:pt x="11811" y="22225"/>
                    <a:pt x="14224" y="19431"/>
                    <a:pt x="16891" y="16764"/>
                  </a:cubicBezTo>
                  <a:lnTo>
                    <a:pt x="20320" y="20193"/>
                  </a:lnTo>
                  <a:lnTo>
                    <a:pt x="16891" y="16764"/>
                  </a:lnTo>
                  <a:cubicBezTo>
                    <a:pt x="19558" y="14097"/>
                    <a:pt x="22479" y="11684"/>
                    <a:pt x="25527" y="9652"/>
                  </a:cubicBezTo>
                  <a:lnTo>
                    <a:pt x="28194" y="13589"/>
                  </a:lnTo>
                  <a:lnTo>
                    <a:pt x="25527" y="9652"/>
                  </a:lnTo>
                  <a:cubicBezTo>
                    <a:pt x="28702" y="7620"/>
                    <a:pt x="32004" y="5842"/>
                    <a:pt x="35433" y="4318"/>
                  </a:cubicBezTo>
                  <a:cubicBezTo>
                    <a:pt x="38862" y="2921"/>
                    <a:pt x="42418" y="1778"/>
                    <a:pt x="46101" y="1016"/>
                  </a:cubicBezTo>
                  <a:lnTo>
                    <a:pt x="46990" y="5715"/>
                  </a:lnTo>
                  <a:lnTo>
                    <a:pt x="46101" y="1016"/>
                  </a:lnTo>
                  <a:cubicBezTo>
                    <a:pt x="49784" y="381"/>
                    <a:pt x="53467" y="0"/>
                    <a:pt x="57277" y="0"/>
                  </a:cubicBezTo>
                  <a:lnTo>
                    <a:pt x="57277" y="4826"/>
                  </a:lnTo>
                  <a:lnTo>
                    <a:pt x="57277" y="0"/>
                  </a:lnTo>
                  <a:lnTo>
                    <a:pt x="5276977" y="0"/>
                  </a:lnTo>
                  <a:lnTo>
                    <a:pt x="5276977" y="4826"/>
                  </a:lnTo>
                  <a:lnTo>
                    <a:pt x="5276977" y="0"/>
                  </a:lnTo>
                  <a:cubicBezTo>
                    <a:pt x="5280787" y="0"/>
                    <a:pt x="5284470" y="381"/>
                    <a:pt x="5288153" y="1143"/>
                  </a:cubicBezTo>
                  <a:lnTo>
                    <a:pt x="5287264" y="5842"/>
                  </a:lnTo>
                  <a:lnTo>
                    <a:pt x="5288153" y="1143"/>
                  </a:lnTo>
                  <a:cubicBezTo>
                    <a:pt x="5291836" y="1905"/>
                    <a:pt x="5295392" y="2921"/>
                    <a:pt x="5298821" y="4445"/>
                  </a:cubicBezTo>
                  <a:lnTo>
                    <a:pt x="5297043" y="8890"/>
                  </a:lnTo>
                  <a:lnTo>
                    <a:pt x="5298821" y="4445"/>
                  </a:lnTo>
                  <a:cubicBezTo>
                    <a:pt x="5302250" y="5842"/>
                    <a:pt x="5305552" y="7620"/>
                    <a:pt x="5308727" y="9779"/>
                  </a:cubicBezTo>
                  <a:lnTo>
                    <a:pt x="5306060" y="13716"/>
                  </a:lnTo>
                  <a:lnTo>
                    <a:pt x="5308727" y="9779"/>
                  </a:lnTo>
                  <a:cubicBezTo>
                    <a:pt x="5311902" y="11811"/>
                    <a:pt x="5314696" y="14224"/>
                    <a:pt x="5317363" y="16891"/>
                  </a:cubicBezTo>
                  <a:lnTo>
                    <a:pt x="5313934" y="20320"/>
                  </a:lnTo>
                  <a:lnTo>
                    <a:pt x="5317363" y="16891"/>
                  </a:lnTo>
                  <a:cubicBezTo>
                    <a:pt x="5320030" y="19558"/>
                    <a:pt x="5322443" y="22479"/>
                    <a:pt x="5324475" y="25527"/>
                  </a:cubicBezTo>
                  <a:lnTo>
                    <a:pt x="5320538" y="28194"/>
                  </a:lnTo>
                  <a:lnTo>
                    <a:pt x="5324475" y="25527"/>
                  </a:lnTo>
                  <a:cubicBezTo>
                    <a:pt x="5326507" y="28702"/>
                    <a:pt x="5328285" y="32004"/>
                    <a:pt x="5329809" y="35433"/>
                  </a:cubicBezTo>
                  <a:lnTo>
                    <a:pt x="5325364" y="37211"/>
                  </a:lnTo>
                  <a:lnTo>
                    <a:pt x="5329809" y="35433"/>
                  </a:lnTo>
                  <a:cubicBezTo>
                    <a:pt x="5331206" y="38862"/>
                    <a:pt x="5332349" y="42418"/>
                    <a:pt x="5333111" y="46101"/>
                  </a:cubicBezTo>
                  <a:lnTo>
                    <a:pt x="5328412" y="46990"/>
                  </a:lnTo>
                  <a:lnTo>
                    <a:pt x="5333111" y="46101"/>
                  </a:lnTo>
                  <a:cubicBezTo>
                    <a:pt x="5333873" y="49784"/>
                    <a:pt x="5334254" y="53467"/>
                    <a:pt x="5334254" y="57277"/>
                  </a:cubicBezTo>
                  <a:lnTo>
                    <a:pt x="5329428" y="57277"/>
                  </a:lnTo>
                  <a:lnTo>
                    <a:pt x="5334254" y="57277"/>
                  </a:lnTo>
                  <a:lnTo>
                    <a:pt x="5334254" y="2105025"/>
                  </a:lnTo>
                  <a:lnTo>
                    <a:pt x="5329428" y="2105025"/>
                  </a:lnTo>
                  <a:lnTo>
                    <a:pt x="5334254" y="2105025"/>
                  </a:lnTo>
                  <a:cubicBezTo>
                    <a:pt x="5334254" y="2108835"/>
                    <a:pt x="5333873" y="2112518"/>
                    <a:pt x="5333111" y="2116201"/>
                  </a:cubicBezTo>
                  <a:lnTo>
                    <a:pt x="5328412" y="2115312"/>
                  </a:lnTo>
                  <a:lnTo>
                    <a:pt x="5333111" y="2116201"/>
                  </a:lnTo>
                  <a:cubicBezTo>
                    <a:pt x="5332349" y="2119884"/>
                    <a:pt x="5331333" y="2123440"/>
                    <a:pt x="5329809" y="2126869"/>
                  </a:cubicBezTo>
                  <a:lnTo>
                    <a:pt x="5325364" y="2125091"/>
                  </a:lnTo>
                  <a:lnTo>
                    <a:pt x="5329809" y="2126869"/>
                  </a:lnTo>
                  <a:cubicBezTo>
                    <a:pt x="5328412" y="2130298"/>
                    <a:pt x="5326634" y="2133600"/>
                    <a:pt x="5324475" y="2136775"/>
                  </a:cubicBezTo>
                  <a:lnTo>
                    <a:pt x="5320538" y="2134108"/>
                  </a:lnTo>
                  <a:lnTo>
                    <a:pt x="5324475" y="2136775"/>
                  </a:lnTo>
                  <a:cubicBezTo>
                    <a:pt x="5322443" y="2139950"/>
                    <a:pt x="5320030" y="2142744"/>
                    <a:pt x="5317363" y="2145411"/>
                  </a:cubicBezTo>
                  <a:lnTo>
                    <a:pt x="5313934" y="2141982"/>
                  </a:lnTo>
                  <a:lnTo>
                    <a:pt x="5317363" y="2145411"/>
                  </a:lnTo>
                  <a:cubicBezTo>
                    <a:pt x="5314696" y="2148078"/>
                    <a:pt x="5311775" y="2150491"/>
                    <a:pt x="5308727" y="2152523"/>
                  </a:cubicBezTo>
                  <a:lnTo>
                    <a:pt x="5306060" y="2148586"/>
                  </a:lnTo>
                  <a:lnTo>
                    <a:pt x="5308727" y="2152523"/>
                  </a:lnTo>
                  <a:cubicBezTo>
                    <a:pt x="5305552" y="2154555"/>
                    <a:pt x="5302250" y="2156333"/>
                    <a:pt x="5298821" y="2157857"/>
                  </a:cubicBezTo>
                  <a:lnTo>
                    <a:pt x="5297043" y="2153412"/>
                  </a:lnTo>
                  <a:lnTo>
                    <a:pt x="5298821" y="2157857"/>
                  </a:lnTo>
                  <a:cubicBezTo>
                    <a:pt x="5295392" y="2159254"/>
                    <a:pt x="5291836" y="2160397"/>
                    <a:pt x="5288153" y="2161159"/>
                  </a:cubicBezTo>
                  <a:cubicBezTo>
                    <a:pt x="5284470" y="2161921"/>
                    <a:pt x="5280787" y="2162302"/>
                    <a:pt x="5276977" y="2162302"/>
                  </a:cubicBezTo>
                  <a:lnTo>
                    <a:pt x="57277" y="2162302"/>
                  </a:lnTo>
                  <a:cubicBezTo>
                    <a:pt x="53467" y="2162302"/>
                    <a:pt x="49784" y="2161921"/>
                    <a:pt x="46101" y="2161159"/>
                  </a:cubicBezTo>
                  <a:lnTo>
                    <a:pt x="46990" y="2156460"/>
                  </a:lnTo>
                  <a:lnTo>
                    <a:pt x="46101" y="2161159"/>
                  </a:lnTo>
                  <a:cubicBezTo>
                    <a:pt x="42418" y="2160397"/>
                    <a:pt x="38862" y="2159381"/>
                    <a:pt x="35433" y="2157857"/>
                  </a:cubicBezTo>
                  <a:cubicBezTo>
                    <a:pt x="32004" y="2156460"/>
                    <a:pt x="28702" y="2154682"/>
                    <a:pt x="25527" y="2152523"/>
                  </a:cubicBezTo>
                  <a:lnTo>
                    <a:pt x="28194" y="2148586"/>
                  </a:lnTo>
                  <a:lnTo>
                    <a:pt x="25527" y="2152523"/>
                  </a:lnTo>
                  <a:cubicBezTo>
                    <a:pt x="22352" y="2150491"/>
                    <a:pt x="19558" y="2148078"/>
                    <a:pt x="16891" y="2145411"/>
                  </a:cubicBezTo>
                  <a:lnTo>
                    <a:pt x="20320" y="2141982"/>
                  </a:lnTo>
                  <a:lnTo>
                    <a:pt x="16891" y="2145411"/>
                  </a:lnTo>
                  <a:cubicBezTo>
                    <a:pt x="14224" y="2142744"/>
                    <a:pt x="11811" y="2139823"/>
                    <a:pt x="9779" y="2136775"/>
                  </a:cubicBezTo>
                  <a:lnTo>
                    <a:pt x="13716" y="2134108"/>
                  </a:lnTo>
                  <a:lnTo>
                    <a:pt x="9779" y="2136775"/>
                  </a:lnTo>
                  <a:cubicBezTo>
                    <a:pt x="7747" y="2133600"/>
                    <a:pt x="5969" y="2130298"/>
                    <a:pt x="4445" y="2126869"/>
                  </a:cubicBezTo>
                  <a:lnTo>
                    <a:pt x="8890" y="2125091"/>
                  </a:lnTo>
                  <a:lnTo>
                    <a:pt x="4445" y="2126869"/>
                  </a:lnTo>
                  <a:cubicBezTo>
                    <a:pt x="3048" y="2123440"/>
                    <a:pt x="1905" y="2119884"/>
                    <a:pt x="1143" y="2116201"/>
                  </a:cubicBezTo>
                  <a:cubicBezTo>
                    <a:pt x="381" y="2112518"/>
                    <a:pt x="0" y="2108835"/>
                    <a:pt x="0" y="2105025"/>
                  </a:cubicBezTo>
                  <a:lnTo>
                    <a:pt x="4826" y="2105025"/>
                  </a:lnTo>
                  <a:lnTo>
                    <a:pt x="127" y="2105025"/>
                  </a:lnTo>
                  <a:moveTo>
                    <a:pt x="9652" y="2105025"/>
                  </a:moveTo>
                  <a:cubicBezTo>
                    <a:pt x="9652" y="2108200"/>
                    <a:pt x="9906" y="2111248"/>
                    <a:pt x="10541" y="2114296"/>
                  </a:cubicBezTo>
                  <a:lnTo>
                    <a:pt x="5842" y="2115185"/>
                  </a:lnTo>
                  <a:lnTo>
                    <a:pt x="10541" y="2114296"/>
                  </a:lnTo>
                  <a:cubicBezTo>
                    <a:pt x="11176" y="2117344"/>
                    <a:pt x="12065" y="2120392"/>
                    <a:pt x="13208" y="2123186"/>
                  </a:cubicBezTo>
                  <a:cubicBezTo>
                    <a:pt x="14351" y="2125980"/>
                    <a:pt x="15875" y="2128774"/>
                    <a:pt x="17653" y="2131441"/>
                  </a:cubicBezTo>
                  <a:cubicBezTo>
                    <a:pt x="19431" y="2134108"/>
                    <a:pt x="21336" y="2136394"/>
                    <a:pt x="23622" y="2138680"/>
                  </a:cubicBezTo>
                  <a:cubicBezTo>
                    <a:pt x="25908" y="2140966"/>
                    <a:pt x="28194" y="2142871"/>
                    <a:pt x="30861" y="2144649"/>
                  </a:cubicBezTo>
                  <a:cubicBezTo>
                    <a:pt x="33401" y="2146427"/>
                    <a:pt x="36195" y="2147824"/>
                    <a:pt x="39116" y="2149094"/>
                  </a:cubicBezTo>
                  <a:lnTo>
                    <a:pt x="37338" y="2153539"/>
                  </a:lnTo>
                  <a:lnTo>
                    <a:pt x="39116" y="2149094"/>
                  </a:lnTo>
                  <a:cubicBezTo>
                    <a:pt x="42037" y="2150237"/>
                    <a:pt x="44958" y="2151253"/>
                    <a:pt x="48006" y="2151761"/>
                  </a:cubicBezTo>
                  <a:cubicBezTo>
                    <a:pt x="51054" y="2152269"/>
                    <a:pt x="54229" y="2152650"/>
                    <a:pt x="57277" y="2152650"/>
                  </a:cubicBezTo>
                  <a:lnTo>
                    <a:pt x="57277" y="2157349"/>
                  </a:lnTo>
                  <a:lnTo>
                    <a:pt x="57277" y="2152523"/>
                  </a:lnTo>
                  <a:lnTo>
                    <a:pt x="5276977" y="2152523"/>
                  </a:lnTo>
                  <a:lnTo>
                    <a:pt x="5276977" y="2157349"/>
                  </a:lnTo>
                  <a:lnTo>
                    <a:pt x="5276977" y="2152650"/>
                  </a:lnTo>
                  <a:cubicBezTo>
                    <a:pt x="5280152" y="2152650"/>
                    <a:pt x="5283200" y="2152396"/>
                    <a:pt x="5286248" y="2151761"/>
                  </a:cubicBezTo>
                  <a:lnTo>
                    <a:pt x="5287137" y="2156460"/>
                  </a:lnTo>
                  <a:lnTo>
                    <a:pt x="5286248" y="2151761"/>
                  </a:lnTo>
                  <a:cubicBezTo>
                    <a:pt x="5289296" y="2151126"/>
                    <a:pt x="5292344" y="2150237"/>
                    <a:pt x="5295138" y="2149094"/>
                  </a:cubicBezTo>
                  <a:cubicBezTo>
                    <a:pt x="5298059" y="2147951"/>
                    <a:pt x="5300726" y="2146427"/>
                    <a:pt x="5303393" y="2144649"/>
                  </a:cubicBezTo>
                  <a:cubicBezTo>
                    <a:pt x="5305933" y="2142871"/>
                    <a:pt x="5308346" y="2140966"/>
                    <a:pt x="5310632" y="2138680"/>
                  </a:cubicBezTo>
                  <a:cubicBezTo>
                    <a:pt x="5312918" y="2136394"/>
                    <a:pt x="5314823" y="2134108"/>
                    <a:pt x="5316601" y="2131441"/>
                  </a:cubicBezTo>
                  <a:cubicBezTo>
                    <a:pt x="5318379" y="2128901"/>
                    <a:pt x="5319776" y="2126107"/>
                    <a:pt x="5321046" y="2123186"/>
                  </a:cubicBezTo>
                  <a:cubicBezTo>
                    <a:pt x="5322189" y="2120265"/>
                    <a:pt x="5323205" y="2117344"/>
                    <a:pt x="5323713" y="2114296"/>
                  </a:cubicBezTo>
                  <a:cubicBezTo>
                    <a:pt x="5324348" y="2111248"/>
                    <a:pt x="5324602" y="2108073"/>
                    <a:pt x="5324602" y="2105025"/>
                  </a:cubicBezTo>
                  <a:lnTo>
                    <a:pt x="5324602" y="57150"/>
                  </a:lnTo>
                  <a:cubicBezTo>
                    <a:pt x="5324602" y="53975"/>
                    <a:pt x="5324348" y="50927"/>
                    <a:pt x="5323713" y="47879"/>
                  </a:cubicBezTo>
                  <a:cubicBezTo>
                    <a:pt x="5323078" y="44831"/>
                    <a:pt x="5322189" y="41783"/>
                    <a:pt x="5321046" y="38989"/>
                  </a:cubicBezTo>
                  <a:cubicBezTo>
                    <a:pt x="5319903" y="36195"/>
                    <a:pt x="5318379" y="33401"/>
                    <a:pt x="5316601" y="30734"/>
                  </a:cubicBezTo>
                  <a:cubicBezTo>
                    <a:pt x="5314823" y="28067"/>
                    <a:pt x="5312918" y="25781"/>
                    <a:pt x="5310632" y="23495"/>
                  </a:cubicBezTo>
                  <a:cubicBezTo>
                    <a:pt x="5308473" y="21336"/>
                    <a:pt x="5306060" y="19304"/>
                    <a:pt x="5303393" y="17526"/>
                  </a:cubicBezTo>
                  <a:cubicBezTo>
                    <a:pt x="5300853" y="15748"/>
                    <a:pt x="5298059" y="14351"/>
                    <a:pt x="5295138" y="13081"/>
                  </a:cubicBezTo>
                  <a:cubicBezTo>
                    <a:pt x="5292217" y="11938"/>
                    <a:pt x="5289296" y="10922"/>
                    <a:pt x="5286248" y="10414"/>
                  </a:cubicBezTo>
                  <a:cubicBezTo>
                    <a:pt x="5283200" y="9906"/>
                    <a:pt x="5280025" y="9525"/>
                    <a:pt x="5276977" y="9525"/>
                  </a:cubicBezTo>
                  <a:lnTo>
                    <a:pt x="57277" y="9525"/>
                  </a:lnTo>
                  <a:cubicBezTo>
                    <a:pt x="54102" y="9525"/>
                    <a:pt x="51054" y="9779"/>
                    <a:pt x="48006" y="10414"/>
                  </a:cubicBezTo>
                  <a:cubicBezTo>
                    <a:pt x="44958" y="11049"/>
                    <a:pt x="41910" y="11938"/>
                    <a:pt x="39116" y="13081"/>
                  </a:cubicBezTo>
                  <a:lnTo>
                    <a:pt x="37338" y="8636"/>
                  </a:lnTo>
                  <a:lnTo>
                    <a:pt x="39116" y="13081"/>
                  </a:lnTo>
                  <a:cubicBezTo>
                    <a:pt x="36195" y="14224"/>
                    <a:pt x="33528" y="15748"/>
                    <a:pt x="30861" y="17526"/>
                  </a:cubicBezTo>
                  <a:cubicBezTo>
                    <a:pt x="28321" y="19304"/>
                    <a:pt x="25908" y="21209"/>
                    <a:pt x="23622" y="23495"/>
                  </a:cubicBezTo>
                  <a:cubicBezTo>
                    <a:pt x="21463" y="25654"/>
                    <a:pt x="19431" y="28067"/>
                    <a:pt x="17653" y="30734"/>
                  </a:cubicBezTo>
                  <a:cubicBezTo>
                    <a:pt x="15875" y="33401"/>
                    <a:pt x="14478" y="36068"/>
                    <a:pt x="13208" y="38989"/>
                  </a:cubicBezTo>
                  <a:cubicBezTo>
                    <a:pt x="11938" y="41910"/>
                    <a:pt x="11049" y="44831"/>
                    <a:pt x="10541" y="47879"/>
                  </a:cubicBezTo>
                  <a:lnTo>
                    <a:pt x="5842" y="46990"/>
                  </a:lnTo>
                  <a:lnTo>
                    <a:pt x="10541" y="47879"/>
                  </a:lnTo>
                  <a:cubicBezTo>
                    <a:pt x="9906" y="50927"/>
                    <a:pt x="9652" y="54102"/>
                    <a:pt x="9652" y="57150"/>
                  </a:cubicBezTo>
                  <a:lnTo>
                    <a:pt x="9652" y="2105025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71500" y="486813"/>
            <a:ext cx="368988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 spc="45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PRESENTATION AGENDA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66775" y="1861090"/>
            <a:ext cx="2731646" cy="362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01.</a:t>
            </a:r>
            <a:r>
              <a:rPr lang="en-US" b="true" sz="210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Project Overview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90650" y="4423315"/>
            <a:ext cx="2534269" cy="1501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50"/>
              </a:lnSpc>
            </a:pPr>
            <a:r>
              <a:rPr lang="en-US" b="true" sz="210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03.</a:t>
            </a:r>
            <a:r>
              <a:rPr lang="en-US" b="true" sz="2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210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Implementation</a:t>
            </a:r>
          </a:p>
          <a:p>
            <a:pPr algn="just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Core Functional Modules • CRUD Operations</a:t>
            </a:r>
          </a:p>
          <a:p>
            <a:pPr algn="just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Memory Management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581775" y="4404265"/>
            <a:ext cx="2343255" cy="362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04.</a:t>
            </a:r>
            <a:r>
              <a:rPr lang="en-US" b="true" sz="210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Final Analysis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105650" y="1880140"/>
            <a:ext cx="2272351" cy="1501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b="true" sz="210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02.</a:t>
            </a:r>
            <a:r>
              <a:rPr lang="en-US" b="true" sz="21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210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Architecture</a:t>
            </a:r>
          </a:p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System Core Features • C Data Structures</a:t>
            </a:r>
          </a:p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Logic Design Patterns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90650" y="2361076"/>
            <a:ext cx="2284666" cy="94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Abstract &amp; Introduction • Problem Statements</a:t>
            </a:r>
          </a:p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Research Objectives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105650" y="4904251"/>
            <a:ext cx="2237184" cy="94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System Limitations</a:t>
            </a:r>
          </a:p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• Future Enhancements • Conclusion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71500" y="6275289"/>
            <a:ext cx="5065643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 2026 To-Do List Management System | Technical Seminar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1085850"/>
            <a:ext cx="11049000" cy="9525"/>
            <a:chOff x="0" y="0"/>
            <a:chExt cx="11049000" cy="95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049000" cy="9525"/>
            </a:xfrm>
            <a:custGeom>
              <a:avLst/>
              <a:gdLst/>
              <a:ahLst/>
              <a:cxnLst/>
              <a:rect r="r" b="b" t="t" l="l"/>
              <a:pathLst>
                <a:path h="9525" w="11049000">
                  <a:moveTo>
                    <a:pt x="0" y="0"/>
                  </a:moveTo>
                  <a:lnTo>
                    <a:pt x="11049000" y="0"/>
                  </a:lnTo>
                  <a:lnTo>
                    <a:pt x="11049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BCD4">
                <a:alpha val="80000"/>
              </a:srgbClr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507997" y="1412872"/>
            <a:ext cx="5460997" cy="2346322"/>
          </a:xfrm>
          <a:custGeom>
            <a:avLst/>
            <a:gdLst/>
            <a:ahLst/>
            <a:cxnLst/>
            <a:rect r="r" b="b" t="t" l="l"/>
            <a:pathLst>
              <a:path h="2346322" w="5460997">
                <a:moveTo>
                  <a:pt x="0" y="0"/>
                </a:moveTo>
                <a:lnTo>
                  <a:pt x="5460997" y="0"/>
                </a:lnTo>
                <a:lnTo>
                  <a:pt x="5460997" y="2346322"/>
                </a:lnTo>
                <a:lnTo>
                  <a:pt x="0" y="2346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8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562475" y="1676400"/>
            <a:ext cx="1143000" cy="628650"/>
            <a:chOff x="0" y="0"/>
            <a:chExt cx="1524000" cy="838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24000" cy="838200"/>
            </a:xfrm>
            <a:custGeom>
              <a:avLst/>
              <a:gdLst/>
              <a:ahLst/>
              <a:cxnLst/>
              <a:rect r="r" b="b" t="t" l="l"/>
              <a:pathLst>
                <a:path h="838200" w="1524000">
                  <a:moveTo>
                    <a:pt x="50800" y="0"/>
                  </a:moveTo>
                  <a:cubicBezTo>
                    <a:pt x="36830" y="0"/>
                    <a:pt x="24765" y="4953"/>
                    <a:pt x="14859" y="14859"/>
                  </a:cubicBezTo>
                  <a:cubicBezTo>
                    <a:pt x="4953" y="24765"/>
                    <a:pt x="0" y="36830"/>
                    <a:pt x="0" y="50800"/>
                  </a:cubicBezTo>
                  <a:lnTo>
                    <a:pt x="0" y="787400"/>
                  </a:lnTo>
                  <a:cubicBezTo>
                    <a:pt x="0" y="801370"/>
                    <a:pt x="4953" y="813435"/>
                    <a:pt x="14859" y="823341"/>
                  </a:cubicBezTo>
                  <a:cubicBezTo>
                    <a:pt x="24765" y="833247"/>
                    <a:pt x="36830" y="838200"/>
                    <a:pt x="50800" y="838200"/>
                  </a:cubicBezTo>
                  <a:lnTo>
                    <a:pt x="1473200" y="838200"/>
                  </a:lnTo>
                  <a:cubicBezTo>
                    <a:pt x="1487170" y="838200"/>
                    <a:pt x="1499235" y="833247"/>
                    <a:pt x="1509141" y="823341"/>
                  </a:cubicBezTo>
                  <a:cubicBezTo>
                    <a:pt x="1519047" y="813435"/>
                    <a:pt x="1524000" y="801370"/>
                    <a:pt x="1524000" y="787400"/>
                  </a:cubicBezTo>
                  <a:lnTo>
                    <a:pt x="1524000" y="50800"/>
                  </a:lnTo>
                  <a:cubicBezTo>
                    <a:pt x="1524000" y="36830"/>
                    <a:pt x="1519047" y="24765"/>
                    <a:pt x="1509141" y="14859"/>
                  </a:cubicBezTo>
                  <a:cubicBezTo>
                    <a:pt x="1499235" y="4953"/>
                    <a:pt x="1487170" y="0"/>
                    <a:pt x="1473200" y="0"/>
                  </a:cubicBezTo>
                  <a:close/>
                </a:path>
              </a:pathLst>
            </a:custGeom>
            <a:blipFill>
              <a:blip r:embed="rId4">
                <a:alphaModFix amt="80000"/>
              </a:blip>
              <a:stretch>
                <a:fillRect l="0" t="0" r="0" b="0"/>
              </a:stretch>
            </a:blipFill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507997" y="4013197"/>
            <a:ext cx="5460997" cy="2336797"/>
          </a:xfrm>
          <a:custGeom>
            <a:avLst/>
            <a:gdLst/>
            <a:ahLst/>
            <a:cxnLst/>
            <a:rect r="r" b="b" t="t" l="l"/>
            <a:pathLst>
              <a:path h="2336797" w="5460997">
                <a:moveTo>
                  <a:pt x="0" y="0"/>
                </a:moveTo>
                <a:lnTo>
                  <a:pt x="5460997" y="0"/>
                </a:lnTo>
                <a:lnTo>
                  <a:pt x="5460997" y="2336797"/>
                </a:lnTo>
                <a:lnTo>
                  <a:pt x="0" y="23367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222997" y="1412872"/>
            <a:ext cx="5460997" cy="2346322"/>
          </a:xfrm>
          <a:custGeom>
            <a:avLst/>
            <a:gdLst/>
            <a:ahLst/>
            <a:cxnLst/>
            <a:rect r="r" b="b" t="t" l="l"/>
            <a:pathLst>
              <a:path h="2346322" w="5460997">
                <a:moveTo>
                  <a:pt x="0" y="0"/>
                </a:moveTo>
                <a:lnTo>
                  <a:pt x="5460997" y="0"/>
                </a:lnTo>
                <a:lnTo>
                  <a:pt x="5460997" y="2346322"/>
                </a:lnTo>
                <a:lnTo>
                  <a:pt x="0" y="2346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222997" y="4013197"/>
            <a:ext cx="5460997" cy="2336797"/>
          </a:xfrm>
          <a:custGeom>
            <a:avLst/>
            <a:gdLst/>
            <a:ahLst/>
            <a:cxnLst/>
            <a:rect r="r" b="b" t="t" l="l"/>
            <a:pathLst>
              <a:path h="2336797" w="5460997">
                <a:moveTo>
                  <a:pt x="0" y="0"/>
                </a:moveTo>
                <a:lnTo>
                  <a:pt x="5460997" y="0"/>
                </a:lnTo>
                <a:lnTo>
                  <a:pt x="5460997" y="2336797"/>
                </a:lnTo>
                <a:lnTo>
                  <a:pt x="0" y="233679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71500" y="486813"/>
            <a:ext cx="1809245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Introduc 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95375" y="1873939"/>
            <a:ext cx="162867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Produc vity Tool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95375" y="4474264"/>
            <a:ext cx="1903514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Execu on Eﬃciency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10375" y="1873939"/>
            <a:ext cx="2043903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Technical Founda 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810375" y="4474264"/>
            <a:ext cx="2178701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Memory Management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6775" y="2357714"/>
            <a:ext cx="4827765" cy="853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streamlined Command Line Interface (CLI) application designed for high-efficiency task tracking and management within a developer-centric environment.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66775" y="4958039"/>
            <a:ext cx="4813630" cy="853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Features a lightweight footprint optimized for offline use, requiring minimal system resources while maintaining instant execution speeds.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581775" y="4958039"/>
            <a:ext cx="4601204" cy="853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Employs direct memory management techniques to handle data structures, ensuring optimal performance and architectural stability.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581775" y="2357714"/>
            <a:ext cx="4579944" cy="853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Developed using core C programming principles, demonstrating modular design, robust input handling, and standard library integration.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1500" y="6310036"/>
            <a:ext cx="3938054" cy="18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To-Do List Management System | C Programming Project © 2026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7997" y="1555747"/>
            <a:ext cx="5365747" cy="4794247"/>
          </a:xfrm>
          <a:custGeom>
            <a:avLst/>
            <a:gdLst/>
            <a:ahLst/>
            <a:cxnLst/>
            <a:rect r="r" b="b" t="t" l="l"/>
            <a:pathLst>
              <a:path h="4794247" w="5365747">
                <a:moveTo>
                  <a:pt x="0" y="0"/>
                </a:moveTo>
                <a:lnTo>
                  <a:pt x="5365747" y="0"/>
                </a:lnTo>
                <a:lnTo>
                  <a:pt x="5365747" y="4794247"/>
                </a:lnTo>
                <a:lnTo>
                  <a:pt x="0" y="47942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1500" y="1133475"/>
            <a:ext cx="11049000" cy="9525"/>
            <a:chOff x="0" y="0"/>
            <a:chExt cx="11049000" cy="95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49000" cy="9525"/>
            </a:xfrm>
            <a:custGeom>
              <a:avLst/>
              <a:gdLst/>
              <a:ahLst/>
              <a:cxnLst/>
              <a:rect r="r" b="b" t="t" l="l"/>
              <a:pathLst>
                <a:path h="9525" w="11049000">
                  <a:moveTo>
                    <a:pt x="0" y="0"/>
                  </a:moveTo>
                  <a:lnTo>
                    <a:pt x="11049000" y="0"/>
                  </a:lnTo>
                  <a:lnTo>
                    <a:pt x="11049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318247" y="1555747"/>
            <a:ext cx="5365747" cy="4794247"/>
            <a:chOff x="0" y="0"/>
            <a:chExt cx="5365750" cy="479425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68326" y="68453"/>
              <a:ext cx="5228971" cy="4657344"/>
            </a:xfrm>
            <a:custGeom>
              <a:avLst/>
              <a:gdLst/>
              <a:ahLst/>
              <a:cxnLst/>
              <a:rect r="r" b="b" t="t" l="l"/>
              <a:pathLst>
                <a:path h="4657344" w="5228971">
                  <a:moveTo>
                    <a:pt x="0" y="4605147"/>
                  </a:moveTo>
                  <a:lnTo>
                    <a:pt x="0" y="52197"/>
                  </a:ln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lnTo>
                    <a:pt x="5176774" y="0"/>
                  </a:lnTo>
                  <a:cubicBezTo>
                    <a:pt x="5180203" y="0"/>
                    <a:pt x="5183632" y="381"/>
                    <a:pt x="5186934" y="1016"/>
                  </a:cubicBezTo>
                  <a:cubicBezTo>
                    <a:pt x="5190236" y="1651"/>
                    <a:pt x="5193538" y="2667"/>
                    <a:pt x="5196713" y="3937"/>
                  </a:cubicBezTo>
                  <a:cubicBezTo>
                    <a:pt x="5199888" y="5207"/>
                    <a:pt x="5202936" y="6858"/>
                    <a:pt x="5205730" y="8763"/>
                  </a:cubicBezTo>
                  <a:cubicBezTo>
                    <a:pt x="5208524" y="10668"/>
                    <a:pt x="5211191" y="12827"/>
                    <a:pt x="5213731" y="15240"/>
                  </a:cubicBezTo>
                  <a:cubicBezTo>
                    <a:pt x="5216271" y="17653"/>
                    <a:pt x="5218303" y="20320"/>
                    <a:pt x="5220208" y="23241"/>
                  </a:cubicBezTo>
                  <a:cubicBezTo>
                    <a:pt x="5222113" y="26162"/>
                    <a:pt x="5223764" y="29083"/>
                    <a:pt x="5225034" y="32258"/>
                  </a:cubicBezTo>
                  <a:cubicBezTo>
                    <a:pt x="5226304" y="35433"/>
                    <a:pt x="5227320" y="38735"/>
                    <a:pt x="5227955" y="42037"/>
                  </a:cubicBezTo>
                  <a:cubicBezTo>
                    <a:pt x="5228590" y="45339"/>
                    <a:pt x="5228971" y="48768"/>
                    <a:pt x="5228971" y="52197"/>
                  </a:cubicBezTo>
                  <a:lnTo>
                    <a:pt x="5228971" y="4605147"/>
                  </a:lnTo>
                  <a:cubicBezTo>
                    <a:pt x="5228971" y="4608576"/>
                    <a:pt x="5228590" y="4612005"/>
                    <a:pt x="5227955" y="4615307"/>
                  </a:cubicBezTo>
                  <a:cubicBezTo>
                    <a:pt x="5227320" y="4618609"/>
                    <a:pt x="5226304" y="4621911"/>
                    <a:pt x="5225034" y="4625086"/>
                  </a:cubicBezTo>
                  <a:cubicBezTo>
                    <a:pt x="5223764" y="4628261"/>
                    <a:pt x="5222113" y="4631309"/>
                    <a:pt x="5220208" y="4634103"/>
                  </a:cubicBezTo>
                  <a:cubicBezTo>
                    <a:pt x="5218303" y="4636897"/>
                    <a:pt x="5216144" y="4639564"/>
                    <a:pt x="5213731" y="4642104"/>
                  </a:cubicBezTo>
                  <a:cubicBezTo>
                    <a:pt x="5211318" y="4644644"/>
                    <a:pt x="5208651" y="4646676"/>
                    <a:pt x="5205730" y="4648581"/>
                  </a:cubicBezTo>
                  <a:cubicBezTo>
                    <a:pt x="5202809" y="4650486"/>
                    <a:pt x="5199888" y="4652137"/>
                    <a:pt x="5196713" y="4653407"/>
                  </a:cubicBezTo>
                  <a:cubicBezTo>
                    <a:pt x="5193538" y="4654677"/>
                    <a:pt x="5190236" y="4655693"/>
                    <a:pt x="5186934" y="4656328"/>
                  </a:cubicBezTo>
                  <a:cubicBezTo>
                    <a:pt x="5183632" y="4656963"/>
                    <a:pt x="5180203" y="4657344"/>
                    <a:pt x="5176774" y="4657344"/>
                  </a:cubicBezTo>
                  <a:lnTo>
                    <a:pt x="52324" y="4657344"/>
                  </a:lnTo>
                  <a:cubicBezTo>
                    <a:pt x="48895" y="4657344"/>
                    <a:pt x="45466" y="4656963"/>
                    <a:pt x="42164" y="4656328"/>
                  </a:cubicBezTo>
                  <a:cubicBezTo>
                    <a:pt x="38862" y="4655693"/>
                    <a:pt x="35560" y="4654677"/>
                    <a:pt x="32385" y="4653407"/>
                  </a:cubicBezTo>
                  <a:cubicBezTo>
                    <a:pt x="29210" y="4652137"/>
                    <a:pt x="26162" y="4650486"/>
                    <a:pt x="23368" y="4648581"/>
                  </a:cubicBezTo>
                  <a:cubicBezTo>
                    <a:pt x="20574" y="4646676"/>
                    <a:pt x="17907" y="4644517"/>
                    <a:pt x="15367" y="4642104"/>
                  </a:cubicBezTo>
                  <a:cubicBezTo>
                    <a:pt x="12827" y="4639691"/>
                    <a:pt x="10795" y="4637024"/>
                    <a:pt x="8890" y="4634103"/>
                  </a:cubicBezTo>
                  <a:cubicBezTo>
                    <a:pt x="6985" y="4631182"/>
                    <a:pt x="5334" y="4628261"/>
                    <a:pt x="4064" y="4625086"/>
                  </a:cubicBezTo>
                  <a:cubicBezTo>
                    <a:pt x="2794" y="4621911"/>
                    <a:pt x="1778" y="4618609"/>
                    <a:pt x="1143" y="4615307"/>
                  </a:cubicBezTo>
                  <a:cubicBezTo>
                    <a:pt x="508" y="4612005"/>
                    <a:pt x="127" y="4608576"/>
                    <a:pt x="127" y="460514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373" y="63500"/>
              <a:ext cx="5239004" cy="4667377"/>
            </a:xfrm>
            <a:custGeom>
              <a:avLst/>
              <a:gdLst/>
              <a:ahLst/>
              <a:cxnLst/>
              <a:rect r="r" b="b" t="t" l="l"/>
              <a:pathLst>
                <a:path h="4667377" w="5239004">
                  <a:moveTo>
                    <a:pt x="127" y="4610100"/>
                  </a:moveTo>
                  <a:lnTo>
                    <a:pt x="127" y="57150"/>
                  </a:lnTo>
                  <a:lnTo>
                    <a:pt x="4953" y="57150"/>
                  </a:lnTo>
                  <a:lnTo>
                    <a:pt x="127" y="57150"/>
                  </a:lnTo>
                  <a:cubicBezTo>
                    <a:pt x="127" y="53340"/>
                    <a:pt x="508" y="49657"/>
                    <a:pt x="1270" y="45974"/>
                  </a:cubicBezTo>
                  <a:cubicBezTo>
                    <a:pt x="2032" y="42291"/>
                    <a:pt x="3048" y="38735"/>
                    <a:pt x="4572" y="35306"/>
                  </a:cubicBezTo>
                  <a:cubicBezTo>
                    <a:pt x="5969" y="31877"/>
                    <a:pt x="7747" y="28575"/>
                    <a:pt x="9906" y="25400"/>
                  </a:cubicBezTo>
                  <a:lnTo>
                    <a:pt x="13843" y="28067"/>
                  </a:lnTo>
                  <a:lnTo>
                    <a:pt x="9779" y="25400"/>
                  </a:lnTo>
                  <a:cubicBezTo>
                    <a:pt x="11811" y="22225"/>
                    <a:pt x="14224" y="19431"/>
                    <a:pt x="16891" y="16764"/>
                  </a:cubicBezTo>
                  <a:lnTo>
                    <a:pt x="20320" y="20193"/>
                  </a:lnTo>
                  <a:lnTo>
                    <a:pt x="16891" y="16764"/>
                  </a:lnTo>
                  <a:cubicBezTo>
                    <a:pt x="19558" y="14097"/>
                    <a:pt x="22479" y="11684"/>
                    <a:pt x="25527" y="9652"/>
                  </a:cubicBezTo>
                  <a:lnTo>
                    <a:pt x="28194" y="13589"/>
                  </a:lnTo>
                  <a:lnTo>
                    <a:pt x="25527" y="9652"/>
                  </a:lnTo>
                  <a:cubicBezTo>
                    <a:pt x="28702" y="7620"/>
                    <a:pt x="32004" y="5842"/>
                    <a:pt x="35433" y="4318"/>
                  </a:cubicBezTo>
                  <a:cubicBezTo>
                    <a:pt x="38862" y="2921"/>
                    <a:pt x="42418" y="1778"/>
                    <a:pt x="46101" y="1016"/>
                  </a:cubicBezTo>
                  <a:cubicBezTo>
                    <a:pt x="49784" y="381"/>
                    <a:pt x="53467" y="0"/>
                    <a:pt x="57277" y="0"/>
                  </a:cubicBezTo>
                  <a:lnTo>
                    <a:pt x="57277" y="4826"/>
                  </a:lnTo>
                  <a:lnTo>
                    <a:pt x="57277" y="0"/>
                  </a:lnTo>
                  <a:lnTo>
                    <a:pt x="5181727" y="0"/>
                  </a:lnTo>
                  <a:lnTo>
                    <a:pt x="5181727" y="4826"/>
                  </a:lnTo>
                  <a:lnTo>
                    <a:pt x="5181727" y="0"/>
                  </a:lnTo>
                  <a:cubicBezTo>
                    <a:pt x="5185537" y="0"/>
                    <a:pt x="5189220" y="381"/>
                    <a:pt x="5192903" y="1143"/>
                  </a:cubicBezTo>
                  <a:cubicBezTo>
                    <a:pt x="5196586" y="1905"/>
                    <a:pt x="5200142" y="2921"/>
                    <a:pt x="5203571" y="4445"/>
                  </a:cubicBezTo>
                  <a:lnTo>
                    <a:pt x="5201793" y="8890"/>
                  </a:lnTo>
                  <a:lnTo>
                    <a:pt x="5203571" y="4445"/>
                  </a:lnTo>
                  <a:cubicBezTo>
                    <a:pt x="5207000" y="5842"/>
                    <a:pt x="5210302" y="7620"/>
                    <a:pt x="5213477" y="9779"/>
                  </a:cubicBezTo>
                  <a:lnTo>
                    <a:pt x="5210810" y="13716"/>
                  </a:lnTo>
                  <a:lnTo>
                    <a:pt x="5213477" y="9779"/>
                  </a:lnTo>
                  <a:cubicBezTo>
                    <a:pt x="5216652" y="11811"/>
                    <a:pt x="5219446" y="14224"/>
                    <a:pt x="5222113" y="16891"/>
                  </a:cubicBezTo>
                  <a:lnTo>
                    <a:pt x="5218684" y="20320"/>
                  </a:lnTo>
                  <a:lnTo>
                    <a:pt x="5222113" y="16891"/>
                  </a:lnTo>
                  <a:cubicBezTo>
                    <a:pt x="5224780" y="19558"/>
                    <a:pt x="5227193" y="22479"/>
                    <a:pt x="5229225" y="25527"/>
                  </a:cubicBezTo>
                  <a:lnTo>
                    <a:pt x="5225288" y="28194"/>
                  </a:lnTo>
                  <a:lnTo>
                    <a:pt x="5229225" y="25527"/>
                  </a:lnTo>
                  <a:cubicBezTo>
                    <a:pt x="5231257" y="28702"/>
                    <a:pt x="5233035" y="32004"/>
                    <a:pt x="5234559" y="35433"/>
                  </a:cubicBezTo>
                  <a:lnTo>
                    <a:pt x="5230114" y="37211"/>
                  </a:lnTo>
                  <a:lnTo>
                    <a:pt x="5234559" y="35433"/>
                  </a:lnTo>
                  <a:cubicBezTo>
                    <a:pt x="5235956" y="38862"/>
                    <a:pt x="5237099" y="42418"/>
                    <a:pt x="5237861" y="46101"/>
                  </a:cubicBezTo>
                  <a:lnTo>
                    <a:pt x="5233162" y="46990"/>
                  </a:lnTo>
                  <a:lnTo>
                    <a:pt x="5237861" y="46101"/>
                  </a:lnTo>
                  <a:cubicBezTo>
                    <a:pt x="5238623" y="49784"/>
                    <a:pt x="5239004" y="53467"/>
                    <a:pt x="5239004" y="57277"/>
                  </a:cubicBezTo>
                  <a:lnTo>
                    <a:pt x="5239004" y="4610100"/>
                  </a:lnTo>
                  <a:cubicBezTo>
                    <a:pt x="5239004" y="4613910"/>
                    <a:pt x="5238623" y="4617593"/>
                    <a:pt x="5237861" y="4621276"/>
                  </a:cubicBezTo>
                  <a:lnTo>
                    <a:pt x="5233162" y="4620387"/>
                  </a:lnTo>
                  <a:lnTo>
                    <a:pt x="5237861" y="4621276"/>
                  </a:lnTo>
                  <a:cubicBezTo>
                    <a:pt x="5237099" y="4624959"/>
                    <a:pt x="5236083" y="4628515"/>
                    <a:pt x="5234559" y="4631944"/>
                  </a:cubicBezTo>
                  <a:lnTo>
                    <a:pt x="5230114" y="4630166"/>
                  </a:lnTo>
                  <a:lnTo>
                    <a:pt x="5234559" y="4631944"/>
                  </a:lnTo>
                  <a:cubicBezTo>
                    <a:pt x="5233162" y="4635373"/>
                    <a:pt x="5231384" y="4638675"/>
                    <a:pt x="5229225" y="4641850"/>
                  </a:cubicBezTo>
                  <a:cubicBezTo>
                    <a:pt x="5227193" y="4645025"/>
                    <a:pt x="5224780" y="4647819"/>
                    <a:pt x="5222113" y="4650486"/>
                  </a:cubicBezTo>
                  <a:cubicBezTo>
                    <a:pt x="5219446" y="4653153"/>
                    <a:pt x="5216525" y="4655566"/>
                    <a:pt x="5213477" y="4657598"/>
                  </a:cubicBezTo>
                  <a:lnTo>
                    <a:pt x="5210810" y="4653661"/>
                  </a:lnTo>
                  <a:lnTo>
                    <a:pt x="5213477" y="4657598"/>
                  </a:lnTo>
                  <a:cubicBezTo>
                    <a:pt x="5210302" y="4659630"/>
                    <a:pt x="5207000" y="4661408"/>
                    <a:pt x="5203571" y="4662932"/>
                  </a:cubicBezTo>
                  <a:cubicBezTo>
                    <a:pt x="5200142" y="4664329"/>
                    <a:pt x="5196586" y="4665472"/>
                    <a:pt x="5192903" y="4666234"/>
                  </a:cubicBezTo>
                  <a:lnTo>
                    <a:pt x="5192014" y="4661535"/>
                  </a:lnTo>
                  <a:lnTo>
                    <a:pt x="5192903" y="4666234"/>
                  </a:lnTo>
                  <a:cubicBezTo>
                    <a:pt x="5189220" y="4666996"/>
                    <a:pt x="5185537" y="4667377"/>
                    <a:pt x="5181727" y="4667377"/>
                  </a:cubicBezTo>
                  <a:lnTo>
                    <a:pt x="57277" y="4667377"/>
                  </a:lnTo>
                  <a:cubicBezTo>
                    <a:pt x="53467" y="4667377"/>
                    <a:pt x="49784" y="4666996"/>
                    <a:pt x="46101" y="4666234"/>
                  </a:cubicBezTo>
                  <a:lnTo>
                    <a:pt x="46990" y="4661535"/>
                  </a:lnTo>
                  <a:lnTo>
                    <a:pt x="46101" y="4666234"/>
                  </a:lnTo>
                  <a:cubicBezTo>
                    <a:pt x="42418" y="4665472"/>
                    <a:pt x="38862" y="4664456"/>
                    <a:pt x="35433" y="4662932"/>
                  </a:cubicBezTo>
                  <a:cubicBezTo>
                    <a:pt x="32004" y="4661535"/>
                    <a:pt x="28702" y="4659757"/>
                    <a:pt x="25527" y="4657598"/>
                  </a:cubicBezTo>
                  <a:lnTo>
                    <a:pt x="28194" y="4653661"/>
                  </a:lnTo>
                  <a:lnTo>
                    <a:pt x="25527" y="4657598"/>
                  </a:lnTo>
                  <a:cubicBezTo>
                    <a:pt x="22352" y="4655566"/>
                    <a:pt x="19558" y="4653153"/>
                    <a:pt x="16891" y="4650486"/>
                  </a:cubicBezTo>
                  <a:cubicBezTo>
                    <a:pt x="14224" y="4647819"/>
                    <a:pt x="11811" y="4644898"/>
                    <a:pt x="9779" y="4641850"/>
                  </a:cubicBezTo>
                  <a:cubicBezTo>
                    <a:pt x="7747" y="4638675"/>
                    <a:pt x="5969" y="4635373"/>
                    <a:pt x="4445" y="4631944"/>
                  </a:cubicBezTo>
                  <a:lnTo>
                    <a:pt x="8890" y="4630166"/>
                  </a:lnTo>
                  <a:lnTo>
                    <a:pt x="4445" y="4631944"/>
                  </a:lnTo>
                  <a:cubicBezTo>
                    <a:pt x="3048" y="4628515"/>
                    <a:pt x="1905" y="4624959"/>
                    <a:pt x="1143" y="4621276"/>
                  </a:cubicBezTo>
                  <a:cubicBezTo>
                    <a:pt x="381" y="4617593"/>
                    <a:pt x="0" y="4613910"/>
                    <a:pt x="0" y="4610100"/>
                  </a:cubicBezTo>
                  <a:lnTo>
                    <a:pt x="4826" y="4610100"/>
                  </a:lnTo>
                  <a:lnTo>
                    <a:pt x="127" y="4610100"/>
                  </a:lnTo>
                  <a:moveTo>
                    <a:pt x="9652" y="4610100"/>
                  </a:moveTo>
                  <a:cubicBezTo>
                    <a:pt x="9652" y="4613275"/>
                    <a:pt x="9906" y="4616323"/>
                    <a:pt x="10541" y="4619371"/>
                  </a:cubicBezTo>
                  <a:lnTo>
                    <a:pt x="5842" y="4620260"/>
                  </a:lnTo>
                  <a:lnTo>
                    <a:pt x="10541" y="4619371"/>
                  </a:lnTo>
                  <a:cubicBezTo>
                    <a:pt x="11176" y="4622419"/>
                    <a:pt x="12065" y="4625467"/>
                    <a:pt x="13208" y="4628261"/>
                  </a:cubicBezTo>
                  <a:cubicBezTo>
                    <a:pt x="14351" y="4631055"/>
                    <a:pt x="15875" y="4633849"/>
                    <a:pt x="17653" y="4636516"/>
                  </a:cubicBezTo>
                  <a:lnTo>
                    <a:pt x="13716" y="4639183"/>
                  </a:lnTo>
                  <a:lnTo>
                    <a:pt x="17653" y="4636516"/>
                  </a:lnTo>
                  <a:cubicBezTo>
                    <a:pt x="19431" y="4639056"/>
                    <a:pt x="21336" y="4641469"/>
                    <a:pt x="23622" y="4643755"/>
                  </a:cubicBezTo>
                  <a:lnTo>
                    <a:pt x="20193" y="4647184"/>
                  </a:lnTo>
                  <a:lnTo>
                    <a:pt x="23622" y="4643755"/>
                  </a:lnTo>
                  <a:cubicBezTo>
                    <a:pt x="25781" y="4645914"/>
                    <a:pt x="28194" y="4647946"/>
                    <a:pt x="30861" y="4649724"/>
                  </a:cubicBezTo>
                  <a:cubicBezTo>
                    <a:pt x="33401" y="4651502"/>
                    <a:pt x="36195" y="4652899"/>
                    <a:pt x="39116" y="4654169"/>
                  </a:cubicBezTo>
                  <a:lnTo>
                    <a:pt x="37338" y="4658614"/>
                  </a:lnTo>
                  <a:lnTo>
                    <a:pt x="39116" y="4654169"/>
                  </a:lnTo>
                  <a:cubicBezTo>
                    <a:pt x="42037" y="4655312"/>
                    <a:pt x="44958" y="4656328"/>
                    <a:pt x="48006" y="4656836"/>
                  </a:cubicBezTo>
                  <a:cubicBezTo>
                    <a:pt x="51054" y="4657344"/>
                    <a:pt x="54229" y="4657725"/>
                    <a:pt x="57277" y="4657725"/>
                  </a:cubicBezTo>
                  <a:lnTo>
                    <a:pt x="57277" y="4662424"/>
                  </a:lnTo>
                  <a:lnTo>
                    <a:pt x="57277" y="4657598"/>
                  </a:lnTo>
                  <a:lnTo>
                    <a:pt x="5181727" y="4657598"/>
                  </a:lnTo>
                  <a:lnTo>
                    <a:pt x="5181727" y="4662424"/>
                  </a:lnTo>
                  <a:lnTo>
                    <a:pt x="5181727" y="4657725"/>
                  </a:lnTo>
                  <a:cubicBezTo>
                    <a:pt x="5184902" y="4657725"/>
                    <a:pt x="5187950" y="4657471"/>
                    <a:pt x="5190998" y="4656836"/>
                  </a:cubicBezTo>
                  <a:cubicBezTo>
                    <a:pt x="5194046" y="4656201"/>
                    <a:pt x="5197094" y="4655312"/>
                    <a:pt x="5199888" y="4654169"/>
                  </a:cubicBezTo>
                  <a:lnTo>
                    <a:pt x="5201666" y="4658614"/>
                  </a:lnTo>
                  <a:lnTo>
                    <a:pt x="5199888" y="4654169"/>
                  </a:lnTo>
                  <a:cubicBezTo>
                    <a:pt x="5202809" y="4653026"/>
                    <a:pt x="5205476" y="4651502"/>
                    <a:pt x="5208143" y="4649724"/>
                  </a:cubicBezTo>
                  <a:cubicBezTo>
                    <a:pt x="5210683" y="4647946"/>
                    <a:pt x="5213096" y="4646041"/>
                    <a:pt x="5215382" y="4643755"/>
                  </a:cubicBezTo>
                  <a:lnTo>
                    <a:pt x="5218811" y="4647184"/>
                  </a:lnTo>
                  <a:lnTo>
                    <a:pt x="5215382" y="4643755"/>
                  </a:lnTo>
                  <a:cubicBezTo>
                    <a:pt x="5217541" y="4641596"/>
                    <a:pt x="5219573" y="4639183"/>
                    <a:pt x="5221351" y="4636516"/>
                  </a:cubicBezTo>
                  <a:lnTo>
                    <a:pt x="5225288" y="4639183"/>
                  </a:lnTo>
                  <a:lnTo>
                    <a:pt x="5221351" y="4636516"/>
                  </a:lnTo>
                  <a:cubicBezTo>
                    <a:pt x="5223129" y="4633976"/>
                    <a:pt x="5224526" y="4631182"/>
                    <a:pt x="5225796" y="4628261"/>
                  </a:cubicBezTo>
                  <a:cubicBezTo>
                    <a:pt x="5226939" y="4625340"/>
                    <a:pt x="5227955" y="4622419"/>
                    <a:pt x="5228463" y="4619371"/>
                  </a:cubicBezTo>
                  <a:cubicBezTo>
                    <a:pt x="5229098" y="4616323"/>
                    <a:pt x="5229352" y="4613148"/>
                    <a:pt x="5229352" y="4610100"/>
                  </a:cubicBezTo>
                  <a:lnTo>
                    <a:pt x="5234051" y="4610100"/>
                  </a:lnTo>
                  <a:lnTo>
                    <a:pt x="5229225" y="4610100"/>
                  </a:lnTo>
                  <a:lnTo>
                    <a:pt x="5229225" y="57150"/>
                  </a:lnTo>
                  <a:lnTo>
                    <a:pt x="5234051" y="57150"/>
                  </a:lnTo>
                  <a:lnTo>
                    <a:pt x="5229352" y="57150"/>
                  </a:lnTo>
                  <a:cubicBezTo>
                    <a:pt x="5229352" y="53975"/>
                    <a:pt x="5229098" y="50927"/>
                    <a:pt x="5228463" y="47879"/>
                  </a:cubicBezTo>
                  <a:cubicBezTo>
                    <a:pt x="5227828" y="44831"/>
                    <a:pt x="5226939" y="41783"/>
                    <a:pt x="5225796" y="38989"/>
                  </a:cubicBezTo>
                  <a:cubicBezTo>
                    <a:pt x="5224653" y="36068"/>
                    <a:pt x="5223129" y="33401"/>
                    <a:pt x="5221351" y="30734"/>
                  </a:cubicBezTo>
                  <a:cubicBezTo>
                    <a:pt x="5219573" y="28194"/>
                    <a:pt x="5217668" y="25781"/>
                    <a:pt x="5215382" y="23495"/>
                  </a:cubicBezTo>
                  <a:cubicBezTo>
                    <a:pt x="5213096" y="21209"/>
                    <a:pt x="5210810" y="19304"/>
                    <a:pt x="5208143" y="17526"/>
                  </a:cubicBezTo>
                  <a:cubicBezTo>
                    <a:pt x="5205603" y="15748"/>
                    <a:pt x="5202809" y="14351"/>
                    <a:pt x="5199888" y="13081"/>
                  </a:cubicBezTo>
                  <a:cubicBezTo>
                    <a:pt x="5196967" y="11938"/>
                    <a:pt x="5194046" y="10922"/>
                    <a:pt x="5190998" y="10414"/>
                  </a:cubicBezTo>
                  <a:lnTo>
                    <a:pt x="5191887" y="5715"/>
                  </a:lnTo>
                  <a:lnTo>
                    <a:pt x="5190998" y="10414"/>
                  </a:lnTo>
                  <a:cubicBezTo>
                    <a:pt x="5187950" y="9779"/>
                    <a:pt x="5184775" y="9525"/>
                    <a:pt x="5181727" y="9525"/>
                  </a:cubicBezTo>
                  <a:lnTo>
                    <a:pt x="57277" y="9525"/>
                  </a:lnTo>
                  <a:cubicBezTo>
                    <a:pt x="54102" y="9525"/>
                    <a:pt x="51054" y="9779"/>
                    <a:pt x="48006" y="10414"/>
                  </a:cubicBezTo>
                  <a:lnTo>
                    <a:pt x="47117" y="5715"/>
                  </a:lnTo>
                  <a:lnTo>
                    <a:pt x="48006" y="10414"/>
                  </a:lnTo>
                  <a:cubicBezTo>
                    <a:pt x="44958" y="11049"/>
                    <a:pt x="41910" y="11938"/>
                    <a:pt x="39116" y="13081"/>
                  </a:cubicBezTo>
                  <a:lnTo>
                    <a:pt x="37338" y="8636"/>
                  </a:lnTo>
                  <a:lnTo>
                    <a:pt x="39116" y="13081"/>
                  </a:lnTo>
                  <a:cubicBezTo>
                    <a:pt x="36195" y="14224"/>
                    <a:pt x="33528" y="15748"/>
                    <a:pt x="30861" y="17526"/>
                  </a:cubicBezTo>
                  <a:cubicBezTo>
                    <a:pt x="28321" y="19304"/>
                    <a:pt x="25908" y="21209"/>
                    <a:pt x="23622" y="23495"/>
                  </a:cubicBezTo>
                  <a:cubicBezTo>
                    <a:pt x="21336" y="25781"/>
                    <a:pt x="19431" y="28067"/>
                    <a:pt x="17653" y="30734"/>
                  </a:cubicBezTo>
                  <a:cubicBezTo>
                    <a:pt x="15875" y="33274"/>
                    <a:pt x="14478" y="36068"/>
                    <a:pt x="13208" y="38989"/>
                  </a:cubicBezTo>
                  <a:lnTo>
                    <a:pt x="8763" y="37211"/>
                  </a:lnTo>
                  <a:lnTo>
                    <a:pt x="13208" y="38989"/>
                  </a:lnTo>
                  <a:cubicBezTo>
                    <a:pt x="12065" y="41910"/>
                    <a:pt x="11049" y="44831"/>
                    <a:pt x="10541" y="47879"/>
                  </a:cubicBezTo>
                  <a:lnTo>
                    <a:pt x="5842" y="46990"/>
                  </a:lnTo>
                  <a:lnTo>
                    <a:pt x="10541" y="47879"/>
                  </a:lnTo>
                  <a:cubicBezTo>
                    <a:pt x="9906" y="50927"/>
                    <a:pt x="9652" y="54102"/>
                    <a:pt x="9652" y="57150"/>
                  </a:cubicBezTo>
                  <a:lnTo>
                    <a:pt x="9652" y="4610100"/>
                  </a:lnTo>
                  <a:close/>
                </a:path>
              </a:pathLst>
            </a:custGeom>
            <a:solidFill>
              <a:srgbClr val="E0E0E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501650" y="1682750"/>
              <a:ext cx="361950" cy="361950"/>
            </a:xfrm>
            <a:custGeom>
              <a:avLst/>
              <a:gdLst/>
              <a:ahLst/>
              <a:cxnLst/>
              <a:rect r="r" b="b" t="t" l="l"/>
              <a:pathLst>
                <a:path h="361950" w="361950">
                  <a:moveTo>
                    <a:pt x="14224" y="0"/>
                  </a:moveTo>
                  <a:lnTo>
                    <a:pt x="347726" y="0"/>
                  </a:lnTo>
                  <a:lnTo>
                    <a:pt x="361950" y="0"/>
                  </a:lnTo>
                  <a:lnTo>
                    <a:pt x="361950" y="14224"/>
                  </a:lnTo>
                  <a:lnTo>
                    <a:pt x="361950" y="347599"/>
                  </a:lnTo>
                  <a:lnTo>
                    <a:pt x="361950" y="361950"/>
                  </a:lnTo>
                  <a:lnTo>
                    <a:pt x="347726" y="361950"/>
                  </a:lnTo>
                  <a:lnTo>
                    <a:pt x="14224" y="361950"/>
                  </a:lnTo>
                  <a:lnTo>
                    <a:pt x="0" y="361950"/>
                  </a:lnTo>
                  <a:lnTo>
                    <a:pt x="0" y="347726"/>
                  </a:lnTo>
                  <a:lnTo>
                    <a:pt x="0" y="14351"/>
                  </a:lnTo>
                  <a:lnTo>
                    <a:pt x="0" y="127"/>
                  </a:lnTo>
                  <a:lnTo>
                    <a:pt x="14224" y="127"/>
                  </a:lnTo>
                  <a:moveTo>
                    <a:pt x="14224" y="28702"/>
                  </a:moveTo>
                  <a:lnTo>
                    <a:pt x="14224" y="14478"/>
                  </a:lnTo>
                  <a:lnTo>
                    <a:pt x="28448" y="14478"/>
                  </a:lnTo>
                  <a:lnTo>
                    <a:pt x="28448" y="347853"/>
                  </a:lnTo>
                  <a:lnTo>
                    <a:pt x="14224" y="347853"/>
                  </a:lnTo>
                  <a:lnTo>
                    <a:pt x="14224" y="333629"/>
                  </a:lnTo>
                  <a:lnTo>
                    <a:pt x="347726" y="333629"/>
                  </a:lnTo>
                  <a:lnTo>
                    <a:pt x="347726" y="347853"/>
                  </a:lnTo>
                  <a:lnTo>
                    <a:pt x="333375" y="347853"/>
                  </a:lnTo>
                  <a:lnTo>
                    <a:pt x="333375" y="14224"/>
                  </a:lnTo>
                  <a:lnTo>
                    <a:pt x="347599" y="14224"/>
                  </a:lnTo>
                  <a:lnTo>
                    <a:pt x="347599" y="28448"/>
                  </a:lnTo>
                  <a:lnTo>
                    <a:pt x="14224" y="28448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511175" y="3207004"/>
              <a:ext cx="342900" cy="342392"/>
            </a:xfrm>
            <a:custGeom>
              <a:avLst/>
              <a:gdLst/>
              <a:ahLst/>
              <a:cxnLst/>
              <a:rect r="r" b="b" t="t" l="l"/>
              <a:pathLst>
                <a:path h="342392" w="342900">
                  <a:moveTo>
                    <a:pt x="0" y="323596"/>
                  </a:moveTo>
                  <a:lnTo>
                    <a:pt x="0" y="18796"/>
                  </a:lnTo>
                  <a:lnTo>
                    <a:pt x="9525" y="18796"/>
                  </a:lnTo>
                  <a:lnTo>
                    <a:pt x="0" y="18796"/>
                  </a:lnTo>
                  <a:cubicBezTo>
                    <a:pt x="0" y="17780"/>
                    <a:pt x="127" y="16637"/>
                    <a:pt x="254" y="15621"/>
                  </a:cubicBezTo>
                  <a:cubicBezTo>
                    <a:pt x="762" y="12827"/>
                    <a:pt x="1778" y="10160"/>
                    <a:pt x="3429" y="7874"/>
                  </a:cubicBezTo>
                  <a:cubicBezTo>
                    <a:pt x="4064" y="6985"/>
                    <a:pt x="4826" y="6096"/>
                    <a:pt x="5588" y="5461"/>
                  </a:cubicBezTo>
                  <a:lnTo>
                    <a:pt x="12319" y="12192"/>
                  </a:lnTo>
                  <a:lnTo>
                    <a:pt x="5588" y="5461"/>
                  </a:lnTo>
                  <a:cubicBezTo>
                    <a:pt x="6350" y="4699"/>
                    <a:pt x="7112" y="4064"/>
                    <a:pt x="8001" y="3429"/>
                  </a:cubicBezTo>
                  <a:cubicBezTo>
                    <a:pt x="10287" y="1778"/>
                    <a:pt x="12954" y="635"/>
                    <a:pt x="15748" y="254"/>
                  </a:cubicBezTo>
                  <a:cubicBezTo>
                    <a:pt x="16891" y="127"/>
                    <a:pt x="17907" y="0"/>
                    <a:pt x="18923" y="0"/>
                  </a:cubicBezTo>
                  <a:lnTo>
                    <a:pt x="18923" y="9525"/>
                  </a:lnTo>
                  <a:lnTo>
                    <a:pt x="18923" y="0"/>
                  </a:lnTo>
                  <a:lnTo>
                    <a:pt x="323723" y="0"/>
                  </a:lnTo>
                  <a:lnTo>
                    <a:pt x="323723" y="9525"/>
                  </a:lnTo>
                  <a:lnTo>
                    <a:pt x="323723" y="0"/>
                  </a:lnTo>
                  <a:cubicBezTo>
                    <a:pt x="324739" y="0"/>
                    <a:pt x="325882" y="127"/>
                    <a:pt x="326898" y="254"/>
                  </a:cubicBezTo>
                  <a:cubicBezTo>
                    <a:pt x="329692" y="762"/>
                    <a:pt x="332359" y="1778"/>
                    <a:pt x="334645" y="3429"/>
                  </a:cubicBezTo>
                  <a:cubicBezTo>
                    <a:pt x="335534" y="4064"/>
                    <a:pt x="336296" y="4826"/>
                    <a:pt x="337058" y="5461"/>
                  </a:cubicBezTo>
                  <a:lnTo>
                    <a:pt x="330327" y="12192"/>
                  </a:lnTo>
                  <a:lnTo>
                    <a:pt x="337058" y="5461"/>
                  </a:lnTo>
                  <a:cubicBezTo>
                    <a:pt x="337820" y="6223"/>
                    <a:pt x="338582" y="6985"/>
                    <a:pt x="339217" y="7874"/>
                  </a:cubicBezTo>
                  <a:cubicBezTo>
                    <a:pt x="340868" y="10160"/>
                    <a:pt x="342011" y="12827"/>
                    <a:pt x="342392" y="15621"/>
                  </a:cubicBezTo>
                  <a:cubicBezTo>
                    <a:pt x="342519" y="16637"/>
                    <a:pt x="342646" y="17780"/>
                    <a:pt x="342646" y="18796"/>
                  </a:cubicBezTo>
                  <a:lnTo>
                    <a:pt x="333375" y="18796"/>
                  </a:lnTo>
                  <a:lnTo>
                    <a:pt x="342900" y="18796"/>
                  </a:lnTo>
                  <a:lnTo>
                    <a:pt x="342900" y="323596"/>
                  </a:lnTo>
                  <a:lnTo>
                    <a:pt x="333375" y="323596"/>
                  </a:lnTo>
                  <a:lnTo>
                    <a:pt x="342900" y="323596"/>
                  </a:lnTo>
                  <a:cubicBezTo>
                    <a:pt x="342900" y="324612"/>
                    <a:pt x="342773" y="325755"/>
                    <a:pt x="342646" y="326771"/>
                  </a:cubicBezTo>
                  <a:cubicBezTo>
                    <a:pt x="342138" y="329565"/>
                    <a:pt x="341122" y="332232"/>
                    <a:pt x="339471" y="334518"/>
                  </a:cubicBezTo>
                  <a:cubicBezTo>
                    <a:pt x="338836" y="335407"/>
                    <a:pt x="338074" y="336169"/>
                    <a:pt x="337312" y="336931"/>
                  </a:cubicBezTo>
                  <a:lnTo>
                    <a:pt x="330581" y="330200"/>
                  </a:lnTo>
                  <a:lnTo>
                    <a:pt x="337312" y="336931"/>
                  </a:lnTo>
                  <a:cubicBezTo>
                    <a:pt x="336550" y="337693"/>
                    <a:pt x="335788" y="338328"/>
                    <a:pt x="334899" y="338963"/>
                  </a:cubicBezTo>
                  <a:cubicBezTo>
                    <a:pt x="332613" y="340614"/>
                    <a:pt x="329946" y="341757"/>
                    <a:pt x="327152" y="342138"/>
                  </a:cubicBezTo>
                  <a:cubicBezTo>
                    <a:pt x="326009" y="342265"/>
                    <a:pt x="324993" y="342392"/>
                    <a:pt x="323977" y="342392"/>
                  </a:cubicBezTo>
                  <a:lnTo>
                    <a:pt x="323977" y="332867"/>
                  </a:lnTo>
                  <a:lnTo>
                    <a:pt x="323977" y="342392"/>
                  </a:lnTo>
                  <a:lnTo>
                    <a:pt x="19177" y="342392"/>
                  </a:lnTo>
                  <a:lnTo>
                    <a:pt x="19177" y="332867"/>
                  </a:lnTo>
                  <a:lnTo>
                    <a:pt x="19177" y="342392"/>
                  </a:lnTo>
                  <a:cubicBezTo>
                    <a:pt x="18161" y="342392"/>
                    <a:pt x="17018" y="342265"/>
                    <a:pt x="16002" y="342138"/>
                  </a:cubicBezTo>
                  <a:cubicBezTo>
                    <a:pt x="13208" y="341630"/>
                    <a:pt x="10541" y="340614"/>
                    <a:pt x="8255" y="338963"/>
                  </a:cubicBezTo>
                  <a:cubicBezTo>
                    <a:pt x="7366" y="338328"/>
                    <a:pt x="6604" y="337566"/>
                    <a:pt x="5842" y="336931"/>
                  </a:cubicBezTo>
                  <a:lnTo>
                    <a:pt x="12573" y="330200"/>
                  </a:lnTo>
                  <a:lnTo>
                    <a:pt x="5842" y="336931"/>
                  </a:lnTo>
                  <a:cubicBezTo>
                    <a:pt x="5080" y="336169"/>
                    <a:pt x="4318" y="335407"/>
                    <a:pt x="3683" y="334518"/>
                  </a:cubicBezTo>
                  <a:cubicBezTo>
                    <a:pt x="2032" y="332232"/>
                    <a:pt x="889" y="329565"/>
                    <a:pt x="508" y="326771"/>
                  </a:cubicBezTo>
                  <a:cubicBezTo>
                    <a:pt x="381" y="325755"/>
                    <a:pt x="254" y="324612"/>
                    <a:pt x="254" y="323596"/>
                  </a:cubicBezTo>
                  <a:lnTo>
                    <a:pt x="9525" y="323596"/>
                  </a:lnTo>
                  <a:lnTo>
                    <a:pt x="0" y="323596"/>
                  </a:lnTo>
                  <a:moveTo>
                    <a:pt x="19050" y="323596"/>
                  </a:moveTo>
                  <a:cubicBezTo>
                    <a:pt x="19050" y="323850"/>
                    <a:pt x="19050" y="323596"/>
                    <a:pt x="19050" y="323723"/>
                  </a:cubicBezTo>
                  <a:cubicBezTo>
                    <a:pt x="19050" y="323723"/>
                    <a:pt x="19050" y="323596"/>
                    <a:pt x="18923" y="323469"/>
                  </a:cubicBezTo>
                  <a:cubicBezTo>
                    <a:pt x="19050" y="323596"/>
                    <a:pt x="18923" y="323469"/>
                    <a:pt x="19050" y="323596"/>
                  </a:cubicBezTo>
                  <a:cubicBezTo>
                    <a:pt x="19177" y="323723"/>
                    <a:pt x="19050" y="323596"/>
                    <a:pt x="19177" y="323723"/>
                  </a:cubicBezTo>
                  <a:cubicBezTo>
                    <a:pt x="19177" y="323723"/>
                    <a:pt x="19050" y="323596"/>
                    <a:pt x="18923" y="323596"/>
                  </a:cubicBezTo>
                  <a:cubicBezTo>
                    <a:pt x="19050" y="323596"/>
                    <a:pt x="18796" y="323596"/>
                    <a:pt x="19050" y="323596"/>
                  </a:cubicBezTo>
                  <a:lnTo>
                    <a:pt x="323850" y="323596"/>
                  </a:lnTo>
                  <a:cubicBezTo>
                    <a:pt x="324104" y="323596"/>
                    <a:pt x="323850" y="323596"/>
                    <a:pt x="323977" y="323596"/>
                  </a:cubicBezTo>
                  <a:cubicBezTo>
                    <a:pt x="323977" y="323596"/>
                    <a:pt x="323850" y="323596"/>
                    <a:pt x="323723" y="323723"/>
                  </a:cubicBezTo>
                  <a:cubicBezTo>
                    <a:pt x="323850" y="323596"/>
                    <a:pt x="323723" y="323723"/>
                    <a:pt x="323850" y="323596"/>
                  </a:cubicBezTo>
                  <a:cubicBezTo>
                    <a:pt x="323977" y="323469"/>
                    <a:pt x="323850" y="323596"/>
                    <a:pt x="323977" y="323469"/>
                  </a:cubicBezTo>
                  <a:cubicBezTo>
                    <a:pt x="323977" y="323469"/>
                    <a:pt x="323850" y="323596"/>
                    <a:pt x="323850" y="323723"/>
                  </a:cubicBezTo>
                  <a:cubicBezTo>
                    <a:pt x="323850" y="323596"/>
                    <a:pt x="323850" y="323850"/>
                    <a:pt x="323850" y="323596"/>
                  </a:cubicBezTo>
                  <a:lnTo>
                    <a:pt x="323850" y="18796"/>
                  </a:lnTo>
                  <a:cubicBezTo>
                    <a:pt x="323850" y="18542"/>
                    <a:pt x="323850" y="18796"/>
                    <a:pt x="323850" y="18669"/>
                  </a:cubicBezTo>
                  <a:cubicBezTo>
                    <a:pt x="323850" y="18669"/>
                    <a:pt x="323850" y="18796"/>
                    <a:pt x="323977" y="18923"/>
                  </a:cubicBezTo>
                  <a:cubicBezTo>
                    <a:pt x="323850" y="18796"/>
                    <a:pt x="323977" y="18923"/>
                    <a:pt x="323850" y="18796"/>
                  </a:cubicBezTo>
                  <a:cubicBezTo>
                    <a:pt x="323723" y="18669"/>
                    <a:pt x="323850" y="18796"/>
                    <a:pt x="323723" y="18669"/>
                  </a:cubicBezTo>
                  <a:cubicBezTo>
                    <a:pt x="323723" y="18669"/>
                    <a:pt x="323850" y="18796"/>
                    <a:pt x="323977" y="18796"/>
                  </a:cubicBezTo>
                  <a:cubicBezTo>
                    <a:pt x="323850" y="18796"/>
                    <a:pt x="324104" y="18796"/>
                    <a:pt x="323850" y="18796"/>
                  </a:cubicBezTo>
                  <a:lnTo>
                    <a:pt x="19050" y="18796"/>
                  </a:lnTo>
                  <a:cubicBezTo>
                    <a:pt x="18796" y="18796"/>
                    <a:pt x="19050" y="18796"/>
                    <a:pt x="18923" y="18796"/>
                  </a:cubicBezTo>
                  <a:cubicBezTo>
                    <a:pt x="18923" y="18796"/>
                    <a:pt x="19050" y="18796"/>
                    <a:pt x="19177" y="18669"/>
                  </a:cubicBezTo>
                  <a:cubicBezTo>
                    <a:pt x="19050" y="18796"/>
                    <a:pt x="19177" y="18669"/>
                    <a:pt x="19050" y="18796"/>
                  </a:cubicBezTo>
                  <a:cubicBezTo>
                    <a:pt x="18923" y="18923"/>
                    <a:pt x="19050" y="18796"/>
                    <a:pt x="18923" y="18923"/>
                  </a:cubicBezTo>
                  <a:cubicBezTo>
                    <a:pt x="18923" y="18923"/>
                    <a:pt x="19050" y="18796"/>
                    <a:pt x="19050" y="18669"/>
                  </a:cubicBezTo>
                  <a:cubicBezTo>
                    <a:pt x="19050" y="18796"/>
                    <a:pt x="19050" y="18542"/>
                    <a:pt x="19050" y="18796"/>
                  </a:cubicBezTo>
                  <a:lnTo>
                    <a:pt x="19050" y="323596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473075" y="3311525"/>
              <a:ext cx="381000" cy="19050"/>
            </a:xfrm>
            <a:custGeom>
              <a:avLst/>
              <a:gdLst/>
              <a:ahLst/>
              <a:cxnLst/>
              <a:rect r="r" b="b" t="t" l="l"/>
              <a:pathLst>
                <a:path h="190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73075" y="3425825"/>
              <a:ext cx="381000" cy="19050"/>
            </a:xfrm>
            <a:custGeom>
              <a:avLst/>
              <a:gdLst/>
              <a:ahLst/>
              <a:cxnLst/>
              <a:rect r="r" b="b" t="t" l="l"/>
              <a:pathLst>
                <a:path h="19050" w="381000">
                  <a:moveTo>
                    <a:pt x="0" y="0"/>
                  </a:moveTo>
                  <a:lnTo>
                    <a:pt x="381000" y="0"/>
                  </a:lnTo>
                  <a:lnTo>
                    <a:pt x="381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571500" y="486813"/>
            <a:ext cx="281941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Problem Statement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2500" y="1929089"/>
            <a:ext cx="1770212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Current Fric 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72275" y="1938614"/>
            <a:ext cx="2675572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BCD4"/>
                </a:solidFill>
                <a:latin typeface="Carlito Bold"/>
                <a:ea typeface="Carlito Bold"/>
                <a:cs typeface="Carlito Bold"/>
                <a:sym typeface="Carlito Bold"/>
              </a:rPr>
              <a:t>Technical Requirements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00200" y="4685176"/>
            <a:ext cx="3564503" cy="94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Lack of simple offline task managers forces dependency on complex, data- heavy online platforms.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00200" y="3170701"/>
            <a:ext cx="3742973" cy="94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Manual tracking causes organizational chaos, leading to missed deadlines and fragmented schedules.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419975" y="4694701"/>
            <a:ext cx="3266961" cy="94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Requirement for low-resource productivity solutions optimized for system efficiency and speed.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419975" y="3180226"/>
            <a:ext cx="3848795" cy="94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Need for distraction-free digital tools that prioritize core functionality over cosmetic bloat.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71500" y="6275289"/>
            <a:ext cx="4063127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C-Based Task Architecture © 2026 To-Do List Project Team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7997" y="1498597"/>
            <a:ext cx="5508622" cy="2565397"/>
            <a:chOff x="0" y="0"/>
            <a:chExt cx="5508625" cy="25654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8326" y="68453"/>
              <a:ext cx="5371846" cy="2428494"/>
            </a:xfrm>
            <a:custGeom>
              <a:avLst/>
              <a:gdLst/>
              <a:ahLst/>
              <a:cxnLst/>
              <a:rect r="r" b="b" t="t" l="l"/>
              <a:pathLst>
                <a:path h="2428494" w="5371846">
                  <a:moveTo>
                    <a:pt x="0" y="2376297"/>
                  </a:moveTo>
                  <a:lnTo>
                    <a:pt x="0" y="52197"/>
                  </a:ln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lnTo>
                    <a:pt x="5319649" y="0"/>
                  </a:lnTo>
                  <a:cubicBezTo>
                    <a:pt x="5323078" y="0"/>
                    <a:pt x="5326507" y="381"/>
                    <a:pt x="5329809" y="1016"/>
                  </a:cubicBezTo>
                  <a:cubicBezTo>
                    <a:pt x="5333111" y="1651"/>
                    <a:pt x="5336413" y="2667"/>
                    <a:pt x="5339588" y="3937"/>
                  </a:cubicBezTo>
                  <a:cubicBezTo>
                    <a:pt x="5342763" y="5207"/>
                    <a:pt x="5345811" y="6858"/>
                    <a:pt x="5348605" y="8763"/>
                  </a:cubicBezTo>
                  <a:cubicBezTo>
                    <a:pt x="5351399" y="10668"/>
                    <a:pt x="5354066" y="12827"/>
                    <a:pt x="5356606" y="15240"/>
                  </a:cubicBezTo>
                  <a:cubicBezTo>
                    <a:pt x="5359146" y="17653"/>
                    <a:pt x="5361178" y="20320"/>
                    <a:pt x="5363083" y="23241"/>
                  </a:cubicBezTo>
                  <a:cubicBezTo>
                    <a:pt x="5364988" y="26162"/>
                    <a:pt x="5366639" y="29083"/>
                    <a:pt x="5367909" y="32258"/>
                  </a:cubicBezTo>
                  <a:cubicBezTo>
                    <a:pt x="5369179" y="35433"/>
                    <a:pt x="5370195" y="38735"/>
                    <a:pt x="5370830" y="42037"/>
                  </a:cubicBezTo>
                  <a:cubicBezTo>
                    <a:pt x="5371465" y="45339"/>
                    <a:pt x="5371846" y="48768"/>
                    <a:pt x="5371846" y="52197"/>
                  </a:cubicBezTo>
                  <a:lnTo>
                    <a:pt x="5371846" y="2376297"/>
                  </a:lnTo>
                  <a:cubicBezTo>
                    <a:pt x="5371846" y="2379726"/>
                    <a:pt x="5371465" y="2383155"/>
                    <a:pt x="5370830" y="2386457"/>
                  </a:cubicBezTo>
                  <a:cubicBezTo>
                    <a:pt x="5370195" y="2389759"/>
                    <a:pt x="5369179" y="2393061"/>
                    <a:pt x="5367909" y="2396236"/>
                  </a:cubicBezTo>
                  <a:cubicBezTo>
                    <a:pt x="5366639" y="2399411"/>
                    <a:pt x="5364988" y="2402459"/>
                    <a:pt x="5363083" y="2405253"/>
                  </a:cubicBezTo>
                  <a:cubicBezTo>
                    <a:pt x="5361178" y="2408047"/>
                    <a:pt x="5359019" y="2410714"/>
                    <a:pt x="5356606" y="2413254"/>
                  </a:cubicBezTo>
                  <a:cubicBezTo>
                    <a:pt x="5354193" y="2415794"/>
                    <a:pt x="5351526" y="2417826"/>
                    <a:pt x="5348605" y="2419731"/>
                  </a:cubicBezTo>
                  <a:cubicBezTo>
                    <a:pt x="5345684" y="2421636"/>
                    <a:pt x="5342763" y="2423287"/>
                    <a:pt x="5339588" y="2424557"/>
                  </a:cubicBezTo>
                  <a:cubicBezTo>
                    <a:pt x="5336413" y="2425827"/>
                    <a:pt x="5333111" y="2426843"/>
                    <a:pt x="5329809" y="2427478"/>
                  </a:cubicBezTo>
                  <a:cubicBezTo>
                    <a:pt x="5326507" y="2428113"/>
                    <a:pt x="5323078" y="2428494"/>
                    <a:pt x="5319649" y="2428494"/>
                  </a:cubicBezTo>
                  <a:lnTo>
                    <a:pt x="52324" y="2428494"/>
                  </a:lnTo>
                  <a:cubicBezTo>
                    <a:pt x="48895" y="2428494"/>
                    <a:pt x="45466" y="2428113"/>
                    <a:pt x="42164" y="2427478"/>
                  </a:cubicBezTo>
                  <a:cubicBezTo>
                    <a:pt x="38862" y="2426843"/>
                    <a:pt x="35560" y="2425827"/>
                    <a:pt x="32385" y="2424557"/>
                  </a:cubicBezTo>
                  <a:cubicBezTo>
                    <a:pt x="29210" y="2423287"/>
                    <a:pt x="26162" y="2421636"/>
                    <a:pt x="23368" y="2419731"/>
                  </a:cubicBezTo>
                  <a:cubicBezTo>
                    <a:pt x="20574" y="2417826"/>
                    <a:pt x="17907" y="2415667"/>
                    <a:pt x="15367" y="2413254"/>
                  </a:cubicBezTo>
                  <a:cubicBezTo>
                    <a:pt x="12827" y="2410841"/>
                    <a:pt x="10795" y="2408174"/>
                    <a:pt x="8890" y="2405253"/>
                  </a:cubicBezTo>
                  <a:cubicBezTo>
                    <a:pt x="6985" y="2402332"/>
                    <a:pt x="5334" y="2399411"/>
                    <a:pt x="4064" y="2396236"/>
                  </a:cubicBezTo>
                  <a:cubicBezTo>
                    <a:pt x="2794" y="2393061"/>
                    <a:pt x="1778" y="2389759"/>
                    <a:pt x="1143" y="2386457"/>
                  </a:cubicBezTo>
                  <a:cubicBezTo>
                    <a:pt x="508" y="2383155"/>
                    <a:pt x="127" y="2379726"/>
                    <a:pt x="127" y="2376297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373" y="63500"/>
              <a:ext cx="5381879" cy="2438654"/>
            </a:xfrm>
            <a:custGeom>
              <a:avLst/>
              <a:gdLst/>
              <a:ahLst/>
              <a:cxnLst/>
              <a:rect r="r" b="b" t="t" l="l"/>
              <a:pathLst>
                <a:path h="2438654" w="5381879">
                  <a:moveTo>
                    <a:pt x="127" y="2381250"/>
                  </a:moveTo>
                  <a:lnTo>
                    <a:pt x="127" y="57150"/>
                  </a:lnTo>
                  <a:lnTo>
                    <a:pt x="4953" y="57150"/>
                  </a:lnTo>
                  <a:lnTo>
                    <a:pt x="127" y="57150"/>
                  </a:lnTo>
                  <a:cubicBezTo>
                    <a:pt x="127" y="53340"/>
                    <a:pt x="508" y="49657"/>
                    <a:pt x="1270" y="45974"/>
                  </a:cubicBezTo>
                  <a:lnTo>
                    <a:pt x="5969" y="46863"/>
                  </a:lnTo>
                  <a:lnTo>
                    <a:pt x="1270" y="45974"/>
                  </a:lnTo>
                  <a:cubicBezTo>
                    <a:pt x="2032" y="42291"/>
                    <a:pt x="3048" y="38735"/>
                    <a:pt x="4572" y="35306"/>
                  </a:cubicBezTo>
                  <a:cubicBezTo>
                    <a:pt x="5969" y="31877"/>
                    <a:pt x="7747" y="28575"/>
                    <a:pt x="9906" y="25400"/>
                  </a:cubicBezTo>
                  <a:lnTo>
                    <a:pt x="13843" y="28067"/>
                  </a:lnTo>
                  <a:lnTo>
                    <a:pt x="9779" y="25400"/>
                  </a:lnTo>
                  <a:cubicBezTo>
                    <a:pt x="11811" y="22225"/>
                    <a:pt x="14224" y="19431"/>
                    <a:pt x="16891" y="16764"/>
                  </a:cubicBezTo>
                  <a:lnTo>
                    <a:pt x="20320" y="20193"/>
                  </a:lnTo>
                  <a:lnTo>
                    <a:pt x="16891" y="16764"/>
                  </a:lnTo>
                  <a:cubicBezTo>
                    <a:pt x="19558" y="14097"/>
                    <a:pt x="22479" y="11684"/>
                    <a:pt x="25527" y="9652"/>
                  </a:cubicBezTo>
                  <a:lnTo>
                    <a:pt x="28194" y="13589"/>
                  </a:lnTo>
                  <a:lnTo>
                    <a:pt x="25527" y="9652"/>
                  </a:lnTo>
                  <a:cubicBezTo>
                    <a:pt x="28702" y="7620"/>
                    <a:pt x="32004" y="5842"/>
                    <a:pt x="35433" y="4318"/>
                  </a:cubicBezTo>
                  <a:lnTo>
                    <a:pt x="37211" y="8763"/>
                  </a:lnTo>
                  <a:lnTo>
                    <a:pt x="35433" y="4318"/>
                  </a:lnTo>
                  <a:cubicBezTo>
                    <a:pt x="38862" y="2921"/>
                    <a:pt x="42418" y="1778"/>
                    <a:pt x="46101" y="1016"/>
                  </a:cubicBezTo>
                  <a:cubicBezTo>
                    <a:pt x="49784" y="381"/>
                    <a:pt x="53467" y="0"/>
                    <a:pt x="57277" y="0"/>
                  </a:cubicBezTo>
                  <a:lnTo>
                    <a:pt x="57277" y="4826"/>
                  </a:lnTo>
                  <a:lnTo>
                    <a:pt x="57277" y="0"/>
                  </a:lnTo>
                  <a:lnTo>
                    <a:pt x="5324602" y="0"/>
                  </a:lnTo>
                  <a:lnTo>
                    <a:pt x="5324602" y="4826"/>
                  </a:lnTo>
                  <a:lnTo>
                    <a:pt x="5324602" y="0"/>
                  </a:lnTo>
                  <a:cubicBezTo>
                    <a:pt x="5328412" y="0"/>
                    <a:pt x="5332095" y="381"/>
                    <a:pt x="5335778" y="1143"/>
                  </a:cubicBezTo>
                  <a:cubicBezTo>
                    <a:pt x="5339461" y="1905"/>
                    <a:pt x="5343017" y="2921"/>
                    <a:pt x="5346446" y="4445"/>
                  </a:cubicBezTo>
                  <a:lnTo>
                    <a:pt x="5344668" y="8890"/>
                  </a:lnTo>
                  <a:lnTo>
                    <a:pt x="5346446" y="4445"/>
                  </a:lnTo>
                  <a:cubicBezTo>
                    <a:pt x="5349875" y="5842"/>
                    <a:pt x="5353177" y="7620"/>
                    <a:pt x="5356352" y="9779"/>
                  </a:cubicBezTo>
                  <a:lnTo>
                    <a:pt x="5353685" y="13716"/>
                  </a:lnTo>
                  <a:lnTo>
                    <a:pt x="5356352" y="9779"/>
                  </a:lnTo>
                  <a:cubicBezTo>
                    <a:pt x="5359527" y="11811"/>
                    <a:pt x="5362321" y="14224"/>
                    <a:pt x="5364988" y="16891"/>
                  </a:cubicBezTo>
                  <a:cubicBezTo>
                    <a:pt x="5367655" y="19558"/>
                    <a:pt x="5370068" y="22479"/>
                    <a:pt x="5372100" y="25527"/>
                  </a:cubicBezTo>
                  <a:lnTo>
                    <a:pt x="5368163" y="28194"/>
                  </a:lnTo>
                  <a:lnTo>
                    <a:pt x="5372100" y="25527"/>
                  </a:lnTo>
                  <a:cubicBezTo>
                    <a:pt x="5374132" y="28702"/>
                    <a:pt x="5375910" y="32004"/>
                    <a:pt x="5377434" y="35433"/>
                  </a:cubicBezTo>
                  <a:lnTo>
                    <a:pt x="5372989" y="37211"/>
                  </a:lnTo>
                  <a:lnTo>
                    <a:pt x="5377434" y="35433"/>
                  </a:lnTo>
                  <a:cubicBezTo>
                    <a:pt x="5378831" y="38862"/>
                    <a:pt x="5379974" y="42418"/>
                    <a:pt x="5380736" y="46101"/>
                  </a:cubicBezTo>
                  <a:lnTo>
                    <a:pt x="5376037" y="46990"/>
                  </a:lnTo>
                  <a:lnTo>
                    <a:pt x="5380736" y="46101"/>
                  </a:lnTo>
                  <a:cubicBezTo>
                    <a:pt x="5381498" y="49784"/>
                    <a:pt x="5381879" y="53467"/>
                    <a:pt x="5381879" y="57277"/>
                  </a:cubicBezTo>
                  <a:lnTo>
                    <a:pt x="5377053" y="57277"/>
                  </a:lnTo>
                  <a:lnTo>
                    <a:pt x="5381879" y="57277"/>
                  </a:lnTo>
                  <a:lnTo>
                    <a:pt x="5381879" y="2381377"/>
                  </a:lnTo>
                  <a:lnTo>
                    <a:pt x="5377053" y="2381377"/>
                  </a:lnTo>
                  <a:lnTo>
                    <a:pt x="5381879" y="2381377"/>
                  </a:lnTo>
                  <a:cubicBezTo>
                    <a:pt x="5381879" y="2385187"/>
                    <a:pt x="5381498" y="2388870"/>
                    <a:pt x="5380736" y="2392553"/>
                  </a:cubicBezTo>
                  <a:lnTo>
                    <a:pt x="5376037" y="2391664"/>
                  </a:lnTo>
                  <a:lnTo>
                    <a:pt x="5380736" y="2392553"/>
                  </a:lnTo>
                  <a:cubicBezTo>
                    <a:pt x="5379974" y="2396236"/>
                    <a:pt x="5378958" y="2399792"/>
                    <a:pt x="5377434" y="2403221"/>
                  </a:cubicBezTo>
                  <a:lnTo>
                    <a:pt x="5372989" y="2401443"/>
                  </a:lnTo>
                  <a:lnTo>
                    <a:pt x="5377434" y="2403221"/>
                  </a:lnTo>
                  <a:cubicBezTo>
                    <a:pt x="5376037" y="2406650"/>
                    <a:pt x="5374259" y="2409952"/>
                    <a:pt x="5372100" y="2413127"/>
                  </a:cubicBezTo>
                  <a:lnTo>
                    <a:pt x="5368163" y="2410460"/>
                  </a:lnTo>
                  <a:lnTo>
                    <a:pt x="5372100" y="2413127"/>
                  </a:lnTo>
                  <a:cubicBezTo>
                    <a:pt x="5370068" y="2416302"/>
                    <a:pt x="5367655" y="2419096"/>
                    <a:pt x="5364988" y="2421763"/>
                  </a:cubicBezTo>
                  <a:cubicBezTo>
                    <a:pt x="5362321" y="2424430"/>
                    <a:pt x="5359400" y="2426843"/>
                    <a:pt x="5356352" y="2428875"/>
                  </a:cubicBezTo>
                  <a:cubicBezTo>
                    <a:pt x="5353177" y="2430907"/>
                    <a:pt x="5349875" y="2432685"/>
                    <a:pt x="5346446" y="2434209"/>
                  </a:cubicBezTo>
                  <a:lnTo>
                    <a:pt x="5344668" y="2429764"/>
                  </a:lnTo>
                  <a:lnTo>
                    <a:pt x="5346446" y="2434209"/>
                  </a:lnTo>
                  <a:cubicBezTo>
                    <a:pt x="5343017" y="2435606"/>
                    <a:pt x="5339461" y="2436749"/>
                    <a:pt x="5335778" y="2437511"/>
                  </a:cubicBezTo>
                  <a:lnTo>
                    <a:pt x="5334889" y="2432812"/>
                  </a:lnTo>
                  <a:lnTo>
                    <a:pt x="5335778" y="2437511"/>
                  </a:lnTo>
                  <a:cubicBezTo>
                    <a:pt x="5332095" y="2438273"/>
                    <a:pt x="5328412" y="2438654"/>
                    <a:pt x="5324602" y="2438654"/>
                  </a:cubicBezTo>
                  <a:lnTo>
                    <a:pt x="5324602" y="2433828"/>
                  </a:lnTo>
                  <a:lnTo>
                    <a:pt x="5324602" y="2438654"/>
                  </a:lnTo>
                  <a:lnTo>
                    <a:pt x="57277" y="2438654"/>
                  </a:lnTo>
                  <a:lnTo>
                    <a:pt x="57277" y="2433828"/>
                  </a:lnTo>
                  <a:lnTo>
                    <a:pt x="57277" y="2438654"/>
                  </a:lnTo>
                  <a:cubicBezTo>
                    <a:pt x="53467" y="2438654"/>
                    <a:pt x="49784" y="2438273"/>
                    <a:pt x="46101" y="2437511"/>
                  </a:cubicBezTo>
                  <a:lnTo>
                    <a:pt x="46990" y="2432812"/>
                  </a:lnTo>
                  <a:lnTo>
                    <a:pt x="46101" y="2437511"/>
                  </a:lnTo>
                  <a:cubicBezTo>
                    <a:pt x="42418" y="2436749"/>
                    <a:pt x="38862" y="2435733"/>
                    <a:pt x="35433" y="2434209"/>
                  </a:cubicBezTo>
                  <a:lnTo>
                    <a:pt x="37211" y="2429764"/>
                  </a:lnTo>
                  <a:lnTo>
                    <a:pt x="35433" y="2434209"/>
                  </a:lnTo>
                  <a:cubicBezTo>
                    <a:pt x="32004" y="2432812"/>
                    <a:pt x="28702" y="2431034"/>
                    <a:pt x="25527" y="2428875"/>
                  </a:cubicBezTo>
                  <a:cubicBezTo>
                    <a:pt x="22352" y="2426843"/>
                    <a:pt x="19558" y="2424430"/>
                    <a:pt x="16891" y="2421763"/>
                  </a:cubicBezTo>
                  <a:cubicBezTo>
                    <a:pt x="14224" y="2419096"/>
                    <a:pt x="11811" y="2416175"/>
                    <a:pt x="9779" y="2413127"/>
                  </a:cubicBezTo>
                  <a:cubicBezTo>
                    <a:pt x="7747" y="2409952"/>
                    <a:pt x="5969" y="2406650"/>
                    <a:pt x="4445" y="2403221"/>
                  </a:cubicBezTo>
                  <a:cubicBezTo>
                    <a:pt x="3048" y="2399792"/>
                    <a:pt x="1905" y="2396236"/>
                    <a:pt x="1143" y="2392553"/>
                  </a:cubicBezTo>
                  <a:lnTo>
                    <a:pt x="5842" y="2391664"/>
                  </a:lnTo>
                  <a:lnTo>
                    <a:pt x="1143" y="2392553"/>
                  </a:lnTo>
                  <a:cubicBezTo>
                    <a:pt x="381" y="2388870"/>
                    <a:pt x="0" y="2385187"/>
                    <a:pt x="0" y="2381377"/>
                  </a:cubicBezTo>
                  <a:lnTo>
                    <a:pt x="4826" y="2381377"/>
                  </a:lnTo>
                  <a:lnTo>
                    <a:pt x="127" y="2381377"/>
                  </a:lnTo>
                  <a:moveTo>
                    <a:pt x="9652" y="2381377"/>
                  </a:moveTo>
                  <a:cubicBezTo>
                    <a:pt x="9652" y="2384552"/>
                    <a:pt x="9906" y="2387600"/>
                    <a:pt x="10541" y="2390648"/>
                  </a:cubicBezTo>
                  <a:cubicBezTo>
                    <a:pt x="11176" y="2393696"/>
                    <a:pt x="12065" y="2396744"/>
                    <a:pt x="13208" y="2399538"/>
                  </a:cubicBezTo>
                  <a:lnTo>
                    <a:pt x="8763" y="2401316"/>
                  </a:lnTo>
                  <a:lnTo>
                    <a:pt x="13208" y="2399538"/>
                  </a:lnTo>
                  <a:cubicBezTo>
                    <a:pt x="14351" y="2402459"/>
                    <a:pt x="15875" y="2405126"/>
                    <a:pt x="17653" y="2407793"/>
                  </a:cubicBezTo>
                  <a:lnTo>
                    <a:pt x="13716" y="2410460"/>
                  </a:lnTo>
                  <a:lnTo>
                    <a:pt x="17653" y="2407793"/>
                  </a:lnTo>
                  <a:cubicBezTo>
                    <a:pt x="19431" y="2410333"/>
                    <a:pt x="21336" y="2412746"/>
                    <a:pt x="23622" y="2415032"/>
                  </a:cubicBezTo>
                  <a:lnTo>
                    <a:pt x="20193" y="2418461"/>
                  </a:lnTo>
                  <a:lnTo>
                    <a:pt x="23622" y="2415032"/>
                  </a:lnTo>
                  <a:cubicBezTo>
                    <a:pt x="25781" y="2417191"/>
                    <a:pt x="28194" y="2419223"/>
                    <a:pt x="30861" y="2421001"/>
                  </a:cubicBezTo>
                  <a:lnTo>
                    <a:pt x="28194" y="2424938"/>
                  </a:lnTo>
                  <a:lnTo>
                    <a:pt x="30861" y="2421001"/>
                  </a:lnTo>
                  <a:cubicBezTo>
                    <a:pt x="33401" y="2422779"/>
                    <a:pt x="36195" y="2424176"/>
                    <a:pt x="39116" y="2425446"/>
                  </a:cubicBezTo>
                  <a:cubicBezTo>
                    <a:pt x="42037" y="2426589"/>
                    <a:pt x="44958" y="2427605"/>
                    <a:pt x="48006" y="2428113"/>
                  </a:cubicBezTo>
                  <a:cubicBezTo>
                    <a:pt x="51054" y="2428621"/>
                    <a:pt x="54229" y="2429002"/>
                    <a:pt x="57277" y="2429002"/>
                  </a:cubicBezTo>
                  <a:lnTo>
                    <a:pt x="5324602" y="2429002"/>
                  </a:lnTo>
                  <a:cubicBezTo>
                    <a:pt x="5327777" y="2429002"/>
                    <a:pt x="5330825" y="2428748"/>
                    <a:pt x="5333873" y="2428113"/>
                  </a:cubicBezTo>
                  <a:cubicBezTo>
                    <a:pt x="5336921" y="2427478"/>
                    <a:pt x="5339969" y="2426589"/>
                    <a:pt x="5342763" y="2425446"/>
                  </a:cubicBezTo>
                  <a:cubicBezTo>
                    <a:pt x="5345684" y="2424303"/>
                    <a:pt x="5348351" y="2422779"/>
                    <a:pt x="5351018" y="2421001"/>
                  </a:cubicBezTo>
                  <a:lnTo>
                    <a:pt x="5353685" y="2424938"/>
                  </a:lnTo>
                  <a:lnTo>
                    <a:pt x="5351018" y="2421001"/>
                  </a:lnTo>
                  <a:cubicBezTo>
                    <a:pt x="5353558" y="2419223"/>
                    <a:pt x="5355971" y="2417318"/>
                    <a:pt x="5358257" y="2415032"/>
                  </a:cubicBezTo>
                  <a:lnTo>
                    <a:pt x="5361686" y="2418461"/>
                  </a:lnTo>
                  <a:lnTo>
                    <a:pt x="5358257" y="2415032"/>
                  </a:lnTo>
                  <a:cubicBezTo>
                    <a:pt x="5360416" y="2412873"/>
                    <a:pt x="5362448" y="2410460"/>
                    <a:pt x="5364226" y="2407793"/>
                  </a:cubicBezTo>
                  <a:cubicBezTo>
                    <a:pt x="5366004" y="2405253"/>
                    <a:pt x="5367401" y="2402459"/>
                    <a:pt x="5368671" y="2399538"/>
                  </a:cubicBezTo>
                  <a:cubicBezTo>
                    <a:pt x="5369814" y="2396617"/>
                    <a:pt x="5370830" y="2393696"/>
                    <a:pt x="5371338" y="2390648"/>
                  </a:cubicBezTo>
                  <a:cubicBezTo>
                    <a:pt x="5371973" y="2387600"/>
                    <a:pt x="5372227" y="2384425"/>
                    <a:pt x="5372227" y="2381377"/>
                  </a:cubicBezTo>
                  <a:lnTo>
                    <a:pt x="5372227" y="57150"/>
                  </a:lnTo>
                  <a:cubicBezTo>
                    <a:pt x="5372227" y="53975"/>
                    <a:pt x="5371973" y="50927"/>
                    <a:pt x="5371338" y="47879"/>
                  </a:cubicBezTo>
                  <a:cubicBezTo>
                    <a:pt x="5370703" y="44831"/>
                    <a:pt x="5369814" y="41783"/>
                    <a:pt x="5368671" y="38989"/>
                  </a:cubicBezTo>
                  <a:cubicBezTo>
                    <a:pt x="5367528" y="36068"/>
                    <a:pt x="5366004" y="33401"/>
                    <a:pt x="5364226" y="30734"/>
                  </a:cubicBezTo>
                  <a:cubicBezTo>
                    <a:pt x="5362448" y="28194"/>
                    <a:pt x="5360543" y="25781"/>
                    <a:pt x="5358257" y="23495"/>
                  </a:cubicBezTo>
                  <a:lnTo>
                    <a:pt x="5361686" y="20066"/>
                  </a:lnTo>
                  <a:lnTo>
                    <a:pt x="5358257" y="23495"/>
                  </a:lnTo>
                  <a:cubicBezTo>
                    <a:pt x="5356098" y="21336"/>
                    <a:pt x="5353685" y="19304"/>
                    <a:pt x="5351018" y="17526"/>
                  </a:cubicBezTo>
                  <a:cubicBezTo>
                    <a:pt x="5348478" y="15748"/>
                    <a:pt x="5345684" y="14351"/>
                    <a:pt x="5342763" y="13081"/>
                  </a:cubicBezTo>
                  <a:cubicBezTo>
                    <a:pt x="5339842" y="11938"/>
                    <a:pt x="5336921" y="10922"/>
                    <a:pt x="5333873" y="10414"/>
                  </a:cubicBezTo>
                  <a:lnTo>
                    <a:pt x="5334762" y="5715"/>
                  </a:lnTo>
                  <a:lnTo>
                    <a:pt x="5333873" y="10414"/>
                  </a:lnTo>
                  <a:cubicBezTo>
                    <a:pt x="5330825" y="9779"/>
                    <a:pt x="5327650" y="9525"/>
                    <a:pt x="5324602" y="9525"/>
                  </a:cubicBezTo>
                  <a:lnTo>
                    <a:pt x="57277" y="9525"/>
                  </a:lnTo>
                  <a:cubicBezTo>
                    <a:pt x="54102" y="9525"/>
                    <a:pt x="51054" y="9779"/>
                    <a:pt x="48006" y="10414"/>
                  </a:cubicBezTo>
                  <a:lnTo>
                    <a:pt x="47117" y="5715"/>
                  </a:lnTo>
                  <a:lnTo>
                    <a:pt x="48006" y="10414"/>
                  </a:lnTo>
                  <a:cubicBezTo>
                    <a:pt x="44958" y="11049"/>
                    <a:pt x="41910" y="11938"/>
                    <a:pt x="39116" y="13081"/>
                  </a:cubicBezTo>
                  <a:cubicBezTo>
                    <a:pt x="36195" y="14224"/>
                    <a:pt x="33528" y="15748"/>
                    <a:pt x="30861" y="17526"/>
                  </a:cubicBezTo>
                  <a:cubicBezTo>
                    <a:pt x="28194" y="19304"/>
                    <a:pt x="25908" y="21209"/>
                    <a:pt x="23622" y="23495"/>
                  </a:cubicBezTo>
                  <a:cubicBezTo>
                    <a:pt x="21336" y="25781"/>
                    <a:pt x="19431" y="28067"/>
                    <a:pt x="17653" y="30734"/>
                  </a:cubicBezTo>
                  <a:cubicBezTo>
                    <a:pt x="15875" y="33274"/>
                    <a:pt x="14478" y="36068"/>
                    <a:pt x="13208" y="38989"/>
                  </a:cubicBezTo>
                  <a:lnTo>
                    <a:pt x="8763" y="37211"/>
                  </a:lnTo>
                  <a:lnTo>
                    <a:pt x="13208" y="38989"/>
                  </a:lnTo>
                  <a:cubicBezTo>
                    <a:pt x="12065" y="41910"/>
                    <a:pt x="11049" y="44831"/>
                    <a:pt x="10541" y="47879"/>
                  </a:cubicBezTo>
                  <a:cubicBezTo>
                    <a:pt x="10033" y="50927"/>
                    <a:pt x="9652" y="54102"/>
                    <a:pt x="9652" y="57150"/>
                  </a:cubicBezTo>
                  <a:lnTo>
                    <a:pt x="9652" y="238125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866775" y="1857375"/>
            <a:ext cx="762000" cy="762000"/>
            <a:chOff x="0" y="0"/>
            <a:chExt cx="1016000" cy="1016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" y="0"/>
                  </a:moveTo>
                  <a:cubicBezTo>
                    <a:pt x="36830" y="0"/>
                    <a:pt x="24765" y="4953"/>
                    <a:pt x="14859" y="14859"/>
                  </a:cubicBezTo>
                  <a:cubicBezTo>
                    <a:pt x="4953" y="24765"/>
                    <a:pt x="0" y="36830"/>
                    <a:pt x="0" y="50800"/>
                  </a:cubicBezTo>
                  <a:lnTo>
                    <a:pt x="0" y="965200"/>
                  </a:lnTo>
                  <a:cubicBezTo>
                    <a:pt x="0" y="979170"/>
                    <a:pt x="4953" y="991235"/>
                    <a:pt x="14859" y="1001141"/>
                  </a:cubicBezTo>
                  <a:cubicBezTo>
                    <a:pt x="24765" y="1011047"/>
                    <a:pt x="36830" y="1016000"/>
                    <a:pt x="50800" y="1016000"/>
                  </a:cubicBezTo>
                  <a:lnTo>
                    <a:pt x="965200" y="1016000"/>
                  </a:lnTo>
                  <a:cubicBezTo>
                    <a:pt x="979170" y="1016000"/>
                    <a:pt x="991235" y="1011047"/>
                    <a:pt x="1001141" y="1001141"/>
                  </a:cubicBezTo>
                  <a:cubicBezTo>
                    <a:pt x="1011047" y="991235"/>
                    <a:pt x="1016000" y="979170"/>
                    <a:pt x="1016000" y="965200"/>
                  </a:cubicBezTo>
                  <a:lnTo>
                    <a:pt x="1016000" y="50800"/>
                  </a:lnTo>
                  <a:cubicBezTo>
                    <a:pt x="1016000" y="36830"/>
                    <a:pt x="1011047" y="24765"/>
                    <a:pt x="1001141" y="14859"/>
                  </a:cubicBezTo>
                  <a:cubicBezTo>
                    <a:pt x="991235" y="4953"/>
                    <a:pt x="979170" y="0"/>
                    <a:pt x="96520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175372" y="1498597"/>
            <a:ext cx="5508622" cy="2565397"/>
            <a:chOff x="0" y="0"/>
            <a:chExt cx="5508625" cy="2565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68326" y="68453"/>
              <a:ext cx="5371846" cy="2428494"/>
            </a:xfrm>
            <a:custGeom>
              <a:avLst/>
              <a:gdLst/>
              <a:ahLst/>
              <a:cxnLst/>
              <a:rect r="r" b="b" t="t" l="l"/>
              <a:pathLst>
                <a:path h="2428494" w="5371846">
                  <a:moveTo>
                    <a:pt x="0" y="2376297"/>
                  </a:moveTo>
                  <a:lnTo>
                    <a:pt x="0" y="52197"/>
                  </a:ln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lnTo>
                    <a:pt x="5319649" y="0"/>
                  </a:lnTo>
                  <a:cubicBezTo>
                    <a:pt x="5323078" y="0"/>
                    <a:pt x="5326507" y="381"/>
                    <a:pt x="5329809" y="1016"/>
                  </a:cubicBezTo>
                  <a:cubicBezTo>
                    <a:pt x="5333111" y="1651"/>
                    <a:pt x="5336413" y="2667"/>
                    <a:pt x="5339588" y="3937"/>
                  </a:cubicBezTo>
                  <a:cubicBezTo>
                    <a:pt x="5342763" y="5207"/>
                    <a:pt x="5345811" y="6858"/>
                    <a:pt x="5348605" y="8763"/>
                  </a:cubicBezTo>
                  <a:cubicBezTo>
                    <a:pt x="5351399" y="10668"/>
                    <a:pt x="5354066" y="12827"/>
                    <a:pt x="5356606" y="15240"/>
                  </a:cubicBezTo>
                  <a:cubicBezTo>
                    <a:pt x="5359146" y="17653"/>
                    <a:pt x="5361178" y="20320"/>
                    <a:pt x="5363083" y="23241"/>
                  </a:cubicBezTo>
                  <a:cubicBezTo>
                    <a:pt x="5364988" y="26162"/>
                    <a:pt x="5366639" y="29083"/>
                    <a:pt x="5367909" y="32258"/>
                  </a:cubicBezTo>
                  <a:cubicBezTo>
                    <a:pt x="5369179" y="35433"/>
                    <a:pt x="5370195" y="38735"/>
                    <a:pt x="5370830" y="42037"/>
                  </a:cubicBezTo>
                  <a:cubicBezTo>
                    <a:pt x="5371465" y="45339"/>
                    <a:pt x="5371846" y="48768"/>
                    <a:pt x="5371846" y="52197"/>
                  </a:cubicBezTo>
                  <a:lnTo>
                    <a:pt x="5371846" y="2376297"/>
                  </a:lnTo>
                  <a:cubicBezTo>
                    <a:pt x="5371846" y="2379726"/>
                    <a:pt x="5371465" y="2383155"/>
                    <a:pt x="5370830" y="2386457"/>
                  </a:cubicBezTo>
                  <a:cubicBezTo>
                    <a:pt x="5370195" y="2389759"/>
                    <a:pt x="5369179" y="2393061"/>
                    <a:pt x="5367909" y="2396236"/>
                  </a:cubicBezTo>
                  <a:cubicBezTo>
                    <a:pt x="5366639" y="2399411"/>
                    <a:pt x="5364988" y="2402459"/>
                    <a:pt x="5363083" y="2405253"/>
                  </a:cubicBezTo>
                  <a:cubicBezTo>
                    <a:pt x="5361178" y="2408047"/>
                    <a:pt x="5359019" y="2410714"/>
                    <a:pt x="5356606" y="2413254"/>
                  </a:cubicBezTo>
                  <a:cubicBezTo>
                    <a:pt x="5354193" y="2415794"/>
                    <a:pt x="5351526" y="2417826"/>
                    <a:pt x="5348605" y="2419731"/>
                  </a:cubicBezTo>
                  <a:cubicBezTo>
                    <a:pt x="5345684" y="2421636"/>
                    <a:pt x="5342763" y="2423287"/>
                    <a:pt x="5339588" y="2424557"/>
                  </a:cubicBezTo>
                  <a:cubicBezTo>
                    <a:pt x="5336413" y="2425827"/>
                    <a:pt x="5333111" y="2426843"/>
                    <a:pt x="5329809" y="2427478"/>
                  </a:cubicBezTo>
                  <a:cubicBezTo>
                    <a:pt x="5326507" y="2428113"/>
                    <a:pt x="5323078" y="2428494"/>
                    <a:pt x="5319649" y="2428494"/>
                  </a:cubicBezTo>
                  <a:lnTo>
                    <a:pt x="52324" y="2428494"/>
                  </a:lnTo>
                  <a:cubicBezTo>
                    <a:pt x="48895" y="2428494"/>
                    <a:pt x="45466" y="2428113"/>
                    <a:pt x="42164" y="2427478"/>
                  </a:cubicBezTo>
                  <a:cubicBezTo>
                    <a:pt x="38862" y="2426843"/>
                    <a:pt x="35560" y="2425827"/>
                    <a:pt x="32385" y="2424557"/>
                  </a:cubicBezTo>
                  <a:cubicBezTo>
                    <a:pt x="29210" y="2423287"/>
                    <a:pt x="26162" y="2421636"/>
                    <a:pt x="23368" y="2419731"/>
                  </a:cubicBezTo>
                  <a:cubicBezTo>
                    <a:pt x="20574" y="2417826"/>
                    <a:pt x="17907" y="2415667"/>
                    <a:pt x="15367" y="2413254"/>
                  </a:cubicBezTo>
                  <a:cubicBezTo>
                    <a:pt x="12827" y="2410841"/>
                    <a:pt x="10795" y="2408174"/>
                    <a:pt x="8890" y="2405253"/>
                  </a:cubicBezTo>
                  <a:cubicBezTo>
                    <a:pt x="6985" y="2402332"/>
                    <a:pt x="5334" y="2399411"/>
                    <a:pt x="4064" y="2396236"/>
                  </a:cubicBezTo>
                  <a:cubicBezTo>
                    <a:pt x="2794" y="2393061"/>
                    <a:pt x="1778" y="2389759"/>
                    <a:pt x="1143" y="2386457"/>
                  </a:cubicBezTo>
                  <a:cubicBezTo>
                    <a:pt x="508" y="2383155"/>
                    <a:pt x="127" y="2379726"/>
                    <a:pt x="127" y="2376297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63373" y="63500"/>
              <a:ext cx="5381879" cy="2438654"/>
            </a:xfrm>
            <a:custGeom>
              <a:avLst/>
              <a:gdLst/>
              <a:ahLst/>
              <a:cxnLst/>
              <a:rect r="r" b="b" t="t" l="l"/>
              <a:pathLst>
                <a:path h="2438654" w="5381879">
                  <a:moveTo>
                    <a:pt x="127" y="2381250"/>
                  </a:moveTo>
                  <a:lnTo>
                    <a:pt x="127" y="57150"/>
                  </a:lnTo>
                  <a:lnTo>
                    <a:pt x="4953" y="57150"/>
                  </a:lnTo>
                  <a:lnTo>
                    <a:pt x="127" y="57150"/>
                  </a:lnTo>
                  <a:cubicBezTo>
                    <a:pt x="127" y="53340"/>
                    <a:pt x="508" y="49657"/>
                    <a:pt x="1270" y="45974"/>
                  </a:cubicBezTo>
                  <a:cubicBezTo>
                    <a:pt x="2032" y="42291"/>
                    <a:pt x="3048" y="38735"/>
                    <a:pt x="4572" y="35306"/>
                  </a:cubicBezTo>
                  <a:cubicBezTo>
                    <a:pt x="5969" y="31877"/>
                    <a:pt x="7747" y="28575"/>
                    <a:pt x="9906" y="25400"/>
                  </a:cubicBezTo>
                  <a:lnTo>
                    <a:pt x="13843" y="28067"/>
                  </a:lnTo>
                  <a:lnTo>
                    <a:pt x="9779" y="25400"/>
                  </a:lnTo>
                  <a:cubicBezTo>
                    <a:pt x="11811" y="22225"/>
                    <a:pt x="14224" y="19431"/>
                    <a:pt x="16891" y="16764"/>
                  </a:cubicBezTo>
                  <a:lnTo>
                    <a:pt x="20320" y="20193"/>
                  </a:lnTo>
                  <a:lnTo>
                    <a:pt x="16891" y="16764"/>
                  </a:lnTo>
                  <a:cubicBezTo>
                    <a:pt x="19558" y="14097"/>
                    <a:pt x="22479" y="11684"/>
                    <a:pt x="25527" y="9652"/>
                  </a:cubicBezTo>
                  <a:lnTo>
                    <a:pt x="28194" y="13589"/>
                  </a:lnTo>
                  <a:lnTo>
                    <a:pt x="25527" y="9652"/>
                  </a:lnTo>
                  <a:cubicBezTo>
                    <a:pt x="28702" y="7620"/>
                    <a:pt x="32004" y="5842"/>
                    <a:pt x="35433" y="4318"/>
                  </a:cubicBezTo>
                  <a:cubicBezTo>
                    <a:pt x="38862" y="2921"/>
                    <a:pt x="42418" y="1778"/>
                    <a:pt x="46101" y="1016"/>
                  </a:cubicBezTo>
                  <a:cubicBezTo>
                    <a:pt x="49784" y="381"/>
                    <a:pt x="53467" y="0"/>
                    <a:pt x="57277" y="0"/>
                  </a:cubicBezTo>
                  <a:lnTo>
                    <a:pt x="57277" y="4826"/>
                  </a:lnTo>
                  <a:lnTo>
                    <a:pt x="57277" y="0"/>
                  </a:lnTo>
                  <a:lnTo>
                    <a:pt x="5324602" y="0"/>
                  </a:lnTo>
                  <a:lnTo>
                    <a:pt x="5324602" y="4826"/>
                  </a:lnTo>
                  <a:lnTo>
                    <a:pt x="5324602" y="0"/>
                  </a:lnTo>
                  <a:cubicBezTo>
                    <a:pt x="5328412" y="0"/>
                    <a:pt x="5332095" y="381"/>
                    <a:pt x="5335778" y="1143"/>
                  </a:cubicBezTo>
                  <a:cubicBezTo>
                    <a:pt x="5339461" y="1905"/>
                    <a:pt x="5343017" y="2921"/>
                    <a:pt x="5346446" y="4445"/>
                  </a:cubicBezTo>
                  <a:lnTo>
                    <a:pt x="5344668" y="8890"/>
                  </a:lnTo>
                  <a:lnTo>
                    <a:pt x="5346446" y="4445"/>
                  </a:lnTo>
                  <a:cubicBezTo>
                    <a:pt x="5349875" y="5842"/>
                    <a:pt x="5353177" y="7620"/>
                    <a:pt x="5356352" y="9779"/>
                  </a:cubicBezTo>
                  <a:lnTo>
                    <a:pt x="5353685" y="13716"/>
                  </a:lnTo>
                  <a:lnTo>
                    <a:pt x="5356352" y="9779"/>
                  </a:lnTo>
                  <a:cubicBezTo>
                    <a:pt x="5359527" y="11811"/>
                    <a:pt x="5362321" y="14224"/>
                    <a:pt x="5364988" y="16891"/>
                  </a:cubicBezTo>
                  <a:lnTo>
                    <a:pt x="5361559" y="20320"/>
                  </a:lnTo>
                  <a:lnTo>
                    <a:pt x="5364988" y="16891"/>
                  </a:lnTo>
                  <a:cubicBezTo>
                    <a:pt x="5367655" y="19558"/>
                    <a:pt x="5370068" y="22479"/>
                    <a:pt x="5372100" y="25527"/>
                  </a:cubicBezTo>
                  <a:lnTo>
                    <a:pt x="5368163" y="28194"/>
                  </a:lnTo>
                  <a:lnTo>
                    <a:pt x="5372100" y="25527"/>
                  </a:lnTo>
                  <a:cubicBezTo>
                    <a:pt x="5374132" y="28702"/>
                    <a:pt x="5375910" y="32004"/>
                    <a:pt x="5377434" y="35433"/>
                  </a:cubicBezTo>
                  <a:lnTo>
                    <a:pt x="5372989" y="37211"/>
                  </a:lnTo>
                  <a:lnTo>
                    <a:pt x="5377434" y="35433"/>
                  </a:lnTo>
                  <a:cubicBezTo>
                    <a:pt x="5378831" y="38862"/>
                    <a:pt x="5379974" y="42418"/>
                    <a:pt x="5380736" y="46101"/>
                  </a:cubicBezTo>
                  <a:lnTo>
                    <a:pt x="5376037" y="46990"/>
                  </a:lnTo>
                  <a:lnTo>
                    <a:pt x="5380736" y="46101"/>
                  </a:lnTo>
                  <a:cubicBezTo>
                    <a:pt x="5381498" y="49784"/>
                    <a:pt x="5381879" y="53467"/>
                    <a:pt x="5381879" y="57277"/>
                  </a:cubicBezTo>
                  <a:lnTo>
                    <a:pt x="5377053" y="57277"/>
                  </a:lnTo>
                  <a:lnTo>
                    <a:pt x="5381879" y="57277"/>
                  </a:lnTo>
                  <a:lnTo>
                    <a:pt x="5381879" y="2381377"/>
                  </a:lnTo>
                  <a:lnTo>
                    <a:pt x="5377053" y="2381377"/>
                  </a:lnTo>
                  <a:lnTo>
                    <a:pt x="5381879" y="2381377"/>
                  </a:lnTo>
                  <a:cubicBezTo>
                    <a:pt x="5381879" y="2385187"/>
                    <a:pt x="5381498" y="2388870"/>
                    <a:pt x="5380736" y="2392553"/>
                  </a:cubicBezTo>
                  <a:lnTo>
                    <a:pt x="5376037" y="2391664"/>
                  </a:lnTo>
                  <a:lnTo>
                    <a:pt x="5380736" y="2392553"/>
                  </a:lnTo>
                  <a:cubicBezTo>
                    <a:pt x="5379974" y="2396236"/>
                    <a:pt x="5378958" y="2399792"/>
                    <a:pt x="5377434" y="2403221"/>
                  </a:cubicBezTo>
                  <a:lnTo>
                    <a:pt x="5372989" y="2401443"/>
                  </a:lnTo>
                  <a:lnTo>
                    <a:pt x="5377434" y="2403221"/>
                  </a:lnTo>
                  <a:cubicBezTo>
                    <a:pt x="5376037" y="2406650"/>
                    <a:pt x="5374259" y="2409952"/>
                    <a:pt x="5372100" y="2413127"/>
                  </a:cubicBezTo>
                  <a:lnTo>
                    <a:pt x="5368163" y="2410460"/>
                  </a:lnTo>
                  <a:lnTo>
                    <a:pt x="5372100" y="2413127"/>
                  </a:lnTo>
                  <a:cubicBezTo>
                    <a:pt x="5370068" y="2416302"/>
                    <a:pt x="5367655" y="2419096"/>
                    <a:pt x="5364988" y="2421763"/>
                  </a:cubicBezTo>
                  <a:cubicBezTo>
                    <a:pt x="5362321" y="2424430"/>
                    <a:pt x="5359400" y="2426843"/>
                    <a:pt x="5356352" y="2428875"/>
                  </a:cubicBezTo>
                  <a:cubicBezTo>
                    <a:pt x="5353177" y="2430907"/>
                    <a:pt x="5350002" y="2432685"/>
                    <a:pt x="5346446" y="2434209"/>
                  </a:cubicBezTo>
                  <a:lnTo>
                    <a:pt x="5344668" y="2429764"/>
                  </a:lnTo>
                  <a:lnTo>
                    <a:pt x="5346446" y="2434209"/>
                  </a:lnTo>
                  <a:cubicBezTo>
                    <a:pt x="5343017" y="2435606"/>
                    <a:pt x="5339461" y="2436749"/>
                    <a:pt x="5335778" y="2437511"/>
                  </a:cubicBezTo>
                  <a:lnTo>
                    <a:pt x="5334889" y="2432812"/>
                  </a:lnTo>
                  <a:lnTo>
                    <a:pt x="5335778" y="2437511"/>
                  </a:lnTo>
                  <a:cubicBezTo>
                    <a:pt x="5332095" y="2438273"/>
                    <a:pt x="5328412" y="2438654"/>
                    <a:pt x="5324602" y="2438654"/>
                  </a:cubicBezTo>
                  <a:lnTo>
                    <a:pt x="5324602" y="2433828"/>
                  </a:lnTo>
                  <a:lnTo>
                    <a:pt x="5324602" y="2438654"/>
                  </a:lnTo>
                  <a:lnTo>
                    <a:pt x="57277" y="2438654"/>
                  </a:lnTo>
                  <a:lnTo>
                    <a:pt x="57277" y="2433828"/>
                  </a:lnTo>
                  <a:lnTo>
                    <a:pt x="57277" y="2438654"/>
                  </a:lnTo>
                  <a:cubicBezTo>
                    <a:pt x="53467" y="2438654"/>
                    <a:pt x="49784" y="2438273"/>
                    <a:pt x="46101" y="2437511"/>
                  </a:cubicBezTo>
                  <a:lnTo>
                    <a:pt x="46990" y="2432812"/>
                  </a:lnTo>
                  <a:lnTo>
                    <a:pt x="46101" y="2437511"/>
                  </a:lnTo>
                  <a:cubicBezTo>
                    <a:pt x="42418" y="2436749"/>
                    <a:pt x="38862" y="2435733"/>
                    <a:pt x="35433" y="2434209"/>
                  </a:cubicBezTo>
                  <a:lnTo>
                    <a:pt x="37211" y="2429764"/>
                  </a:lnTo>
                  <a:lnTo>
                    <a:pt x="35433" y="2434209"/>
                  </a:lnTo>
                  <a:cubicBezTo>
                    <a:pt x="32004" y="2432812"/>
                    <a:pt x="28702" y="2431034"/>
                    <a:pt x="25527" y="2428875"/>
                  </a:cubicBezTo>
                  <a:lnTo>
                    <a:pt x="28194" y="2424938"/>
                  </a:lnTo>
                  <a:lnTo>
                    <a:pt x="25527" y="2428875"/>
                  </a:lnTo>
                  <a:cubicBezTo>
                    <a:pt x="22352" y="2426843"/>
                    <a:pt x="19558" y="2424430"/>
                    <a:pt x="16891" y="2421763"/>
                  </a:cubicBezTo>
                  <a:cubicBezTo>
                    <a:pt x="14224" y="2419096"/>
                    <a:pt x="11811" y="2416175"/>
                    <a:pt x="9779" y="2413127"/>
                  </a:cubicBezTo>
                  <a:lnTo>
                    <a:pt x="13716" y="2410460"/>
                  </a:lnTo>
                  <a:lnTo>
                    <a:pt x="9779" y="2413127"/>
                  </a:lnTo>
                  <a:cubicBezTo>
                    <a:pt x="7747" y="2409952"/>
                    <a:pt x="5969" y="2406650"/>
                    <a:pt x="4445" y="2403221"/>
                  </a:cubicBezTo>
                  <a:lnTo>
                    <a:pt x="8890" y="2401443"/>
                  </a:lnTo>
                  <a:lnTo>
                    <a:pt x="4445" y="2403221"/>
                  </a:lnTo>
                  <a:cubicBezTo>
                    <a:pt x="3048" y="2399792"/>
                    <a:pt x="1905" y="2396236"/>
                    <a:pt x="1143" y="2392553"/>
                  </a:cubicBezTo>
                  <a:cubicBezTo>
                    <a:pt x="381" y="2388870"/>
                    <a:pt x="0" y="2385187"/>
                    <a:pt x="0" y="2381377"/>
                  </a:cubicBezTo>
                  <a:lnTo>
                    <a:pt x="4826" y="2381377"/>
                  </a:lnTo>
                  <a:lnTo>
                    <a:pt x="127" y="2381377"/>
                  </a:lnTo>
                  <a:moveTo>
                    <a:pt x="9652" y="2381377"/>
                  </a:moveTo>
                  <a:cubicBezTo>
                    <a:pt x="9652" y="2384552"/>
                    <a:pt x="9906" y="2387600"/>
                    <a:pt x="10541" y="2390648"/>
                  </a:cubicBezTo>
                  <a:lnTo>
                    <a:pt x="5842" y="2391537"/>
                  </a:lnTo>
                  <a:lnTo>
                    <a:pt x="10541" y="2390648"/>
                  </a:lnTo>
                  <a:cubicBezTo>
                    <a:pt x="11176" y="2393696"/>
                    <a:pt x="12065" y="2396744"/>
                    <a:pt x="13208" y="2399538"/>
                  </a:cubicBezTo>
                  <a:cubicBezTo>
                    <a:pt x="14351" y="2402332"/>
                    <a:pt x="15875" y="2405126"/>
                    <a:pt x="17653" y="2407793"/>
                  </a:cubicBezTo>
                  <a:cubicBezTo>
                    <a:pt x="19431" y="2410460"/>
                    <a:pt x="21336" y="2412746"/>
                    <a:pt x="23622" y="2415032"/>
                  </a:cubicBezTo>
                  <a:lnTo>
                    <a:pt x="20193" y="2418461"/>
                  </a:lnTo>
                  <a:lnTo>
                    <a:pt x="23622" y="2415032"/>
                  </a:lnTo>
                  <a:cubicBezTo>
                    <a:pt x="25781" y="2417191"/>
                    <a:pt x="28194" y="2419223"/>
                    <a:pt x="30861" y="2421001"/>
                  </a:cubicBezTo>
                  <a:cubicBezTo>
                    <a:pt x="33401" y="2422779"/>
                    <a:pt x="36195" y="2424176"/>
                    <a:pt x="39116" y="2425446"/>
                  </a:cubicBezTo>
                  <a:cubicBezTo>
                    <a:pt x="42037" y="2426589"/>
                    <a:pt x="44958" y="2427605"/>
                    <a:pt x="48006" y="2428113"/>
                  </a:cubicBezTo>
                  <a:cubicBezTo>
                    <a:pt x="51054" y="2428621"/>
                    <a:pt x="54229" y="2429002"/>
                    <a:pt x="57277" y="2429002"/>
                  </a:cubicBezTo>
                  <a:lnTo>
                    <a:pt x="5324602" y="2429002"/>
                  </a:lnTo>
                  <a:cubicBezTo>
                    <a:pt x="5327777" y="2429002"/>
                    <a:pt x="5330825" y="2428748"/>
                    <a:pt x="5333873" y="2428113"/>
                  </a:cubicBezTo>
                  <a:cubicBezTo>
                    <a:pt x="5336921" y="2427478"/>
                    <a:pt x="5339969" y="2426589"/>
                    <a:pt x="5342763" y="2425446"/>
                  </a:cubicBezTo>
                  <a:cubicBezTo>
                    <a:pt x="5345684" y="2424303"/>
                    <a:pt x="5348351" y="2422779"/>
                    <a:pt x="5351018" y="2421001"/>
                  </a:cubicBezTo>
                  <a:lnTo>
                    <a:pt x="5353685" y="2424938"/>
                  </a:lnTo>
                  <a:lnTo>
                    <a:pt x="5351018" y="2421001"/>
                  </a:lnTo>
                  <a:cubicBezTo>
                    <a:pt x="5353558" y="2419223"/>
                    <a:pt x="5355971" y="2417318"/>
                    <a:pt x="5358257" y="2415032"/>
                  </a:cubicBezTo>
                  <a:lnTo>
                    <a:pt x="5361686" y="2418461"/>
                  </a:lnTo>
                  <a:lnTo>
                    <a:pt x="5358257" y="2415032"/>
                  </a:lnTo>
                  <a:cubicBezTo>
                    <a:pt x="5360416" y="2412873"/>
                    <a:pt x="5362448" y="2410460"/>
                    <a:pt x="5364226" y="2407793"/>
                  </a:cubicBezTo>
                  <a:cubicBezTo>
                    <a:pt x="5366004" y="2405253"/>
                    <a:pt x="5367401" y="2402459"/>
                    <a:pt x="5368671" y="2399538"/>
                  </a:cubicBezTo>
                  <a:cubicBezTo>
                    <a:pt x="5369814" y="2396617"/>
                    <a:pt x="5370830" y="2393696"/>
                    <a:pt x="5371338" y="2390648"/>
                  </a:cubicBezTo>
                  <a:cubicBezTo>
                    <a:pt x="5371973" y="2387600"/>
                    <a:pt x="5372227" y="2384425"/>
                    <a:pt x="5372227" y="2381377"/>
                  </a:cubicBezTo>
                  <a:lnTo>
                    <a:pt x="5372227" y="57150"/>
                  </a:lnTo>
                  <a:cubicBezTo>
                    <a:pt x="5372227" y="53975"/>
                    <a:pt x="5371973" y="50927"/>
                    <a:pt x="5371338" y="47879"/>
                  </a:cubicBezTo>
                  <a:cubicBezTo>
                    <a:pt x="5370703" y="44831"/>
                    <a:pt x="5369814" y="41783"/>
                    <a:pt x="5368671" y="38989"/>
                  </a:cubicBezTo>
                  <a:cubicBezTo>
                    <a:pt x="5367528" y="36068"/>
                    <a:pt x="5366004" y="33401"/>
                    <a:pt x="5364226" y="30734"/>
                  </a:cubicBezTo>
                  <a:cubicBezTo>
                    <a:pt x="5362448" y="28194"/>
                    <a:pt x="5360543" y="25781"/>
                    <a:pt x="5358257" y="23495"/>
                  </a:cubicBezTo>
                  <a:cubicBezTo>
                    <a:pt x="5355971" y="21209"/>
                    <a:pt x="5353685" y="19304"/>
                    <a:pt x="5351018" y="17526"/>
                  </a:cubicBezTo>
                  <a:cubicBezTo>
                    <a:pt x="5348351" y="15748"/>
                    <a:pt x="5345684" y="14351"/>
                    <a:pt x="5342763" y="13081"/>
                  </a:cubicBezTo>
                  <a:cubicBezTo>
                    <a:pt x="5339842" y="11938"/>
                    <a:pt x="5336921" y="10922"/>
                    <a:pt x="5333873" y="10414"/>
                  </a:cubicBezTo>
                  <a:lnTo>
                    <a:pt x="5334762" y="5715"/>
                  </a:lnTo>
                  <a:lnTo>
                    <a:pt x="5333873" y="10414"/>
                  </a:lnTo>
                  <a:cubicBezTo>
                    <a:pt x="5330825" y="9779"/>
                    <a:pt x="5327650" y="9525"/>
                    <a:pt x="5324602" y="9525"/>
                  </a:cubicBezTo>
                  <a:lnTo>
                    <a:pt x="57277" y="9525"/>
                  </a:lnTo>
                  <a:cubicBezTo>
                    <a:pt x="54102" y="9525"/>
                    <a:pt x="51054" y="9779"/>
                    <a:pt x="48006" y="10414"/>
                  </a:cubicBezTo>
                  <a:lnTo>
                    <a:pt x="47117" y="5715"/>
                  </a:lnTo>
                  <a:lnTo>
                    <a:pt x="48006" y="10414"/>
                  </a:lnTo>
                  <a:cubicBezTo>
                    <a:pt x="44958" y="11049"/>
                    <a:pt x="41910" y="11938"/>
                    <a:pt x="39116" y="13081"/>
                  </a:cubicBezTo>
                  <a:lnTo>
                    <a:pt x="37338" y="8636"/>
                  </a:lnTo>
                  <a:lnTo>
                    <a:pt x="39116" y="13081"/>
                  </a:lnTo>
                  <a:cubicBezTo>
                    <a:pt x="36195" y="14224"/>
                    <a:pt x="33528" y="15748"/>
                    <a:pt x="30861" y="17526"/>
                  </a:cubicBezTo>
                  <a:cubicBezTo>
                    <a:pt x="28321" y="19304"/>
                    <a:pt x="25908" y="21209"/>
                    <a:pt x="23622" y="23495"/>
                  </a:cubicBezTo>
                  <a:cubicBezTo>
                    <a:pt x="21336" y="25781"/>
                    <a:pt x="19431" y="28067"/>
                    <a:pt x="17653" y="30734"/>
                  </a:cubicBezTo>
                  <a:cubicBezTo>
                    <a:pt x="15875" y="33274"/>
                    <a:pt x="14478" y="36068"/>
                    <a:pt x="13208" y="38989"/>
                  </a:cubicBezTo>
                  <a:lnTo>
                    <a:pt x="8763" y="37211"/>
                  </a:lnTo>
                  <a:lnTo>
                    <a:pt x="13208" y="38989"/>
                  </a:lnTo>
                  <a:cubicBezTo>
                    <a:pt x="12065" y="41910"/>
                    <a:pt x="11049" y="44831"/>
                    <a:pt x="10541" y="47879"/>
                  </a:cubicBezTo>
                  <a:lnTo>
                    <a:pt x="5842" y="46990"/>
                  </a:lnTo>
                  <a:lnTo>
                    <a:pt x="10541" y="47879"/>
                  </a:lnTo>
                  <a:cubicBezTo>
                    <a:pt x="9906" y="50927"/>
                    <a:pt x="9652" y="54102"/>
                    <a:pt x="9652" y="57150"/>
                  </a:cubicBezTo>
                  <a:lnTo>
                    <a:pt x="9652" y="238125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534150" y="1857375"/>
            <a:ext cx="762000" cy="762000"/>
            <a:chOff x="0" y="0"/>
            <a:chExt cx="1016000" cy="1016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800" y="0"/>
                  </a:moveTo>
                  <a:cubicBezTo>
                    <a:pt x="36830" y="0"/>
                    <a:pt x="24765" y="4953"/>
                    <a:pt x="14859" y="14859"/>
                  </a:cubicBezTo>
                  <a:cubicBezTo>
                    <a:pt x="4953" y="24765"/>
                    <a:pt x="0" y="36703"/>
                    <a:pt x="0" y="50673"/>
                  </a:cubicBezTo>
                  <a:lnTo>
                    <a:pt x="0" y="965327"/>
                  </a:lnTo>
                  <a:cubicBezTo>
                    <a:pt x="0" y="979297"/>
                    <a:pt x="4953" y="991235"/>
                    <a:pt x="14859" y="1001141"/>
                  </a:cubicBezTo>
                  <a:cubicBezTo>
                    <a:pt x="24765" y="1011047"/>
                    <a:pt x="36830" y="1016000"/>
                    <a:pt x="50800" y="1016000"/>
                  </a:cubicBezTo>
                  <a:lnTo>
                    <a:pt x="965200" y="1016000"/>
                  </a:lnTo>
                  <a:cubicBezTo>
                    <a:pt x="979170" y="1016000"/>
                    <a:pt x="991235" y="1011047"/>
                    <a:pt x="1001141" y="1001141"/>
                  </a:cubicBezTo>
                  <a:cubicBezTo>
                    <a:pt x="1011047" y="991235"/>
                    <a:pt x="1016000" y="979170"/>
                    <a:pt x="1016000" y="965200"/>
                  </a:cubicBezTo>
                  <a:lnTo>
                    <a:pt x="1016000" y="50800"/>
                  </a:lnTo>
                  <a:cubicBezTo>
                    <a:pt x="1016000" y="36830"/>
                    <a:pt x="1011047" y="24765"/>
                    <a:pt x="1001141" y="14859"/>
                  </a:cubicBezTo>
                  <a:cubicBezTo>
                    <a:pt x="991235" y="4953"/>
                    <a:pt x="979170" y="0"/>
                    <a:pt x="965200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07997" y="4222747"/>
            <a:ext cx="5508622" cy="2565397"/>
            <a:chOff x="0" y="0"/>
            <a:chExt cx="5508625" cy="25654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8326" y="68453"/>
              <a:ext cx="5371846" cy="2428494"/>
            </a:xfrm>
            <a:custGeom>
              <a:avLst/>
              <a:gdLst/>
              <a:ahLst/>
              <a:cxnLst/>
              <a:rect r="r" b="b" t="t" l="l"/>
              <a:pathLst>
                <a:path h="2428494" w="5371846">
                  <a:moveTo>
                    <a:pt x="0" y="2376297"/>
                  </a:moveTo>
                  <a:lnTo>
                    <a:pt x="0" y="52197"/>
                  </a:ln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lnTo>
                    <a:pt x="5319649" y="0"/>
                  </a:lnTo>
                  <a:cubicBezTo>
                    <a:pt x="5323078" y="0"/>
                    <a:pt x="5326507" y="381"/>
                    <a:pt x="5329809" y="1016"/>
                  </a:cubicBezTo>
                  <a:cubicBezTo>
                    <a:pt x="5333111" y="1651"/>
                    <a:pt x="5336413" y="2667"/>
                    <a:pt x="5339588" y="3937"/>
                  </a:cubicBezTo>
                  <a:cubicBezTo>
                    <a:pt x="5342763" y="5207"/>
                    <a:pt x="5345811" y="6858"/>
                    <a:pt x="5348605" y="8763"/>
                  </a:cubicBezTo>
                  <a:cubicBezTo>
                    <a:pt x="5351399" y="10668"/>
                    <a:pt x="5354066" y="12827"/>
                    <a:pt x="5356606" y="15240"/>
                  </a:cubicBezTo>
                  <a:cubicBezTo>
                    <a:pt x="5359146" y="17653"/>
                    <a:pt x="5361178" y="20320"/>
                    <a:pt x="5363083" y="23241"/>
                  </a:cubicBezTo>
                  <a:cubicBezTo>
                    <a:pt x="5364988" y="26162"/>
                    <a:pt x="5366639" y="29083"/>
                    <a:pt x="5367909" y="32258"/>
                  </a:cubicBezTo>
                  <a:cubicBezTo>
                    <a:pt x="5369179" y="35433"/>
                    <a:pt x="5370195" y="38735"/>
                    <a:pt x="5370830" y="42037"/>
                  </a:cubicBezTo>
                  <a:cubicBezTo>
                    <a:pt x="5371465" y="45339"/>
                    <a:pt x="5371846" y="48768"/>
                    <a:pt x="5371846" y="52197"/>
                  </a:cubicBezTo>
                  <a:lnTo>
                    <a:pt x="5371846" y="2376297"/>
                  </a:lnTo>
                  <a:cubicBezTo>
                    <a:pt x="5371846" y="2379726"/>
                    <a:pt x="5371465" y="2383155"/>
                    <a:pt x="5370830" y="2386457"/>
                  </a:cubicBezTo>
                  <a:cubicBezTo>
                    <a:pt x="5370195" y="2389759"/>
                    <a:pt x="5369179" y="2393061"/>
                    <a:pt x="5367909" y="2396236"/>
                  </a:cubicBezTo>
                  <a:cubicBezTo>
                    <a:pt x="5366639" y="2399411"/>
                    <a:pt x="5364988" y="2402459"/>
                    <a:pt x="5363083" y="2405253"/>
                  </a:cubicBezTo>
                  <a:cubicBezTo>
                    <a:pt x="5361178" y="2408047"/>
                    <a:pt x="5359019" y="2410714"/>
                    <a:pt x="5356606" y="2413254"/>
                  </a:cubicBezTo>
                  <a:cubicBezTo>
                    <a:pt x="5354193" y="2415794"/>
                    <a:pt x="5351526" y="2417826"/>
                    <a:pt x="5348605" y="2419731"/>
                  </a:cubicBezTo>
                  <a:cubicBezTo>
                    <a:pt x="5345684" y="2421636"/>
                    <a:pt x="5342763" y="2423287"/>
                    <a:pt x="5339588" y="2424557"/>
                  </a:cubicBezTo>
                  <a:cubicBezTo>
                    <a:pt x="5336413" y="2425827"/>
                    <a:pt x="5333111" y="2426843"/>
                    <a:pt x="5329809" y="2427478"/>
                  </a:cubicBezTo>
                  <a:cubicBezTo>
                    <a:pt x="5326507" y="2428113"/>
                    <a:pt x="5323078" y="2428494"/>
                    <a:pt x="5319649" y="2428494"/>
                  </a:cubicBezTo>
                  <a:lnTo>
                    <a:pt x="52324" y="2428494"/>
                  </a:lnTo>
                  <a:cubicBezTo>
                    <a:pt x="48895" y="2428494"/>
                    <a:pt x="45466" y="2428113"/>
                    <a:pt x="42164" y="2427478"/>
                  </a:cubicBezTo>
                  <a:cubicBezTo>
                    <a:pt x="38862" y="2426843"/>
                    <a:pt x="35560" y="2425827"/>
                    <a:pt x="32385" y="2424557"/>
                  </a:cubicBezTo>
                  <a:cubicBezTo>
                    <a:pt x="29210" y="2423287"/>
                    <a:pt x="26162" y="2421636"/>
                    <a:pt x="23368" y="2419731"/>
                  </a:cubicBezTo>
                  <a:cubicBezTo>
                    <a:pt x="20574" y="2417826"/>
                    <a:pt x="17907" y="2415667"/>
                    <a:pt x="15367" y="2413254"/>
                  </a:cubicBezTo>
                  <a:cubicBezTo>
                    <a:pt x="12827" y="2410841"/>
                    <a:pt x="10795" y="2408174"/>
                    <a:pt x="8890" y="2405253"/>
                  </a:cubicBezTo>
                  <a:cubicBezTo>
                    <a:pt x="6985" y="2402332"/>
                    <a:pt x="5334" y="2399411"/>
                    <a:pt x="4064" y="2396236"/>
                  </a:cubicBezTo>
                  <a:cubicBezTo>
                    <a:pt x="2794" y="2393061"/>
                    <a:pt x="1778" y="2389759"/>
                    <a:pt x="1143" y="2386457"/>
                  </a:cubicBezTo>
                  <a:cubicBezTo>
                    <a:pt x="508" y="2383155"/>
                    <a:pt x="127" y="2379726"/>
                    <a:pt x="127" y="2376297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373" y="63500"/>
              <a:ext cx="5381879" cy="2438654"/>
            </a:xfrm>
            <a:custGeom>
              <a:avLst/>
              <a:gdLst/>
              <a:ahLst/>
              <a:cxnLst/>
              <a:rect r="r" b="b" t="t" l="l"/>
              <a:pathLst>
                <a:path h="2438654" w="5381879">
                  <a:moveTo>
                    <a:pt x="127" y="2381250"/>
                  </a:moveTo>
                  <a:lnTo>
                    <a:pt x="127" y="57150"/>
                  </a:lnTo>
                  <a:lnTo>
                    <a:pt x="4953" y="57150"/>
                  </a:lnTo>
                  <a:lnTo>
                    <a:pt x="127" y="57150"/>
                  </a:lnTo>
                  <a:cubicBezTo>
                    <a:pt x="127" y="53340"/>
                    <a:pt x="508" y="49657"/>
                    <a:pt x="1270" y="45974"/>
                  </a:cubicBezTo>
                  <a:lnTo>
                    <a:pt x="5969" y="46863"/>
                  </a:lnTo>
                  <a:lnTo>
                    <a:pt x="1270" y="45974"/>
                  </a:lnTo>
                  <a:cubicBezTo>
                    <a:pt x="2032" y="42291"/>
                    <a:pt x="3048" y="38735"/>
                    <a:pt x="4572" y="35306"/>
                  </a:cubicBezTo>
                  <a:cubicBezTo>
                    <a:pt x="5969" y="31877"/>
                    <a:pt x="7747" y="28575"/>
                    <a:pt x="9906" y="25400"/>
                  </a:cubicBezTo>
                  <a:cubicBezTo>
                    <a:pt x="11938" y="22225"/>
                    <a:pt x="14351" y="19431"/>
                    <a:pt x="17018" y="16764"/>
                  </a:cubicBezTo>
                  <a:lnTo>
                    <a:pt x="20447" y="20193"/>
                  </a:lnTo>
                  <a:lnTo>
                    <a:pt x="17018" y="16764"/>
                  </a:lnTo>
                  <a:cubicBezTo>
                    <a:pt x="19685" y="14097"/>
                    <a:pt x="22606" y="11684"/>
                    <a:pt x="25654" y="9652"/>
                  </a:cubicBezTo>
                  <a:lnTo>
                    <a:pt x="28321" y="13589"/>
                  </a:lnTo>
                  <a:lnTo>
                    <a:pt x="25527" y="9652"/>
                  </a:lnTo>
                  <a:cubicBezTo>
                    <a:pt x="28702" y="7620"/>
                    <a:pt x="32004" y="5842"/>
                    <a:pt x="35433" y="4318"/>
                  </a:cubicBezTo>
                  <a:lnTo>
                    <a:pt x="37211" y="8763"/>
                  </a:lnTo>
                  <a:lnTo>
                    <a:pt x="35433" y="4318"/>
                  </a:lnTo>
                  <a:cubicBezTo>
                    <a:pt x="38862" y="2921"/>
                    <a:pt x="42418" y="1778"/>
                    <a:pt x="46101" y="1016"/>
                  </a:cubicBezTo>
                  <a:lnTo>
                    <a:pt x="46990" y="5715"/>
                  </a:lnTo>
                  <a:lnTo>
                    <a:pt x="46101" y="1016"/>
                  </a:lnTo>
                  <a:cubicBezTo>
                    <a:pt x="49784" y="381"/>
                    <a:pt x="53467" y="0"/>
                    <a:pt x="57277" y="0"/>
                  </a:cubicBezTo>
                  <a:lnTo>
                    <a:pt x="57277" y="4826"/>
                  </a:lnTo>
                  <a:lnTo>
                    <a:pt x="57277" y="0"/>
                  </a:lnTo>
                  <a:lnTo>
                    <a:pt x="5324602" y="0"/>
                  </a:lnTo>
                  <a:lnTo>
                    <a:pt x="5324602" y="4826"/>
                  </a:lnTo>
                  <a:lnTo>
                    <a:pt x="5324602" y="0"/>
                  </a:lnTo>
                  <a:cubicBezTo>
                    <a:pt x="5328412" y="0"/>
                    <a:pt x="5332095" y="381"/>
                    <a:pt x="5335778" y="1143"/>
                  </a:cubicBezTo>
                  <a:lnTo>
                    <a:pt x="5334889" y="5842"/>
                  </a:lnTo>
                  <a:lnTo>
                    <a:pt x="5335778" y="1143"/>
                  </a:lnTo>
                  <a:cubicBezTo>
                    <a:pt x="5339461" y="1905"/>
                    <a:pt x="5343017" y="2921"/>
                    <a:pt x="5346446" y="4445"/>
                  </a:cubicBezTo>
                  <a:lnTo>
                    <a:pt x="5344668" y="8890"/>
                  </a:lnTo>
                  <a:lnTo>
                    <a:pt x="5346446" y="4445"/>
                  </a:lnTo>
                  <a:cubicBezTo>
                    <a:pt x="5349875" y="5842"/>
                    <a:pt x="5353177" y="7620"/>
                    <a:pt x="5356352" y="9779"/>
                  </a:cubicBezTo>
                  <a:lnTo>
                    <a:pt x="5353685" y="13716"/>
                  </a:lnTo>
                  <a:lnTo>
                    <a:pt x="5356352" y="9779"/>
                  </a:lnTo>
                  <a:cubicBezTo>
                    <a:pt x="5359527" y="11811"/>
                    <a:pt x="5362321" y="14224"/>
                    <a:pt x="5364988" y="16891"/>
                  </a:cubicBezTo>
                  <a:cubicBezTo>
                    <a:pt x="5367655" y="19558"/>
                    <a:pt x="5370068" y="22479"/>
                    <a:pt x="5372100" y="25527"/>
                  </a:cubicBezTo>
                  <a:lnTo>
                    <a:pt x="5368163" y="28194"/>
                  </a:lnTo>
                  <a:lnTo>
                    <a:pt x="5372100" y="25527"/>
                  </a:lnTo>
                  <a:cubicBezTo>
                    <a:pt x="5374132" y="28702"/>
                    <a:pt x="5375910" y="32004"/>
                    <a:pt x="5377434" y="35433"/>
                  </a:cubicBezTo>
                  <a:lnTo>
                    <a:pt x="5372989" y="37211"/>
                  </a:lnTo>
                  <a:lnTo>
                    <a:pt x="5377434" y="35433"/>
                  </a:lnTo>
                  <a:cubicBezTo>
                    <a:pt x="5378831" y="38862"/>
                    <a:pt x="5379974" y="42418"/>
                    <a:pt x="5380736" y="46101"/>
                  </a:cubicBezTo>
                  <a:lnTo>
                    <a:pt x="5376037" y="46990"/>
                  </a:lnTo>
                  <a:lnTo>
                    <a:pt x="5380736" y="46101"/>
                  </a:lnTo>
                  <a:cubicBezTo>
                    <a:pt x="5381498" y="49784"/>
                    <a:pt x="5381879" y="53467"/>
                    <a:pt x="5381879" y="57277"/>
                  </a:cubicBezTo>
                  <a:lnTo>
                    <a:pt x="5377053" y="57277"/>
                  </a:lnTo>
                  <a:lnTo>
                    <a:pt x="5381879" y="57277"/>
                  </a:lnTo>
                  <a:lnTo>
                    <a:pt x="5381879" y="2381377"/>
                  </a:lnTo>
                  <a:lnTo>
                    <a:pt x="5377053" y="2381377"/>
                  </a:lnTo>
                  <a:lnTo>
                    <a:pt x="5381879" y="2381377"/>
                  </a:lnTo>
                  <a:cubicBezTo>
                    <a:pt x="5381879" y="2385187"/>
                    <a:pt x="5381498" y="2388870"/>
                    <a:pt x="5380736" y="2392553"/>
                  </a:cubicBezTo>
                  <a:lnTo>
                    <a:pt x="5376037" y="2391664"/>
                  </a:lnTo>
                  <a:lnTo>
                    <a:pt x="5380736" y="2392553"/>
                  </a:lnTo>
                  <a:cubicBezTo>
                    <a:pt x="5379974" y="2396236"/>
                    <a:pt x="5378958" y="2399792"/>
                    <a:pt x="5377434" y="2403221"/>
                  </a:cubicBezTo>
                  <a:lnTo>
                    <a:pt x="5372989" y="2401443"/>
                  </a:lnTo>
                  <a:lnTo>
                    <a:pt x="5377434" y="2403221"/>
                  </a:lnTo>
                  <a:cubicBezTo>
                    <a:pt x="5376037" y="2406650"/>
                    <a:pt x="5374259" y="2409952"/>
                    <a:pt x="5372100" y="2413127"/>
                  </a:cubicBezTo>
                  <a:lnTo>
                    <a:pt x="5368163" y="2410460"/>
                  </a:lnTo>
                  <a:lnTo>
                    <a:pt x="5372100" y="2413127"/>
                  </a:lnTo>
                  <a:cubicBezTo>
                    <a:pt x="5370068" y="2416302"/>
                    <a:pt x="5367655" y="2419096"/>
                    <a:pt x="5364988" y="2421763"/>
                  </a:cubicBezTo>
                  <a:cubicBezTo>
                    <a:pt x="5362321" y="2424430"/>
                    <a:pt x="5359400" y="2426843"/>
                    <a:pt x="5356352" y="2428875"/>
                  </a:cubicBezTo>
                  <a:cubicBezTo>
                    <a:pt x="5353177" y="2430907"/>
                    <a:pt x="5349875" y="2432685"/>
                    <a:pt x="5346446" y="2434209"/>
                  </a:cubicBezTo>
                  <a:lnTo>
                    <a:pt x="5344668" y="2429764"/>
                  </a:lnTo>
                  <a:lnTo>
                    <a:pt x="5346446" y="2434209"/>
                  </a:lnTo>
                  <a:cubicBezTo>
                    <a:pt x="5343017" y="2435606"/>
                    <a:pt x="5339461" y="2436749"/>
                    <a:pt x="5335778" y="2437511"/>
                  </a:cubicBezTo>
                  <a:lnTo>
                    <a:pt x="5334889" y="2432812"/>
                  </a:lnTo>
                  <a:lnTo>
                    <a:pt x="5335778" y="2437511"/>
                  </a:lnTo>
                  <a:cubicBezTo>
                    <a:pt x="5332095" y="2438273"/>
                    <a:pt x="5328412" y="2438654"/>
                    <a:pt x="5324602" y="2438654"/>
                  </a:cubicBezTo>
                  <a:lnTo>
                    <a:pt x="5324602" y="2433828"/>
                  </a:lnTo>
                  <a:lnTo>
                    <a:pt x="5324602" y="2438654"/>
                  </a:lnTo>
                  <a:lnTo>
                    <a:pt x="57277" y="2438654"/>
                  </a:lnTo>
                  <a:lnTo>
                    <a:pt x="57277" y="2433828"/>
                  </a:lnTo>
                  <a:lnTo>
                    <a:pt x="57277" y="2438654"/>
                  </a:lnTo>
                  <a:cubicBezTo>
                    <a:pt x="53467" y="2438654"/>
                    <a:pt x="49784" y="2438273"/>
                    <a:pt x="46101" y="2437511"/>
                  </a:cubicBezTo>
                  <a:lnTo>
                    <a:pt x="46990" y="2432812"/>
                  </a:lnTo>
                  <a:lnTo>
                    <a:pt x="46101" y="2437511"/>
                  </a:lnTo>
                  <a:cubicBezTo>
                    <a:pt x="42418" y="2436749"/>
                    <a:pt x="38862" y="2435733"/>
                    <a:pt x="35433" y="2434209"/>
                  </a:cubicBezTo>
                  <a:lnTo>
                    <a:pt x="37211" y="2429764"/>
                  </a:lnTo>
                  <a:lnTo>
                    <a:pt x="35433" y="2434209"/>
                  </a:lnTo>
                  <a:cubicBezTo>
                    <a:pt x="32004" y="2432812"/>
                    <a:pt x="28702" y="2431034"/>
                    <a:pt x="25527" y="2428875"/>
                  </a:cubicBezTo>
                  <a:cubicBezTo>
                    <a:pt x="22352" y="2426843"/>
                    <a:pt x="19558" y="2424430"/>
                    <a:pt x="16891" y="2421763"/>
                  </a:cubicBezTo>
                  <a:cubicBezTo>
                    <a:pt x="14224" y="2419096"/>
                    <a:pt x="11811" y="2416175"/>
                    <a:pt x="9779" y="2413127"/>
                  </a:cubicBezTo>
                  <a:cubicBezTo>
                    <a:pt x="7747" y="2409952"/>
                    <a:pt x="5969" y="2406650"/>
                    <a:pt x="4445" y="2403221"/>
                  </a:cubicBezTo>
                  <a:cubicBezTo>
                    <a:pt x="3048" y="2399792"/>
                    <a:pt x="1905" y="2396236"/>
                    <a:pt x="1143" y="2392553"/>
                  </a:cubicBezTo>
                  <a:lnTo>
                    <a:pt x="5842" y="2391664"/>
                  </a:lnTo>
                  <a:lnTo>
                    <a:pt x="1143" y="2392553"/>
                  </a:lnTo>
                  <a:cubicBezTo>
                    <a:pt x="381" y="2388870"/>
                    <a:pt x="0" y="2385187"/>
                    <a:pt x="0" y="2381377"/>
                  </a:cubicBezTo>
                  <a:lnTo>
                    <a:pt x="4826" y="2381377"/>
                  </a:lnTo>
                  <a:lnTo>
                    <a:pt x="127" y="2381377"/>
                  </a:lnTo>
                  <a:moveTo>
                    <a:pt x="9652" y="2381377"/>
                  </a:moveTo>
                  <a:cubicBezTo>
                    <a:pt x="9652" y="2384552"/>
                    <a:pt x="9906" y="2387600"/>
                    <a:pt x="10541" y="2390648"/>
                  </a:cubicBezTo>
                  <a:cubicBezTo>
                    <a:pt x="11176" y="2393696"/>
                    <a:pt x="12065" y="2396744"/>
                    <a:pt x="13208" y="2399538"/>
                  </a:cubicBezTo>
                  <a:lnTo>
                    <a:pt x="8763" y="2401316"/>
                  </a:lnTo>
                  <a:lnTo>
                    <a:pt x="13208" y="2399538"/>
                  </a:lnTo>
                  <a:cubicBezTo>
                    <a:pt x="14351" y="2402459"/>
                    <a:pt x="15875" y="2405126"/>
                    <a:pt x="17653" y="2407793"/>
                  </a:cubicBezTo>
                  <a:lnTo>
                    <a:pt x="13716" y="2410460"/>
                  </a:lnTo>
                  <a:lnTo>
                    <a:pt x="17653" y="2407793"/>
                  </a:lnTo>
                  <a:cubicBezTo>
                    <a:pt x="19431" y="2410333"/>
                    <a:pt x="21336" y="2412746"/>
                    <a:pt x="23622" y="2415032"/>
                  </a:cubicBezTo>
                  <a:lnTo>
                    <a:pt x="20193" y="2418461"/>
                  </a:lnTo>
                  <a:lnTo>
                    <a:pt x="23622" y="2415032"/>
                  </a:lnTo>
                  <a:cubicBezTo>
                    <a:pt x="25781" y="2417191"/>
                    <a:pt x="28194" y="2419223"/>
                    <a:pt x="30861" y="2421001"/>
                  </a:cubicBezTo>
                  <a:lnTo>
                    <a:pt x="28194" y="2424938"/>
                  </a:lnTo>
                  <a:lnTo>
                    <a:pt x="30861" y="2421001"/>
                  </a:lnTo>
                  <a:cubicBezTo>
                    <a:pt x="33401" y="2422779"/>
                    <a:pt x="36195" y="2424176"/>
                    <a:pt x="39116" y="2425446"/>
                  </a:cubicBezTo>
                  <a:cubicBezTo>
                    <a:pt x="42037" y="2426589"/>
                    <a:pt x="44958" y="2427605"/>
                    <a:pt x="48006" y="2428113"/>
                  </a:cubicBezTo>
                  <a:cubicBezTo>
                    <a:pt x="51054" y="2428748"/>
                    <a:pt x="54229" y="2429002"/>
                    <a:pt x="57277" y="2429002"/>
                  </a:cubicBezTo>
                  <a:lnTo>
                    <a:pt x="5324602" y="2429002"/>
                  </a:lnTo>
                  <a:cubicBezTo>
                    <a:pt x="5327777" y="2429002"/>
                    <a:pt x="5330825" y="2428748"/>
                    <a:pt x="5333873" y="2428113"/>
                  </a:cubicBezTo>
                  <a:cubicBezTo>
                    <a:pt x="5336921" y="2427478"/>
                    <a:pt x="5339969" y="2426589"/>
                    <a:pt x="5342763" y="2425446"/>
                  </a:cubicBezTo>
                  <a:cubicBezTo>
                    <a:pt x="5345684" y="2424303"/>
                    <a:pt x="5348351" y="2422779"/>
                    <a:pt x="5351018" y="2421001"/>
                  </a:cubicBezTo>
                  <a:lnTo>
                    <a:pt x="5353685" y="2424938"/>
                  </a:lnTo>
                  <a:lnTo>
                    <a:pt x="5351018" y="2421001"/>
                  </a:lnTo>
                  <a:cubicBezTo>
                    <a:pt x="5353558" y="2419223"/>
                    <a:pt x="5355971" y="2417318"/>
                    <a:pt x="5358257" y="2415032"/>
                  </a:cubicBezTo>
                  <a:lnTo>
                    <a:pt x="5361686" y="2418461"/>
                  </a:lnTo>
                  <a:lnTo>
                    <a:pt x="5358257" y="2415032"/>
                  </a:lnTo>
                  <a:cubicBezTo>
                    <a:pt x="5360416" y="2412873"/>
                    <a:pt x="5362448" y="2410460"/>
                    <a:pt x="5364226" y="2407793"/>
                  </a:cubicBezTo>
                  <a:cubicBezTo>
                    <a:pt x="5366004" y="2405126"/>
                    <a:pt x="5367401" y="2402459"/>
                    <a:pt x="5368671" y="2399538"/>
                  </a:cubicBezTo>
                  <a:cubicBezTo>
                    <a:pt x="5369814" y="2396617"/>
                    <a:pt x="5370830" y="2393696"/>
                    <a:pt x="5371338" y="2390648"/>
                  </a:cubicBezTo>
                  <a:cubicBezTo>
                    <a:pt x="5371973" y="2387600"/>
                    <a:pt x="5372227" y="2384425"/>
                    <a:pt x="5372227" y="2381377"/>
                  </a:cubicBezTo>
                  <a:lnTo>
                    <a:pt x="5372227" y="57150"/>
                  </a:lnTo>
                  <a:cubicBezTo>
                    <a:pt x="5372227" y="53975"/>
                    <a:pt x="5371973" y="50927"/>
                    <a:pt x="5371338" y="47879"/>
                  </a:cubicBezTo>
                  <a:cubicBezTo>
                    <a:pt x="5370703" y="44831"/>
                    <a:pt x="5369814" y="41783"/>
                    <a:pt x="5368671" y="38989"/>
                  </a:cubicBezTo>
                  <a:cubicBezTo>
                    <a:pt x="5367528" y="36068"/>
                    <a:pt x="5366004" y="33401"/>
                    <a:pt x="5364226" y="30734"/>
                  </a:cubicBezTo>
                  <a:cubicBezTo>
                    <a:pt x="5362448" y="28194"/>
                    <a:pt x="5360543" y="25781"/>
                    <a:pt x="5358257" y="23495"/>
                  </a:cubicBezTo>
                  <a:lnTo>
                    <a:pt x="5361686" y="20066"/>
                  </a:lnTo>
                  <a:lnTo>
                    <a:pt x="5358257" y="23495"/>
                  </a:lnTo>
                  <a:cubicBezTo>
                    <a:pt x="5356098" y="21336"/>
                    <a:pt x="5353685" y="19304"/>
                    <a:pt x="5351018" y="17526"/>
                  </a:cubicBezTo>
                  <a:cubicBezTo>
                    <a:pt x="5348478" y="15748"/>
                    <a:pt x="5345684" y="14351"/>
                    <a:pt x="5342763" y="13081"/>
                  </a:cubicBezTo>
                  <a:cubicBezTo>
                    <a:pt x="5339842" y="11938"/>
                    <a:pt x="5336921" y="10922"/>
                    <a:pt x="5333873" y="10414"/>
                  </a:cubicBezTo>
                  <a:cubicBezTo>
                    <a:pt x="5330825" y="9779"/>
                    <a:pt x="5327650" y="9525"/>
                    <a:pt x="5324602" y="9525"/>
                  </a:cubicBezTo>
                  <a:lnTo>
                    <a:pt x="57277" y="9525"/>
                  </a:lnTo>
                  <a:cubicBezTo>
                    <a:pt x="54102" y="9525"/>
                    <a:pt x="51054" y="9779"/>
                    <a:pt x="48006" y="10414"/>
                  </a:cubicBezTo>
                  <a:cubicBezTo>
                    <a:pt x="44958" y="11049"/>
                    <a:pt x="41910" y="11938"/>
                    <a:pt x="39116" y="13081"/>
                  </a:cubicBezTo>
                  <a:cubicBezTo>
                    <a:pt x="36195" y="14224"/>
                    <a:pt x="33528" y="15748"/>
                    <a:pt x="30861" y="17526"/>
                  </a:cubicBezTo>
                  <a:cubicBezTo>
                    <a:pt x="28321" y="19304"/>
                    <a:pt x="25908" y="21209"/>
                    <a:pt x="23622" y="23495"/>
                  </a:cubicBezTo>
                  <a:cubicBezTo>
                    <a:pt x="21463" y="25654"/>
                    <a:pt x="19431" y="28067"/>
                    <a:pt x="17653" y="30734"/>
                  </a:cubicBezTo>
                  <a:lnTo>
                    <a:pt x="13716" y="28067"/>
                  </a:lnTo>
                  <a:lnTo>
                    <a:pt x="17653" y="30734"/>
                  </a:lnTo>
                  <a:cubicBezTo>
                    <a:pt x="15875" y="33274"/>
                    <a:pt x="14478" y="36068"/>
                    <a:pt x="13208" y="38989"/>
                  </a:cubicBezTo>
                  <a:lnTo>
                    <a:pt x="8763" y="37211"/>
                  </a:lnTo>
                  <a:lnTo>
                    <a:pt x="13208" y="38989"/>
                  </a:lnTo>
                  <a:cubicBezTo>
                    <a:pt x="12065" y="41910"/>
                    <a:pt x="11049" y="44831"/>
                    <a:pt x="10541" y="47879"/>
                  </a:cubicBezTo>
                  <a:cubicBezTo>
                    <a:pt x="10033" y="50927"/>
                    <a:pt x="9652" y="54102"/>
                    <a:pt x="9652" y="57150"/>
                  </a:cubicBezTo>
                  <a:lnTo>
                    <a:pt x="9652" y="238125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866775" y="4581525"/>
            <a:ext cx="762000" cy="762000"/>
            <a:chOff x="0" y="0"/>
            <a:chExt cx="1016000" cy="1016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673" y="0"/>
                  </a:moveTo>
                  <a:cubicBezTo>
                    <a:pt x="36703" y="0"/>
                    <a:pt x="24765" y="4953"/>
                    <a:pt x="14859" y="14859"/>
                  </a:cubicBezTo>
                  <a:cubicBezTo>
                    <a:pt x="4953" y="24765"/>
                    <a:pt x="0" y="36830"/>
                    <a:pt x="0" y="50800"/>
                  </a:cubicBezTo>
                  <a:lnTo>
                    <a:pt x="0" y="965200"/>
                  </a:lnTo>
                  <a:cubicBezTo>
                    <a:pt x="0" y="979170"/>
                    <a:pt x="4953" y="991235"/>
                    <a:pt x="14859" y="1001141"/>
                  </a:cubicBezTo>
                  <a:cubicBezTo>
                    <a:pt x="24765" y="1011047"/>
                    <a:pt x="36830" y="1016000"/>
                    <a:pt x="50800" y="1016000"/>
                  </a:cubicBezTo>
                  <a:lnTo>
                    <a:pt x="965200" y="1016000"/>
                  </a:lnTo>
                  <a:cubicBezTo>
                    <a:pt x="979170" y="1016000"/>
                    <a:pt x="991235" y="1011047"/>
                    <a:pt x="1001141" y="1001141"/>
                  </a:cubicBezTo>
                  <a:cubicBezTo>
                    <a:pt x="1011047" y="991235"/>
                    <a:pt x="1016000" y="979170"/>
                    <a:pt x="1016000" y="965200"/>
                  </a:cubicBezTo>
                  <a:lnTo>
                    <a:pt x="1016000" y="50800"/>
                  </a:lnTo>
                  <a:cubicBezTo>
                    <a:pt x="1016000" y="36830"/>
                    <a:pt x="1011047" y="24765"/>
                    <a:pt x="1001141" y="14859"/>
                  </a:cubicBezTo>
                  <a:cubicBezTo>
                    <a:pt x="991235" y="4953"/>
                    <a:pt x="979297" y="0"/>
                    <a:pt x="965327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6175372" y="4222747"/>
            <a:ext cx="5508622" cy="2565397"/>
            <a:chOff x="0" y="0"/>
            <a:chExt cx="5508625" cy="2565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8326" y="68453"/>
              <a:ext cx="5371846" cy="2428494"/>
            </a:xfrm>
            <a:custGeom>
              <a:avLst/>
              <a:gdLst/>
              <a:ahLst/>
              <a:cxnLst/>
              <a:rect r="r" b="b" t="t" l="l"/>
              <a:pathLst>
                <a:path h="2428494" w="5371846">
                  <a:moveTo>
                    <a:pt x="0" y="2376297"/>
                  </a:moveTo>
                  <a:lnTo>
                    <a:pt x="0" y="52197"/>
                  </a:lnTo>
                  <a:cubicBezTo>
                    <a:pt x="0" y="48768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lnTo>
                    <a:pt x="5319649" y="0"/>
                  </a:lnTo>
                  <a:cubicBezTo>
                    <a:pt x="5323078" y="0"/>
                    <a:pt x="5326507" y="381"/>
                    <a:pt x="5329809" y="1016"/>
                  </a:cubicBezTo>
                  <a:cubicBezTo>
                    <a:pt x="5333111" y="1651"/>
                    <a:pt x="5336413" y="2667"/>
                    <a:pt x="5339588" y="3937"/>
                  </a:cubicBezTo>
                  <a:cubicBezTo>
                    <a:pt x="5342763" y="5207"/>
                    <a:pt x="5345811" y="6858"/>
                    <a:pt x="5348605" y="8763"/>
                  </a:cubicBezTo>
                  <a:cubicBezTo>
                    <a:pt x="5351399" y="10668"/>
                    <a:pt x="5354066" y="12827"/>
                    <a:pt x="5356606" y="15240"/>
                  </a:cubicBezTo>
                  <a:cubicBezTo>
                    <a:pt x="5359146" y="17653"/>
                    <a:pt x="5361178" y="20320"/>
                    <a:pt x="5363083" y="23241"/>
                  </a:cubicBezTo>
                  <a:cubicBezTo>
                    <a:pt x="5364988" y="26162"/>
                    <a:pt x="5366639" y="29083"/>
                    <a:pt x="5367909" y="32258"/>
                  </a:cubicBezTo>
                  <a:cubicBezTo>
                    <a:pt x="5369179" y="35433"/>
                    <a:pt x="5370195" y="38735"/>
                    <a:pt x="5370830" y="42037"/>
                  </a:cubicBezTo>
                  <a:cubicBezTo>
                    <a:pt x="5371465" y="45339"/>
                    <a:pt x="5371846" y="48768"/>
                    <a:pt x="5371846" y="52197"/>
                  </a:cubicBezTo>
                  <a:lnTo>
                    <a:pt x="5371846" y="2376297"/>
                  </a:lnTo>
                  <a:cubicBezTo>
                    <a:pt x="5371846" y="2379726"/>
                    <a:pt x="5371465" y="2383155"/>
                    <a:pt x="5370830" y="2386457"/>
                  </a:cubicBezTo>
                  <a:cubicBezTo>
                    <a:pt x="5370195" y="2389759"/>
                    <a:pt x="5369179" y="2393061"/>
                    <a:pt x="5367909" y="2396236"/>
                  </a:cubicBezTo>
                  <a:cubicBezTo>
                    <a:pt x="5366639" y="2399411"/>
                    <a:pt x="5364988" y="2402459"/>
                    <a:pt x="5363083" y="2405253"/>
                  </a:cubicBezTo>
                  <a:cubicBezTo>
                    <a:pt x="5361178" y="2408047"/>
                    <a:pt x="5359019" y="2410714"/>
                    <a:pt x="5356606" y="2413254"/>
                  </a:cubicBezTo>
                  <a:cubicBezTo>
                    <a:pt x="5354193" y="2415794"/>
                    <a:pt x="5351526" y="2417826"/>
                    <a:pt x="5348605" y="2419731"/>
                  </a:cubicBezTo>
                  <a:cubicBezTo>
                    <a:pt x="5345684" y="2421636"/>
                    <a:pt x="5342763" y="2423287"/>
                    <a:pt x="5339588" y="2424557"/>
                  </a:cubicBezTo>
                  <a:cubicBezTo>
                    <a:pt x="5336413" y="2425827"/>
                    <a:pt x="5333111" y="2426843"/>
                    <a:pt x="5329809" y="2427478"/>
                  </a:cubicBezTo>
                  <a:cubicBezTo>
                    <a:pt x="5326507" y="2428113"/>
                    <a:pt x="5323078" y="2428494"/>
                    <a:pt x="5319649" y="2428494"/>
                  </a:cubicBezTo>
                  <a:lnTo>
                    <a:pt x="52324" y="2428494"/>
                  </a:lnTo>
                  <a:cubicBezTo>
                    <a:pt x="48895" y="2428494"/>
                    <a:pt x="45466" y="2428113"/>
                    <a:pt x="42164" y="2427478"/>
                  </a:cubicBezTo>
                  <a:cubicBezTo>
                    <a:pt x="38862" y="2426843"/>
                    <a:pt x="35560" y="2425827"/>
                    <a:pt x="32385" y="2424557"/>
                  </a:cubicBezTo>
                  <a:cubicBezTo>
                    <a:pt x="29210" y="2423287"/>
                    <a:pt x="26162" y="2421636"/>
                    <a:pt x="23368" y="2419731"/>
                  </a:cubicBezTo>
                  <a:cubicBezTo>
                    <a:pt x="20574" y="2417826"/>
                    <a:pt x="17907" y="2415667"/>
                    <a:pt x="15367" y="2413254"/>
                  </a:cubicBezTo>
                  <a:cubicBezTo>
                    <a:pt x="12827" y="2410841"/>
                    <a:pt x="10795" y="2408174"/>
                    <a:pt x="8890" y="2405253"/>
                  </a:cubicBezTo>
                  <a:cubicBezTo>
                    <a:pt x="6985" y="2402332"/>
                    <a:pt x="5334" y="2399411"/>
                    <a:pt x="4064" y="2396236"/>
                  </a:cubicBezTo>
                  <a:cubicBezTo>
                    <a:pt x="2794" y="2393061"/>
                    <a:pt x="1778" y="2389759"/>
                    <a:pt x="1143" y="2386457"/>
                  </a:cubicBezTo>
                  <a:cubicBezTo>
                    <a:pt x="508" y="2383155"/>
                    <a:pt x="127" y="2379726"/>
                    <a:pt x="127" y="2376297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63373" y="63500"/>
              <a:ext cx="5381879" cy="2438654"/>
            </a:xfrm>
            <a:custGeom>
              <a:avLst/>
              <a:gdLst/>
              <a:ahLst/>
              <a:cxnLst/>
              <a:rect r="r" b="b" t="t" l="l"/>
              <a:pathLst>
                <a:path h="2438654" w="5381879">
                  <a:moveTo>
                    <a:pt x="127" y="2381250"/>
                  </a:moveTo>
                  <a:lnTo>
                    <a:pt x="127" y="57150"/>
                  </a:lnTo>
                  <a:lnTo>
                    <a:pt x="4953" y="57150"/>
                  </a:lnTo>
                  <a:lnTo>
                    <a:pt x="127" y="57150"/>
                  </a:lnTo>
                  <a:cubicBezTo>
                    <a:pt x="127" y="53340"/>
                    <a:pt x="508" y="49657"/>
                    <a:pt x="1270" y="45974"/>
                  </a:cubicBezTo>
                  <a:cubicBezTo>
                    <a:pt x="2032" y="42291"/>
                    <a:pt x="3048" y="38735"/>
                    <a:pt x="4572" y="35306"/>
                  </a:cubicBezTo>
                  <a:lnTo>
                    <a:pt x="9017" y="37084"/>
                  </a:lnTo>
                  <a:lnTo>
                    <a:pt x="4572" y="35306"/>
                  </a:lnTo>
                  <a:cubicBezTo>
                    <a:pt x="5969" y="31877"/>
                    <a:pt x="7747" y="28575"/>
                    <a:pt x="9906" y="25400"/>
                  </a:cubicBezTo>
                  <a:lnTo>
                    <a:pt x="13843" y="28067"/>
                  </a:lnTo>
                  <a:lnTo>
                    <a:pt x="9779" y="25400"/>
                  </a:lnTo>
                  <a:cubicBezTo>
                    <a:pt x="11811" y="22225"/>
                    <a:pt x="14224" y="19431"/>
                    <a:pt x="16891" y="16764"/>
                  </a:cubicBezTo>
                  <a:lnTo>
                    <a:pt x="20320" y="20193"/>
                  </a:lnTo>
                  <a:lnTo>
                    <a:pt x="16891" y="16764"/>
                  </a:lnTo>
                  <a:cubicBezTo>
                    <a:pt x="19558" y="14097"/>
                    <a:pt x="22479" y="11684"/>
                    <a:pt x="25527" y="9652"/>
                  </a:cubicBezTo>
                  <a:lnTo>
                    <a:pt x="28194" y="13589"/>
                  </a:lnTo>
                  <a:lnTo>
                    <a:pt x="25527" y="9652"/>
                  </a:lnTo>
                  <a:cubicBezTo>
                    <a:pt x="28702" y="7620"/>
                    <a:pt x="32004" y="5842"/>
                    <a:pt x="35433" y="4318"/>
                  </a:cubicBezTo>
                  <a:cubicBezTo>
                    <a:pt x="38862" y="2921"/>
                    <a:pt x="42418" y="1778"/>
                    <a:pt x="46101" y="1016"/>
                  </a:cubicBezTo>
                  <a:lnTo>
                    <a:pt x="46990" y="5715"/>
                  </a:lnTo>
                  <a:lnTo>
                    <a:pt x="46101" y="1016"/>
                  </a:lnTo>
                  <a:cubicBezTo>
                    <a:pt x="49784" y="381"/>
                    <a:pt x="53467" y="0"/>
                    <a:pt x="57277" y="0"/>
                  </a:cubicBezTo>
                  <a:lnTo>
                    <a:pt x="57277" y="4826"/>
                  </a:lnTo>
                  <a:lnTo>
                    <a:pt x="57277" y="0"/>
                  </a:lnTo>
                  <a:lnTo>
                    <a:pt x="5324602" y="0"/>
                  </a:lnTo>
                  <a:lnTo>
                    <a:pt x="5324602" y="4826"/>
                  </a:lnTo>
                  <a:lnTo>
                    <a:pt x="5324602" y="0"/>
                  </a:lnTo>
                  <a:cubicBezTo>
                    <a:pt x="5328412" y="0"/>
                    <a:pt x="5332095" y="381"/>
                    <a:pt x="5335778" y="1143"/>
                  </a:cubicBezTo>
                  <a:lnTo>
                    <a:pt x="5334889" y="5842"/>
                  </a:lnTo>
                  <a:lnTo>
                    <a:pt x="5335778" y="1143"/>
                  </a:lnTo>
                  <a:cubicBezTo>
                    <a:pt x="5339461" y="1905"/>
                    <a:pt x="5343017" y="2921"/>
                    <a:pt x="5346446" y="4445"/>
                  </a:cubicBezTo>
                  <a:lnTo>
                    <a:pt x="5344668" y="8890"/>
                  </a:lnTo>
                  <a:lnTo>
                    <a:pt x="5346446" y="4445"/>
                  </a:lnTo>
                  <a:cubicBezTo>
                    <a:pt x="5349875" y="5842"/>
                    <a:pt x="5353177" y="7620"/>
                    <a:pt x="5356352" y="9779"/>
                  </a:cubicBezTo>
                  <a:lnTo>
                    <a:pt x="5353685" y="13716"/>
                  </a:lnTo>
                  <a:lnTo>
                    <a:pt x="5356352" y="9779"/>
                  </a:lnTo>
                  <a:cubicBezTo>
                    <a:pt x="5359527" y="11811"/>
                    <a:pt x="5362321" y="14224"/>
                    <a:pt x="5364988" y="16891"/>
                  </a:cubicBezTo>
                  <a:lnTo>
                    <a:pt x="5361559" y="20320"/>
                  </a:lnTo>
                  <a:lnTo>
                    <a:pt x="5364988" y="16891"/>
                  </a:lnTo>
                  <a:cubicBezTo>
                    <a:pt x="5367655" y="19558"/>
                    <a:pt x="5370068" y="22479"/>
                    <a:pt x="5372100" y="25527"/>
                  </a:cubicBezTo>
                  <a:lnTo>
                    <a:pt x="5368163" y="28194"/>
                  </a:lnTo>
                  <a:lnTo>
                    <a:pt x="5372100" y="25527"/>
                  </a:lnTo>
                  <a:cubicBezTo>
                    <a:pt x="5374132" y="28702"/>
                    <a:pt x="5375910" y="32004"/>
                    <a:pt x="5377434" y="35433"/>
                  </a:cubicBezTo>
                  <a:lnTo>
                    <a:pt x="5372989" y="37211"/>
                  </a:lnTo>
                  <a:lnTo>
                    <a:pt x="5377434" y="35433"/>
                  </a:lnTo>
                  <a:cubicBezTo>
                    <a:pt x="5378831" y="38862"/>
                    <a:pt x="5379974" y="42418"/>
                    <a:pt x="5380736" y="46101"/>
                  </a:cubicBezTo>
                  <a:lnTo>
                    <a:pt x="5376037" y="46990"/>
                  </a:lnTo>
                  <a:lnTo>
                    <a:pt x="5380736" y="46101"/>
                  </a:lnTo>
                  <a:cubicBezTo>
                    <a:pt x="5381498" y="49784"/>
                    <a:pt x="5381879" y="53467"/>
                    <a:pt x="5381879" y="57277"/>
                  </a:cubicBezTo>
                  <a:lnTo>
                    <a:pt x="5377053" y="57277"/>
                  </a:lnTo>
                  <a:lnTo>
                    <a:pt x="5381879" y="57277"/>
                  </a:lnTo>
                  <a:lnTo>
                    <a:pt x="5381879" y="2381377"/>
                  </a:lnTo>
                  <a:lnTo>
                    <a:pt x="5377053" y="2381377"/>
                  </a:lnTo>
                  <a:lnTo>
                    <a:pt x="5381879" y="2381377"/>
                  </a:lnTo>
                  <a:cubicBezTo>
                    <a:pt x="5381879" y="2385187"/>
                    <a:pt x="5381498" y="2388870"/>
                    <a:pt x="5380736" y="2392553"/>
                  </a:cubicBezTo>
                  <a:lnTo>
                    <a:pt x="5376037" y="2391664"/>
                  </a:lnTo>
                  <a:lnTo>
                    <a:pt x="5380736" y="2392553"/>
                  </a:lnTo>
                  <a:cubicBezTo>
                    <a:pt x="5379974" y="2396236"/>
                    <a:pt x="5378958" y="2399792"/>
                    <a:pt x="5377434" y="2403221"/>
                  </a:cubicBezTo>
                  <a:lnTo>
                    <a:pt x="5372989" y="2401443"/>
                  </a:lnTo>
                  <a:lnTo>
                    <a:pt x="5377434" y="2403221"/>
                  </a:lnTo>
                  <a:cubicBezTo>
                    <a:pt x="5376037" y="2406650"/>
                    <a:pt x="5374259" y="2409952"/>
                    <a:pt x="5372100" y="2413127"/>
                  </a:cubicBezTo>
                  <a:lnTo>
                    <a:pt x="5368163" y="2410460"/>
                  </a:lnTo>
                  <a:lnTo>
                    <a:pt x="5372100" y="2413127"/>
                  </a:lnTo>
                  <a:cubicBezTo>
                    <a:pt x="5370068" y="2416302"/>
                    <a:pt x="5367655" y="2419096"/>
                    <a:pt x="5364988" y="2421763"/>
                  </a:cubicBezTo>
                  <a:cubicBezTo>
                    <a:pt x="5362321" y="2424430"/>
                    <a:pt x="5359400" y="2426843"/>
                    <a:pt x="5356352" y="2428875"/>
                  </a:cubicBezTo>
                  <a:cubicBezTo>
                    <a:pt x="5353177" y="2430907"/>
                    <a:pt x="5350002" y="2432685"/>
                    <a:pt x="5346446" y="2434209"/>
                  </a:cubicBezTo>
                  <a:lnTo>
                    <a:pt x="5344668" y="2429764"/>
                  </a:lnTo>
                  <a:lnTo>
                    <a:pt x="5346446" y="2434209"/>
                  </a:lnTo>
                  <a:cubicBezTo>
                    <a:pt x="5343017" y="2435606"/>
                    <a:pt x="5339461" y="2436749"/>
                    <a:pt x="5335778" y="2437511"/>
                  </a:cubicBezTo>
                  <a:lnTo>
                    <a:pt x="5334889" y="2432812"/>
                  </a:lnTo>
                  <a:lnTo>
                    <a:pt x="5335778" y="2437511"/>
                  </a:lnTo>
                  <a:cubicBezTo>
                    <a:pt x="5332095" y="2438273"/>
                    <a:pt x="5328412" y="2438654"/>
                    <a:pt x="5324602" y="2438654"/>
                  </a:cubicBezTo>
                  <a:lnTo>
                    <a:pt x="5324602" y="2433828"/>
                  </a:lnTo>
                  <a:lnTo>
                    <a:pt x="5324602" y="2438654"/>
                  </a:lnTo>
                  <a:lnTo>
                    <a:pt x="57277" y="2438654"/>
                  </a:lnTo>
                  <a:lnTo>
                    <a:pt x="57277" y="2433828"/>
                  </a:lnTo>
                  <a:lnTo>
                    <a:pt x="57277" y="2438654"/>
                  </a:lnTo>
                  <a:cubicBezTo>
                    <a:pt x="53467" y="2438654"/>
                    <a:pt x="49784" y="2438273"/>
                    <a:pt x="46101" y="2437511"/>
                  </a:cubicBezTo>
                  <a:lnTo>
                    <a:pt x="46990" y="2432812"/>
                  </a:lnTo>
                  <a:lnTo>
                    <a:pt x="46101" y="2437511"/>
                  </a:lnTo>
                  <a:cubicBezTo>
                    <a:pt x="42418" y="2436749"/>
                    <a:pt x="38862" y="2435733"/>
                    <a:pt x="35433" y="2434209"/>
                  </a:cubicBezTo>
                  <a:cubicBezTo>
                    <a:pt x="32004" y="2432812"/>
                    <a:pt x="28702" y="2431034"/>
                    <a:pt x="25527" y="2428875"/>
                  </a:cubicBezTo>
                  <a:lnTo>
                    <a:pt x="28194" y="2424938"/>
                  </a:lnTo>
                  <a:lnTo>
                    <a:pt x="25527" y="2428875"/>
                  </a:lnTo>
                  <a:cubicBezTo>
                    <a:pt x="22352" y="2426843"/>
                    <a:pt x="19558" y="2424430"/>
                    <a:pt x="16891" y="2421763"/>
                  </a:cubicBezTo>
                  <a:cubicBezTo>
                    <a:pt x="14224" y="2419096"/>
                    <a:pt x="11811" y="2416175"/>
                    <a:pt x="9779" y="2413127"/>
                  </a:cubicBezTo>
                  <a:lnTo>
                    <a:pt x="13716" y="2410460"/>
                  </a:lnTo>
                  <a:lnTo>
                    <a:pt x="9779" y="2413127"/>
                  </a:lnTo>
                  <a:cubicBezTo>
                    <a:pt x="7747" y="2409952"/>
                    <a:pt x="5969" y="2406650"/>
                    <a:pt x="4445" y="2403221"/>
                  </a:cubicBezTo>
                  <a:lnTo>
                    <a:pt x="8890" y="2401443"/>
                  </a:lnTo>
                  <a:lnTo>
                    <a:pt x="4445" y="2403221"/>
                  </a:lnTo>
                  <a:cubicBezTo>
                    <a:pt x="3048" y="2399792"/>
                    <a:pt x="1905" y="2396236"/>
                    <a:pt x="1143" y="2392553"/>
                  </a:cubicBezTo>
                  <a:cubicBezTo>
                    <a:pt x="381" y="2388870"/>
                    <a:pt x="0" y="2385187"/>
                    <a:pt x="0" y="2381377"/>
                  </a:cubicBezTo>
                  <a:lnTo>
                    <a:pt x="4826" y="2381377"/>
                  </a:lnTo>
                  <a:lnTo>
                    <a:pt x="127" y="2381377"/>
                  </a:lnTo>
                  <a:moveTo>
                    <a:pt x="9652" y="2381377"/>
                  </a:moveTo>
                  <a:cubicBezTo>
                    <a:pt x="9652" y="2384552"/>
                    <a:pt x="9906" y="2387600"/>
                    <a:pt x="10541" y="2390648"/>
                  </a:cubicBezTo>
                  <a:lnTo>
                    <a:pt x="5842" y="2391537"/>
                  </a:lnTo>
                  <a:lnTo>
                    <a:pt x="10541" y="2390648"/>
                  </a:lnTo>
                  <a:cubicBezTo>
                    <a:pt x="11176" y="2393696"/>
                    <a:pt x="12065" y="2396744"/>
                    <a:pt x="13208" y="2399538"/>
                  </a:cubicBezTo>
                  <a:cubicBezTo>
                    <a:pt x="14351" y="2402332"/>
                    <a:pt x="15875" y="2405126"/>
                    <a:pt x="17653" y="2407793"/>
                  </a:cubicBezTo>
                  <a:cubicBezTo>
                    <a:pt x="19431" y="2410460"/>
                    <a:pt x="21336" y="2412746"/>
                    <a:pt x="23622" y="2415032"/>
                  </a:cubicBezTo>
                  <a:lnTo>
                    <a:pt x="20193" y="2418461"/>
                  </a:lnTo>
                  <a:lnTo>
                    <a:pt x="23622" y="2415032"/>
                  </a:lnTo>
                  <a:cubicBezTo>
                    <a:pt x="25781" y="2417191"/>
                    <a:pt x="28194" y="2419223"/>
                    <a:pt x="30861" y="2421001"/>
                  </a:cubicBezTo>
                  <a:cubicBezTo>
                    <a:pt x="33401" y="2422779"/>
                    <a:pt x="36195" y="2424176"/>
                    <a:pt x="39116" y="2425446"/>
                  </a:cubicBezTo>
                  <a:lnTo>
                    <a:pt x="37338" y="2429891"/>
                  </a:lnTo>
                  <a:lnTo>
                    <a:pt x="39116" y="2425446"/>
                  </a:lnTo>
                  <a:cubicBezTo>
                    <a:pt x="42037" y="2426589"/>
                    <a:pt x="44958" y="2427605"/>
                    <a:pt x="48006" y="2428113"/>
                  </a:cubicBezTo>
                  <a:cubicBezTo>
                    <a:pt x="51054" y="2428748"/>
                    <a:pt x="54229" y="2429002"/>
                    <a:pt x="57277" y="2429002"/>
                  </a:cubicBezTo>
                  <a:lnTo>
                    <a:pt x="5324602" y="2429002"/>
                  </a:lnTo>
                  <a:cubicBezTo>
                    <a:pt x="5327777" y="2429002"/>
                    <a:pt x="5330825" y="2428748"/>
                    <a:pt x="5333873" y="2428113"/>
                  </a:cubicBezTo>
                  <a:cubicBezTo>
                    <a:pt x="5336921" y="2427478"/>
                    <a:pt x="5339969" y="2426589"/>
                    <a:pt x="5342763" y="2425446"/>
                  </a:cubicBezTo>
                  <a:cubicBezTo>
                    <a:pt x="5345684" y="2424303"/>
                    <a:pt x="5348351" y="2422779"/>
                    <a:pt x="5351018" y="2421001"/>
                  </a:cubicBezTo>
                  <a:lnTo>
                    <a:pt x="5353685" y="2424938"/>
                  </a:lnTo>
                  <a:lnTo>
                    <a:pt x="5351018" y="2421001"/>
                  </a:lnTo>
                  <a:cubicBezTo>
                    <a:pt x="5353558" y="2419223"/>
                    <a:pt x="5355971" y="2417318"/>
                    <a:pt x="5358257" y="2415032"/>
                  </a:cubicBezTo>
                  <a:lnTo>
                    <a:pt x="5361686" y="2418461"/>
                  </a:lnTo>
                  <a:lnTo>
                    <a:pt x="5358257" y="2415032"/>
                  </a:lnTo>
                  <a:cubicBezTo>
                    <a:pt x="5360416" y="2412873"/>
                    <a:pt x="5362448" y="2410460"/>
                    <a:pt x="5364226" y="2407793"/>
                  </a:cubicBezTo>
                  <a:cubicBezTo>
                    <a:pt x="5366004" y="2405126"/>
                    <a:pt x="5367401" y="2402459"/>
                    <a:pt x="5368671" y="2399538"/>
                  </a:cubicBezTo>
                  <a:cubicBezTo>
                    <a:pt x="5369814" y="2396617"/>
                    <a:pt x="5370830" y="2393696"/>
                    <a:pt x="5371338" y="2390648"/>
                  </a:cubicBezTo>
                  <a:cubicBezTo>
                    <a:pt x="5371973" y="2387600"/>
                    <a:pt x="5372227" y="2384425"/>
                    <a:pt x="5372227" y="2381377"/>
                  </a:cubicBezTo>
                  <a:lnTo>
                    <a:pt x="5372227" y="57150"/>
                  </a:lnTo>
                  <a:cubicBezTo>
                    <a:pt x="5372227" y="53975"/>
                    <a:pt x="5371973" y="50927"/>
                    <a:pt x="5371338" y="47879"/>
                  </a:cubicBezTo>
                  <a:cubicBezTo>
                    <a:pt x="5370703" y="44831"/>
                    <a:pt x="5369814" y="41783"/>
                    <a:pt x="5368671" y="38989"/>
                  </a:cubicBezTo>
                  <a:cubicBezTo>
                    <a:pt x="5367528" y="36068"/>
                    <a:pt x="5366004" y="33401"/>
                    <a:pt x="5364226" y="30734"/>
                  </a:cubicBezTo>
                  <a:cubicBezTo>
                    <a:pt x="5362448" y="28194"/>
                    <a:pt x="5360543" y="25781"/>
                    <a:pt x="5358257" y="23495"/>
                  </a:cubicBezTo>
                  <a:cubicBezTo>
                    <a:pt x="5356098" y="21336"/>
                    <a:pt x="5353685" y="19304"/>
                    <a:pt x="5351018" y="17526"/>
                  </a:cubicBezTo>
                  <a:cubicBezTo>
                    <a:pt x="5348478" y="15748"/>
                    <a:pt x="5345684" y="14351"/>
                    <a:pt x="5342763" y="13081"/>
                  </a:cubicBezTo>
                  <a:cubicBezTo>
                    <a:pt x="5339842" y="11938"/>
                    <a:pt x="5336921" y="10922"/>
                    <a:pt x="5333873" y="10414"/>
                  </a:cubicBezTo>
                  <a:cubicBezTo>
                    <a:pt x="5330825" y="9779"/>
                    <a:pt x="5327650" y="9525"/>
                    <a:pt x="5324602" y="9525"/>
                  </a:cubicBezTo>
                  <a:lnTo>
                    <a:pt x="57277" y="9525"/>
                  </a:lnTo>
                  <a:cubicBezTo>
                    <a:pt x="54102" y="9525"/>
                    <a:pt x="51054" y="9779"/>
                    <a:pt x="48006" y="10414"/>
                  </a:cubicBezTo>
                  <a:cubicBezTo>
                    <a:pt x="44958" y="11049"/>
                    <a:pt x="41910" y="11938"/>
                    <a:pt x="39116" y="13081"/>
                  </a:cubicBezTo>
                  <a:lnTo>
                    <a:pt x="37338" y="8636"/>
                  </a:lnTo>
                  <a:lnTo>
                    <a:pt x="39116" y="13081"/>
                  </a:lnTo>
                  <a:cubicBezTo>
                    <a:pt x="36195" y="14224"/>
                    <a:pt x="33528" y="15748"/>
                    <a:pt x="30861" y="17526"/>
                  </a:cubicBezTo>
                  <a:cubicBezTo>
                    <a:pt x="28321" y="19304"/>
                    <a:pt x="25908" y="21209"/>
                    <a:pt x="23622" y="23495"/>
                  </a:cubicBezTo>
                  <a:cubicBezTo>
                    <a:pt x="21463" y="25654"/>
                    <a:pt x="19431" y="28067"/>
                    <a:pt x="17653" y="30734"/>
                  </a:cubicBezTo>
                  <a:cubicBezTo>
                    <a:pt x="15875" y="33401"/>
                    <a:pt x="14478" y="36068"/>
                    <a:pt x="13208" y="38989"/>
                  </a:cubicBezTo>
                  <a:cubicBezTo>
                    <a:pt x="11938" y="41910"/>
                    <a:pt x="11049" y="44831"/>
                    <a:pt x="10541" y="47879"/>
                  </a:cubicBezTo>
                  <a:lnTo>
                    <a:pt x="5842" y="46990"/>
                  </a:lnTo>
                  <a:lnTo>
                    <a:pt x="10541" y="47879"/>
                  </a:lnTo>
                  <a:cubicBezTo>
                    <a:pt x="9906" y="50927"/>
                    <a:pt x="9652" y="54102"/>
                    <a:pt x="9652" y="57150"/>
                  </a:cubicBezTo>
                  <a:lnTo>
                    <a:pt x="9652" y="238125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6534150" y="4581525"/>
            <a:ext cx="762000" cy="762000"/>
            <a:chOff x="0" y="0"/>
            <a:chExt cx="1016000" cy="1016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1016000">
                  <a:moveTo>
                    <a:pt x="50673" y="0"/>
                  </a:moveTo>
                  <a:cubicBezTo>
                    <a:pt x="36703" y="0"/>
                    <a:pt x="24765" y="4953"/>
                    <a:pt x="14859" y="14859"/>
                  </a:cubicBezTo>
                  <a:cubicBezTo>
                    <a:pt x="4953" y="24765"/>
                    <a:pt x="0" y="36703"/>
                    <a:pt x="0" y="50673"/>
                  </a:cubicBezTo>
                  <a:lnTo>
                    <a:pt x="0" y="965327"/>
                  </a:lnTo>
                  <a:cubicBezTo>
                    <a:pt x="0" y="979297"/>
                    <a:pt x="4953" y="991235"/>
                    <a:pt x="14859" y="1001141"/>
                  </a:cubicBezTo>
                  <a:cubicBezTo>
                    <a:pt x="24765" y="1011047"/>
                    <a:pt x="36830" y="1016000"/>
                    <a:pt x="50800" y="1016000"/>
                  </a:cubicBezTo>
                  <a:lnTo>
                    <a:pt x="965200" y="1016000"/>
                  </a:lnTo>
                  <a:cubicBezTo>
                    <a:pt x="979170" y="1016000"/>
                    <a:pt x="991235" y="1011047"/>
                    <a:pt x="1001141" y="1001141"/>
                  </a:cubicBezTo>
                  <a:cubicBezTo>
                    <a:pt x="1011047" y="991235"/>
                    <a:pt x="1016000" y="979170"/>
                    <a:pt x="1016000" y="965200"/>
                  </a:cubicBezTo>
                  <a:lnTo>
                    <a:pt x="1016000" y="50800"/>
                  </a:lnTo>
                  <a:cubicBezTo>
                    <a:pt x="1016000" y="36830"/>
                    <a:pt x="1011047" y="24765"/>
                    <a:pt x="1001141" y="14859"/>
                  </a:cubicBezTo>
                  <a:cubicBezTo>
                    <a:pt x="991235" y="4953"/>
                    <a:pt x="979297" y="0"/>
                    <a:pt x="965327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571500" y="486813"/>
            <a:ext cx="262489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Project Objec ves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819275" y="2035864"/>
            <a:ext cx="124567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BCD4"/>
                </a:solidFill>
                <a:latin typeface="Carlito Bold"/>
                <a:ea typeface="Carlito Bold"/>
                <a:cs typeface="Carlito Bold"/>
                <a:sym typeface="Carlito Bold"/>
              </a:rPr>
              <a:t>Skill Mastery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819275" y="4760014"/>
            <a:ext cx="1493758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BCD4"/>
                </a:solidFill>
                <a:latin typeface="Carlito Bold"/>
                <a:ea typeface="Carlito Bold"/>
                <a:cs typeface="Carlito Bold"/>
                <a:sym typeface="Carlito Bold"/>
              </a:rPr>
              <a:t>Prac cal Bridge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486650" y="4760014"/>
            <a:ext cx="1249994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BCD4"/>
                </a:solidFill>
                <a:latin typeface="Carlito Bold"/>
                <a:ea typeface="Carlito Bold"/>
                <a:cs typeface="Carlito Bold"/>
                <a:sym typeface="Carlito Bold"/>
              </a:rPr>
              <a:t>Code Quality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486650" y="2035864"/>
            <a:ext cx="1229735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00BCD4"/>
                </a:solidFill>
                <a:latin typeface="Carlito Bold"/>
                <a:ea typeface="Carlito Bold"/>
                <a:cs typeface="Carlito Bold"/>
                <a:sym typeface="Carlito Bold"/>
              </a:rPr>
              <a:t>System Logic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66775" y="2751601"/>
            <a:ext cx="4621835" cy="94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Reinforce fundamental C programming skills through complex memory management, pointer manipulation, and data structure implementation.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6775" y="5475751"/>
            <a:ext cx="4752184" cy="94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Bridge the gap between theoretical logic and practical utility by creating a tool designed for real- world efficiency and task organization.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534150" y="5475751"/>
            <a:ext cx="4669326" cy="1117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Develop reusable, modular source code following professional standards to ensure long-term maintainability and scalability.</a:t>
            </a:r>
          </a:p>
          <a:p>
            <a:pPr algn="l">
              <a:lnSpc>
                <a:spcPts val="1274"/>
              </a:lnSpc>
            </a:pPr>
            <a:r>
              <a:rPr lang="en-US" sz="10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534150" y="2751601"/>
            <a:ext cx="4680804" cy="942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Implement full CRUD (Create, Read, Update, Delete) lifecycle logic to manage task persistence and data integrity within the system.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798746" y="6405286"/>
            <a:ext cx="3898068" cy="18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©2026To-DoListManagementSystem | ProjectDocumentation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43725" y="4829175"/>
            <a:ext cx="3067050" cy="1733550"/>
          </a:xfrm>
          <a:custGeom>
            <a:avLst/>
            <a:gdLst/>
            <a:ahLst/>
            <a:cxnLst/>
            <a:rect r="r" b="b" t="t" l="l"/>
            <a:pathLst>
              <a:path h="1733550" w="3067050">
                <a:moveTo>
                  <a:pt x="0" y="0"/>
                </a:moveTo>
                <a:lnTo>
                  <a:pt x="3067050" y="0"/>
                </a:lnTo>
                <a:lnTo>
                  <a:pt x="3067050" y="1733550"/>
                </a:lnTo>
                <a:lnTo>
                  <a:pt x="0" y="17335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270497" y="1403347"/>
            <a:ext cx="6413497" cy="3251197"/>
          </a:xfrm>
          <a:custGeom>
            <a:avLst/>
            <a:gdLst/>
            <a:ahLst/>
            <a:cxnLst/>
            <a:rect r="r" b="b" t="t" l="l"/>
            <a:pathLst>
              <a:path h="3251197" w="6413497">
                <a:moveTo>
                  <a:pt x="0" y="0"/>
                </a:moveTo>
                <a:lnTo>
                  <a:pt x="6413497" y="0"/>
                </a:lnTo>
                <a:lnTo>
                  <a:pt x="6413497" y="3251197"/>
                </a:lnTo>
                <a:lnTo>
                  <a:pt x="0" y="32511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953250" y="4838700"/>
            <a:ext cx="3048000" cy="1714500"/>
            <a:chOff x="0" y="0"/>
            <a:chExt cx="40640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064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4064000">
                  <a:moveTo>
                    <a:pt x="38100" y="0"/>
                  </a:moveTo>
                  <a:cubicBezTo>
                    <a:pt x="27559" y="0"/>
                    <a:pt x="18542" y="3683"/>
                    <a:pt x="11176" y="11176"/>
                  </a:cubicBezTo>
                  <a:cubicBezTo>
                    <a:pt x="3810" y="18669"/>
                    <a:pt x="0" y="27559"/>
                    <a:pt x="0" y="38100"/>
                  </a:cubicBezTo>
                  <a:lnTo>
                    <a:pt x="0" y="2247900"/>
                  </a:lnTo>
                  <a:cubicBezTo>
                    <a:pt x="0" y="2258441"/>
                    <a:pt x="3683" y="2267458"/>
                    <a:pt x="11176" y="2274824"/>
                  </a:cubicBezTo>
                  <a:cubicBezTo>
                    <a:pt x="18669" y="2282190"/>
                    <a:pt x="27559" y="2286000"/>
                    <a:pt x="38100" y="2286000"/>
                  </a:cubicBezTo>
                  <a:lnTo>
                    <a:pt x="4025900" y="2286000"/>
                  </a:lnTo>
                  <a:cubicBezTo>
                    <a:pt x="4036441" y="2286000"/>
                    <a:pt x="4045458" y="2282317"/>
                    <a:pt x="4052824" y="2274824"/>
                  </a:cubicBezTo>
                  <a:cubicBezTo>
                    <a:pt x="4060190" y="2267331"/>
                    <a:pt x="4064000" y="2258441"/>
                    <a:pt x="4064000" y="2247900"/>
                  </a:cubicBezTo>
                  <a:lnTo>
                    <a:pt x="4064000" y="38100"/>
                  </a:lnTo>
                  <a:cubicBezTo>
                    <a:pt x="4064000" y="27559"/>
                    <a:pt x="4060317" y="18542"/>
                    <a:pt x="4052824" y="11176"/>
                  </a:cubicBezTo>
                  <a:cubicBezTo>
                    <a:pt x="4045331" y="3810"/>
                    <a:pt x="4036441" y="0"/>
                    <a:pt x="40259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138" r="0" b="-138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500" y="1543050"/>
            <a:ext cx="76200" cy="76200"/>
            <a:chOff x="0" y="0"/>
            <a:chExt cx="76200" cy="76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71500" y="2914650"/>
            <a:ext cx="76200" cy="76200"/>
            <a:chOff x="0" y="0"/>
            <a:chExt cx="76200" cy="762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71500" y="4286250"/>
            <a:ext cx="76200" cy="76200"/>
            <a:chOff x="0" y="0"/>
            <a:chExt cx="76200" cy="76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71500" y="5400675"/>
            <a:ext cx="76200" cy="76200"/>
            <a:chOff x="0" y="0"/>
            <a:chExt cx="76200" cy="762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200" cy="76200"/>
            </a:xfrm>
            <a:custGeom>
              <a:avLst/>
              <a:gdLst/>
              <a:ahLst/>
              <a:cxnLst/>
              <a:rect r="r" b="b" t="t" l="l"/>
              <a:pathLst>
                <a:path h="76200" w="76200">
                  <a:moveTo>
                    <a:pt x="0" y="0"/>
                  </a:moveTo>
                  <a:lnTo>
                    <a:pt x="76200" y="0"/>
                  </a:lnTo>
                  <a:lnTo>
                    <a:pt x="76200" y="76200"/>
                  </a:lnTo>
                  <a:lnTo>
                    <a:pt x="0" y="762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71500" y="486813"/>
            <a:ext cx="2804122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 spc="48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SYSTEM FEATURES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34025" y="1601229"/>
            <a:ext cx="563318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Option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34025" y="2058429"/>
            <a:ext cx="709165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Option 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34025" y="2496579"/>
            <a:ext cx="709165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Option 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34025" y="2934729"/>
            <a:ext cx="709165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Option 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34025" y="3372879"/>
            <a:ext cx="709165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Option 4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34025" y="3811029"/>
            <a:ext cx="709165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Option 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34025" y="4249179"/>
            <a:ext cx="709165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Option 6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270699" y="1601229"/>
            <a:ext cx="1470165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Functional Action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09625" y="3135401"/>
            <a:ext cx="3732828" cy="773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Immediate task addition and viewing capabilities using dynamic data structures for optimized performance.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09625" y="1763801"/>
            <a:ext cx="3884990" cy="7736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 robust, menu-driven interface designed for high efficiency and seamless user interaction within the console environment.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09625" y="4507001"/>
            <a:ext cx="3952627" cy="516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Full CRUD (Create, Read, Update, Delete) support allowing users to modify or remove tasks on the fly.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809625" y="5621426"/>
            <a:ext cx="4034685" cy="516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Integrated completion markers to differentiate between pending and finalized activities at a glance.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270699" y="2049551"/>
            <a:ext cx="3408521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Add Task: Create new entries in the system.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70699" y="2487701"/>
            <a:ext cx="3647951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View Tasks: Display the current list of activities.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270699" y="2925851"/>
            <a:ext cx="3359763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Edit Task: Modify existing task descriptions.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70699" y="3364001"/>
            <a:ext cx="3933501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Delete Task: Remove completed or obsolete tasks.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270699" y="3802151"/>
            <a:ext cx="3858863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Mark as Complete: Update task status to finished.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270699" y="4240301"/>
            <a:ext cx="3392462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Exit: Securely close the application session.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09625" y="5270602"/>
            <a:ext cx="1331185" cy="307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Status Tracking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9625" y="1412977"/>
            <a:ext cx="1744056" cy="307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Intui ve Naviga 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09625" y="2784577"/>
            <a:ext cx="1841325" cy="307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Real- me Processing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09625" y="4156177"/>
            <a:ext cx="1907286" cy="307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Dynamic Task Control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7801127" y="6310036"/>
            <a:ext cx="3895677" cy="18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 2026 To-Do List Management System | Technical Specification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7997" y="3098797"/>
            <a:ext cx="5270497" cy="1546222"/>
          </a:xfrm>
          <a:custGeom>
            <a:avLst/>
            <a:gdLst/>
            <a:ahLst/>
            <a:cxnLst/>
            <a:rect r="r" b="b" t="t" l="l"/>
            <a:pathLst>
              <a:path h="1546222" w="5270497">
                <a:moveTo>
                  <a:pt x="0" y="0"/>
                </a:moveTo>
                <a:lnTo>
                  <a:pt x="5270497" y="0"/>
                </a:lnTo>
                <a:lnTo>
                  <a:pt x="5270497" y="1546222"/>
                </a:lnTo>
                <a:lnTo>
                  <a:pt x="0" y="15462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19125" y="5448300"/>
            <a:ext cx="66675" cy="66675"/>
            <a:chOff x="0" y="0"/>
            <a:chExt cx="66675" cy="6667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6675" cy="66548"/>
            </a:xfrm>
            <a:custGeom>
              <a:avLst/>
              <a:gdLst/>
              <a:ahLst/>
              <a:cxnLst/>
              <a:rect r="r" b="b" t="t" l="l"/>
              <a:pathLst>
                <a:path h="66548" w="66675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619125" y="6267450"/>
            <a:ext cx="66675" cy="66675"/>
            <a:chOff x="0" y="0"/>
            <a:chExt cx="66675" cy="6667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675" cy="66548"/>
            </a:xfrm>
            <a:custGeom>
              <a:avLst/>
              <a:gdLst/>
              <a:ahLst/>
              <a:cxnLst/>
              <a:rect r="r" b="b" t="t" l="l"/>
              <a:pathLst>
                <a:path h="66548" w="66675">
                  <a:moveTo>
                    <a:pt x="66675" y="33274"/>
                  </a:moveTo>
                  <a:cubicBezTo>
                    <a:pt x="66675" y="37719"/>
                    <a:pt x="65786" y="41910"/>
                    <a:pt x="64135" y="45974"/>
                  </a:cubicBezTo>
                  <a:cubicBezTo>
                    <a:pt x="62484" y="50038"/>
                    <a:pt x="60071" y="53721"/>
                    <a:pt x="56896" y="56769"/>
                  </a:cubicBezTo>
                  <a:cubicBezTo>
                    <a:pt x="53721" y="59817"/>
                    <a:pt x="50165" y="62357"/>
                    <a:pt x="46101" y="64008"/>
                  </a:cubicBezTo>
                  <a:cubicBezTo>
                    <a:pt x="42037" y="65659"/>
                    <a:pt x="37719" y="66548"/>
                    <a:pt x="33401" y="66548"/>
                  </a:cubicBezTo>
                  <a:cubicBezTo>
                    <a:pt x="29083" y="66548"/>
                    <a:pt x="24765" y="65659"/>
                    <a:pt x="20701" y="64008"/>
                  </a:cubicBezTo>
                  <a:cubicBezTo>
                    <a:pt x="16637" y="62357"/>
                    <a:pt x="12954" y="59944"/>
                    <a:pt x="9906" y="56769"/>
                  </a:cubicBezTo>
                  <a:cubicBezTo>
                    <a:pt x="6858" y="53594"/>
                    <a:pt x="4191" y="50165"/>
                    <a:pt x="2540" y="46101"/>
                  </a:cubicBezTo>
                  <a:cubicBezTo>
                    <a:pt x="889" y="42037"/>
                    <a:pt x="0" y="37719"/>
                    <a:pt x="0" y="33401"/>
                  </a:cubicBezTo>
                  <a:cubicBezTo>
                    <a:pt x="0" y="29083"/>
                    <a:pt x="889" y="24765"/>
                    <a:pt x="2540" y="20701"/>
                  </a:cubicBezTo>
                  <a:cubicBezTo>
                    <a:pt x="4191" y="16637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cubicBezTo>
                    <a:pt x="37592" y="0"/>
                    <a:pt x="41910" y="889"/>
                    <a:pt x="45974" y="2540"/>
                  </a:cubicBezTo>
                  <a:cubicBezTo>
                    <a:pt x="50038" y="4191"/>
                    <a:pt x="53721" y="6604"/>
                    <a:pt x="56769" y="9779"/>
                  </a:cubicBezTo>
                  <a:cubicBezTo>
                    <a:pt x="59817" y="12954"/>
                    <a:pt x="62357" y="16510"/>
                    <a:pt x="64008" y="20574"/>
                  </a:cubicBezTo>
                  <a:cubicBezTo>
                    <a:pt x="65659" y="24638"/>
                    <a:pt x="66548" y="28956"/>
                    <a:pt x="66548" y="33274"/>
                  </a:cubicBez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6019800" y="1685544"/>
            <a:ext cx="5867400" cy="2648712"/>
            <a:chOff x="0" y="0"/>
            <a:chExt cx="7823200" cy="3531616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823200" cy="3531616"/>
            </a:xfrm>
            <a:custGeom>
              <a:avLst/>
              <a:gdLst/>
              <a:ahLst/>
              <a:cxnLst/>
              <a:rect r="r" b="b" t="t" l="l"/>
              <a:pathLst>
                <a:path h="3531616" w="7823200">
                  <a:moveTo>
                    <a:pt x="7391400" y="241808"/>
                  </a:moveTo>
                  <a:cubicBezTo>
                    <a:pt x="7408926" y="241808"/>
                    <a:pt x="7423912" y="248031"/>
                    <a:pt x="7436358" y="260350"/>
                  </a:cubicBezTo>
                  <a:cubicBezTo>
                    <a:pt x="7448804" y="272669"/>
                    <a:pt x="7454900" y="287782"/>
                    <a:pt x="7454900" y="305308"/>
                  </a:cubicBezTo>
                  <a:lnTo>
                    <a:pt x="7454900" y="2972308"/>
                  </a:lnTo>
                  <a:cubicBezTo>
                    <a:pt x="7454900" y="2989834"/>
                    <a:pt x="7448677" y="3004820"/>
                    <a:pt x="7436358" y="3017266"/>
                  </a:cubicBezTo>
                  <a:cubicBezTo>
                    <a:pt x="7424039" y="3029712"/>
                    <a:pt x="7409053" y="3035808"/>
                    <a:pt x="7391400" y="3035808"/>
                  </a:cubicBezTo>
                  <a:lnTo>
                    <a:pt x="431800" y="3035808"/>
                  </a:lnTo>
                  <a:cubicBezTo>
                    <a:pt x="414274" y="3035808"/>
                    <a:pt x="399288" y="3029585"/>
                    <a:pt x="386842" y="3017266"/>
                  </a:cubicBezTo>
                  <a:cubicBezTo>
                    <a:pt x="374396" y="3004947"/>
                    <a:pt x="368300" y="2989834"/>
                    <a:pt x="368300" y="2972308"/>
                  </a:cubicBezTo>
                  <a:lnTo>
                    <a:pt x="368300" y="305308"/>
                  </a:lnTo>
                  <a:cubicBezTo>
                    <a:pt x="368300" y="287782"/>
                    <a:pt x="374523" y="272796"/>
                    <a:pt x="386842" y="260350"/>
                  </a:cubicBezTo>
                  <a:cubicBezTo>
                    <a:pt x="399161" y="247904"/>
                    <a:pt x="414147" y="241808"/>
                    <a:pt x="431800" y="241808"/>
                  </a:cubicBezTo>
                  <a:close/>
                  <a:moveTo>
                    <a:pt x="0" y="0"/>
                  </a:moveTo>
                  <a:lnTo>
                    <a:pt x="0" y="3531616"/>
                  </a:lnTo>
                  <a:lnTo>
                    <a:pt x="7823200" y="3531616"/>
                  </a:lnTo>
                  <a:lnTo>
                    <a:pt x="782320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5956297" y="1622041"/>
            <a:ext cx="5994397" cy="2775709"/>
          </a:xfrm>
          <a:custGeom>
            <a:avLst/>
            <a:gdLst/>
            <a:ahLst/>
            <a:cxnLst/>
            <a:rect r="r" b="b" t="t" l="l"/>
            <a:pathLst>
              <a:path h="2775709" w="5994397">
                <a:moveTo>
                  <a:pt x="0" y="0"/>
                </a:moveTo>
                <a:lnTo>
                  <a:pt x="5994397" y="0"/>
                </a:lnTo>
                <a:lnTo>
                  <a:pt x="5994397" y="2775709"/>
                </a:lnTo>
                <a:lnTo>
                  <a:pt x="0" y="277570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22997" y="4632322"/>
            <a:ext cx="5232397" cy="736597"/>
          </a:xfrm>
          <a:custGeom>
            <a:avLst/>
            <a:gdLst/>
            <a:ahLst/>
            <a:cxnLst/>
            <a:rect r="r" b="b" t="t" l="l"/>
            <a:pathLst>
              <a:path h="736597" w="5232397">
                <a:moveTo>
                  <a:pt x="0" y="0"/>
                </a:moveTo>
                <a:lnTo>
                  <a:pt x="5232397" y="0"/>
                </a:lnTo>
                <a:lnTo>
                  <a:pt x="5232397" y="736597"/>
                </a:lnTo>
                <a:lnTo>
                  <a:pt x="0" y="73659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571500" y="486813"/>
            <a:ext cx="5366766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Data Structure: The System Blueprint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1500" y="1432465"/>
            <a:ext cx="5227806" cy="14823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b="true" sz="210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Custom Task Struct</a:t>
            </a:r>
          </a:p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The core of the application is a user-defined </a:t>
            </a:r>
            <a:r>
              <a:rPr lang="en-US" b="true" sz="165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struct</a:t>
            </a: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that encapsulates all properties of a single to-do item into a single memory block.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1500" y="4851940"/>
            <a:ext cx="3421142" cy="362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Static Allocation Rationale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9750" y="6405286"/>
            <a:ext cx="37786" cy="18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09625" y="6374340"/>
            <a:ext cx="902970" cy="37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via</a:t>
            </a:r>
            <a:r>
              <a:rPr lang="en-US" sz="16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ind</a:t>
            </a:r>
            <a:r>
              <a:rPr lang="en-US" sz="16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9625" y="5304301"/>
            <a:ext cx="4917853" cy="1143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b="true" sz="1650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Simplicity:</a:t>
            </a: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Avoids the complexity of pointers and manual memory management.</a:t>
            </a:r>
          </a:p>
          <a:p>
            <a:pPr algn="l" rtl="true">
              <a:lnSpc>
                <a:spcPts val="2475"/>
              </a:lnSpc>
            </a:pPr>
          </a:p>
          <a:p>
            <a:pPr algn="l">
              <a:lnSpc>
                <a:spcPts val="2475"/>
              </a:lnSpc>
            </a:pPr>
            <a:r>
              <a:rPr lang="en-US" b="true" sz="1650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Performance:</a:t>
            </a: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O(1) access time to any specific task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75434" y="6405286"/>
            <a:ext cx="37786" cy="18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286500" y="4229300"/>
            <a:ext cx="1805635" cy="30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Global Task Array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286500" y="1438475"/>
            <a:ext cx="2977029" cy="30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Memory Layout: `struct Task`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0100" y="3363354"/>
            <a:ext cx="1457696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Storage Strategy: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36152" y="3587610"/>
            <a:ext cx="43186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0100" y="3587610"/>
            <a:ext cx="2075926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Task</a:t>
            </a:r>
            <a:r>
              <a:rPr lang="en-US" b="true" sz="12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120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taskList[MAX_TASKS];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13769" y="4797285"/>
            <a:ext cx="342776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200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Task</a:t>
            </a:r>
          </a:p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[0]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18887" y="2187435"/>
            <a:ext cx="371237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int id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752034" y="3330435"/>
            <a:ext cx="915610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enum status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667205" y="2758935"/>
            <a:ext cx="1088746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char desc[100]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642469" y="4797285"/>
            <a:ext cx="342776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200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Task</a:t>
            </a:r>
          </a:p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[1]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671169" y="4797285"/>
            <a:ext cx="342776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200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Task</a:t>
            </a:r>
          </a:p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[2]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04349" y="4873485"/>
            <a:ext cx="129569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...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728569" y="4797285"/>
            <a:ext cx="342776" cy="41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b="true" sz="1200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Task</a:t>
            </a:r>
          </a:p>
          <a:p>
            <a:pPr algn="ctr">
              <a:lnSpc>
                <a:spcPts val="1470"/>
              </a:lnSpc>
            </a:pPr>
            <a:r>
              <a:rPr lang="en-US" sz="105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[N]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00100" y="3859301"/>
            <a:ext cx="4772368" cy="5165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25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Utilizes fixed-size array allocation for predictable performance and memory safety.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067675" y="2173376"/>
            <a:ext cx="2002403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Unique Identifier (4 bytes)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067675" y="3316376"/>
            <a:ext cx="2018967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0: Pending | 1: Completed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067675" y="2744876"/>
            <a:ext cx="2167461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Text Description (100 bytes)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71500" y="6405286"/>
            <a:ext cx="3633206" cy="18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©2026To-DoSystemArchitecture|CProgrammingModule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707534" y="5446614"/>
            <a:ext cx="4581773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Contiguous memory allocation for maximum CPU cache efficiency.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7997" y="1403347"/>
            <a:ext cx="6756397" cy="1317622"/>
            <a:chOff x="0" y="0"/>
            <a:chExt cx="6756400" cy="13176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6629527" cy="1190752"/>
            </a:xfrm>
            <a:custGeom>
              <a:avLst/>
              <a:gdLst/>
              <a:ahLst/>
              <a:cxnLst/>
              <a:rect r="r" b="b" t="t" l="l"/>
              <a:pathLst>
                <a:path h="1190752" w="6629527">
                  <a:moveTo>
                    <a:pt x="0" y="1133475"/>
                  </a:moveTo>
                  <a:lnTo>
                    <a:pt x="0" y="57150"/>
                  </a:ln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620" y="28575"/>
                    <a:pt x="9779" y="25400"/>
                  </a:cubicBezTo>
                  <a:cubicBezTo>
                    <a:pt x="11938" y="22225"/>
                    <a:pt x="14224" y="19431"/>
                    <a:pt x="16891" y="16764"/>
                  </a:cubicBezTo>
                  <a:cubicBezTo>
                    <a:pt x="19558" y="14097"/>
                    <a:pt x="22479" y="11684"/>
                    <a:pt x="25527" y="9652"/>
                  </a:cubicBezTo>
                  <a:cubicBezTo>
                    <a:pt x="28575" y="7620"/>
                    <a:pt x="32004" y="5842"/>
                    <a:pt x="35433" y="4318"/>
                  </a:cubicBezTo>
                  <a:cubicBezTo>
                    <a:pt x="38862" y="2794"/>
                    <a:pt x="42418" y="1778"/>
                    <a:pt x="46101" y="1016"/>
                  </a:cubicBezTo>
                  <a:cubicBezTo>
                    <a:pt x="49784" y="254"/>
                    <a:pt x="53340" y="0"/>
                    <a:pt x="57150" y="0"/>
                  </a:cubicBezTo>
                  <a:lnTo>
                    <a:pt x="6572250" y="0"/>
                  </a:lnTo>
                  <a:cubicBezTo>
                    <a:pt x="6576060" y="0"/>
                    <a:pt x="6579743" y="381"/>
                    <a:pt x="6583426" y="1143"/>
                  </a:cubicBezTo>
                  <a:cubicBezTo>
                    <a:pt x="6587109" y="1905"/>
                    <a:pt x="6590665" y="2921"/>
                    <a:pt x="6594094" y="4445"/>
                  </a:cubicBezTo>
                  <a:cubicBezTo>
                    <a:pt x="6597523" y="5969"/>
                    <a:pt x="6600825" y="7620"/>
                    <a:pt x="6604000" y="9779"/>
                  </a:cubicBezTo>
                  <a:cubicBezTo>
                    <a:pt x="6607175" y="11938"/>
                    <a:pt x="6609969" y="14224"/>
                    <a:pt x="6612636" y="16891"/>
                  </a:cubicBezTo>
                  <a:cubicBezTo>
                    <a:pt x="6615303" y="19558"/>
                    <a:pt x="6617716" y="22479"/>
                    <a:pt x="6619748" y="25527"/>
                  </a:cubicBezTo>
                  <a:cubicBezTo>
                    <a:pt x="6621780" y="28575"/>
                    <a:pt x="6623558" y="32004"/>
                    <a:pt x="6625082" y="35433"/>
                  </a:cubicBezTo>
                  <a:cubicBezTo>
                    <a:pt x="6626606" y="38862"/>
                    <a:pt x="6627622" y="42418"/>
                    <a:pt x="6628384" y="46101"/>
                  </a:cubicBezTo>
                  <a:cubicBezTo>
                    <a:pt x="6629146" y="49784"/>
                    <a:pt x="6629527" y="53467"/>
                    <a:pt x="6629527" y="57277"/>
                  </a:cubicBezTo>
                  <a:lnTo>
                    <a:pt x="6629527" y="1133475"/>
                  </a:lnTo>
                  <a:cubicBezTo>
                    <a:pt x="6629527" y="1137285"/>
                    <a:pt x="6629146" y="1140968"/>
                    <a:pt x="6628384" y="1144651"/>
                  </a:cubicBezTo>
                  <a:cubicBezTo>
                    <a:pt x="6627622" y="1148334"/>
                    <a:pt x="6626606" y="1151890"/>
                    <a:pt x="6625082" y="1155319"/>
                  </a:cubicBezTo>
                  <a:cubicBezTo>
                    <a:pt x="6623558" y="1158748"/>
                    <a:pt x="6621907" y="1162050"/>
                    <a:pt x="6619748" y="1165225"/>
                  </a:cubicBezTo>
                  <a:cubicBezTo>
                    <a:pt x="6617589" y="1168400"/>
                    <a:pt x="6615303" y="1171194"/>
                    <a:pt x="6612636" y="1173861"/>
                  </a:cubicBezTo>
                  <a:cubicBezTo>
                    <a:pt x="6609969" y="1176528"/>
                    <a:pt x="6607048" y="1178941"/>
                    <a:pt x="6604000" y="1180973"/>
                  </a:cubicBezTo>
                  <a:cubicBezTo>
                    <a:pt x="6600952" y="1183005"/>
                    <a:pt x="6597523" y="1184783"/>
                    <a:pt x="6594094" y="1186307"/>
                  </a:cubicBezTo>
                  <a:cubicBezTo>
                    <a:pt x="6590665" y="1187831"/>
                    <a:pt x="6587109" y="1188847"/>
                    <a:pt x="6583426" y="1189609"/>
                  </a:cubicBezTo>
                  <a:cubicBezTo>
                    <a:pt x="6579743" y="1190371"/>
                    <a:pt x="6576060" y="1190752"/>
                    <a:pt x="6572250" y="1190752"/>
                  </a:cubicBezTo>
                  <a:lnTo>
                    <a:pt x="57150" y="1190752"/>
                  </a:lnTo>
                  <a:cubicBezTo>
                    <a:pt x="53340" y="1190752"/>
                    <a:pt x="49657" y="1190371"/>
                    <a:pt x="45974" y="1189609"/>
                  </a:cubicBezTo>
                  <a:cubicBezTo>
                    <a:pt x="42291" y="1188847"/>
                    <a:pt x="38735" y="1187831"/>
                    <a:pt x="35306" y="1186307"/>
                  </a:cubicBezTo>
                  <a:cubicBezTo>
                    <a:pt x="31877" y="1184783"/>
                    <a:pt x="28575" y="1183132"/>
                    <a:pt x="25400" y="1180973"/>
                  </a:cubicBezTo>
                  <a:cubicBezTo>
                    <a:pt x="22225" y="1178814"/>
                    <a:pt x="19431" y="1176528"/>
                    <a:pt x="16764" y="1173861"/>
                  </a:cubicBezTo>
                  <a:cubicBezTo>
                    <a:pt x="14097" y="1171194"/>
                    <a:pt x="11684" y="1168273"/>
                    <a:pt x="9652" y="1165225"/>
                  </a:cubicBezTo>
                  <a:cubicBezTo>
                    <a:pt x="7620" y="1162177"/>
                    <a:pt x="5842" y="1158748"/>
                    <a:pt x="4318" y="1155319"/>
                  </a:cubicBezTo>
                  <a:cubicBezTo>
                    <a:pt x="2794" y="1151890"/>
                    <a:pt x="1778" y="1148334"/>
                    <a:pt x="1016" y="1144651"/>
                  </a:cubicBezTo>
                  <a:cubicBezTo>
                    <a:pt x="254" y="1140968"/>
                    <a:pt x="0" y="1137285"/>
                    <a:pt x="0" y="1133475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254000" y="473075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342900"/>
                  </a:move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lnTo>
                    <a:pt x="342900" y="0"/>
                  </a:lnTo>
                  <a:cubicBezTo>
                    <a:pt x="347980" y="0"/>
                    <a:pt x="352806" y="1016"/>
                    <a:pt x="357505" y="2921"/>
                  </a:cubicBezTo>
                  <a:cubicBezTo>
                    <a:pt x="362204" y="4826"/>
                    <a:pt x="366268" y="7620"/>
                    <a:pt x="369824" y="11176"/>
                  </a:cubicBezTo>
                  <a:cubicBezTo>
                    <a:pt x="373380" y="14732"/>
                    <a:pt x="376174" y="18923"/>
                    <a:pt x="378079" y="23495"/>
                  </a:cubicBezTo>
                  <a:cubicBezTo>
                    <a:pt x="379984" y="28067"/>
                    <a:pt x="381000" y="33020"/>
                    <a:pt x="381000" y="38100"/>
                  </a:cubicBezTo>
                  <a:lnTo>
                    <a:pt x="381000" y="342900"/>
                  </a:lnTo>
                  <a:cubicBezTo>
                    <a:pt x="381000" y="347980"/>
                    <a:pt x="379984" y="352806"/>
                    <a:pt x="378079" y="357505"/>
                  </a:cubicBezTo>
                  <a:cubicBezTo>
                    <a:pt x="376174" y="362204"/>
                    <a:pt x="373380" y="366268"/>
                    <a:pt x="369824" y="369824"/>
                  </a:cubicBezTo>
                  <a:cubicBezTo>
                    <a:pt x="366268" y="373380"/>
                    <a:pt x="362077" y="376174"/>
                    <a:pt x="357505" y="378079"/>
                  </a:cubicBezTo>
                  <a:cubicBezTo>
                    <a:pt x="352933" y="379984"/>
                    <a:pt x="347980" y="381000"/>
                    <a:pt x="342900" y="381000"/>
                  </a:cubicBezTo>
                  <a:lnTo>
                    <a:pt x="38100" y="381000"/>
                  </a:lnTo>
                  <a:cubicBezTo>
                    <a:pt x="33020" y="381000"/>
                    <a:pt x="28194" y="379984"/>
                    <a:pt x="23495" y="378079"/>
                  </a:cubicBezTo>
                  <a:cubicBezTo>
                    <a:pt x="18796" y="376174"/>
                    <a:pt x="14732" y="373380"/>
                    <a:pt x="11176" y="369824"/>
                  </a:cubicBezTo>
                  <a:cubicBezTo>
                    <a:pt x="7620" y="366268"/>
                    <a:pt x="4826" y="362077"/>
                    <a:pt x="2921" y="357505"/>
                  </a:cubicBezTo>
                  <a:cubicBezTo>
                    <a:pt x="1016" y="352933"/>
                    <a:pt x="0" y="347980"/>
                    <a:pt x="0" y="34290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30200" y="549275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209550"/>
                  </a:moveTo>
                  <a:lnTo>
                    <a:pt x="0" y="19050"/>
                  </a:lnTo>
                  <a:lnTo>
                    <a:pt x="9525" y="19050"/>
                  </a:lnTo>
                  <a:lnTo>
                    <a:pt x="0" y="19050"/>
                  </a:lnTo>
                  <a:cubicBezTo>
                    <a:pt x="0" y="18034"/>
                    <a:pt x="127" y="16891"/>
                    <a:pt x="254" y="15875"/>
                  </a:cubicBezTo>
                  <a:cubicBezTo>
                    <a:pt x="762" y="13081"/>
                    <a:pt x="1778" y="10414"/>
                    <a:pt x="3429" y="8128"/>
                  </a:cubicBezTo>
                  <a:cubicBezTo>
                    <a:pt x="4064" y="7239"/>
                    <a:pt x="4826" y="6477"/>
                    <a:pt x="5588" y="5715"/>
                  </a:cubicBezTo>
                  <a:lnTo>
                    <a:pt x="12319" y="12446"/>
                  </a:lnTo>
                  <a:lnTo>
                    <a:pt x="5588" y="5715"/>
                  </a:lnTo>
                  <a:cubicBezTo>
                    <a:pt x="6350" y="4953"/>
                    <a:pt x="7112" y="4318"/>
                    <a:pt x="8001" y="3683"/>
                  </a:cubicBezTo>
                  <a:cubicBezTo>
                    <a:pt x="10287" y="2032"/>
                    <a:pt x="12954" y="889"/>
                    <a:pt x="15748" y="508"/>
                  </a:cubicBezTo>
                  <a:cubicBezTo>
                    <a:pt x="16891" y="381"/>
                    <a:pt x="17907" y="254"/>
                    <a:pt x="18923" y="254"/>
                  </a:cubicBezTo>
                  <a:lnTo>
                    <a:pt x="18923" y="9525"/>
                  </a:lnTo>
                  <a:lnTo>
                    <a:pt x="18923" y="0"/>
                  </a:lnTo>
                  <a:lnTo>
                    <a:pt x="209423" y="0"/>
                  </a:lnTo>
                  <a:lnTo>
                    <a:pt x="209423" y="9525"/>
                  </a:lnTo>
                  <a:lnTo>
                    <a:pt x="209423" y="0"/>
                  </a:lnTo>
                  <a:cubicBezTo>
                    <a:pt x="210439" y="0"/>
                    <a:pt x="211582" y="127"/>
                    <a:pt x="212598" y="254"/>
                  </a:cubicBezTo>
                  <a:cubicBezTo>
                    <a:pt x="215392" y="762"/>
                    <a:pt x="218059" y="1778"/>
                    <a:pt x="220345" y="3429"/>
                  </a:cubicBezTo>
                  <a:cubicBezTo>
                    <a:pt x="221234" y="4064"/>
                    <a:pt x="221996" y="4826"/>
                    <a:pt x="222758" y="5461"/>
                  </a:cubicBezTo>
                  <a:cubicBezTo>
                    <a:pt x="223520" y="6223"/>
                    <a:pt x="224282" y="6985"/>
                    <a:pt x="224917" y="7874"/>
                  </a:cubicBezTo>
                  <a:cubicBezTo>
                    <a:pt x="226568" y="10160"/>
                    <a:pt x="227711" y="12827"/>
                    <a:pt x="228092" y="15621"/>
                  </a:cubicBezTo>
                  <a:cubicBezTo>
                    <a:pt x="228219" y="16764"/>
                    <a:pt x="228346" y="17780"/>
                    <a:pt x="228346" y="18796"/>
                  </a:cubicBezTo>
                  <a:lnTo>
                    <a:pt x="218821" y="18796"/>
                  </a:lnTo>
                  <a:lnTo>
                    <a:pt x="228600" y="18796"/>
                  </a:lnTo>
                  <a:lnTo>
                    <a:pt x="228600" y="209296"/>
                  </a:lnTo>
                  <a:lnTo>
                    <a:pt x="219075" y="209296"/>
                  </a:lnTo>
                  <a:lnTo>
                    <a:pt x="228600" y="209296"/>
                  </a:lnTo>
                  <a:cubicBezTo>
                    <a:pt x="228600" y="210312"/>
                    <a:pt x="228473" y="211455"/>
                    <a:pt x="228346" y="212471"/>
                  </a:cubicBezTo>
                  <a:cubicBezTo>
                    <a:pt x="227838" y="215265"/>
                    <a:pt x="226822" y="217932"/>
                    <a:pt x="225171" y="220218"/>
                  </a:cubicBezTo>
                  <a:cubicBezTo>
                    <a:pt x="224536" y="221107"/>
                    <a:pt x="223774" y="221869"/>
                    <a:pt x="223012" y="222631"/>
                  </a:cubicBezTo>
                  <a:cubicBezTo>
                    <a:pt x="222250" y="223393"/>
                    <a:pt x="221488" y="224155"/>
                    <a:pt x="220599" y="224790"/>
                  </a:cubicBezTo>
                  <a:cubicBezTo>
                    <a:pt x="218313" y="226441"/>
                    <a:pt x="215646" y="227584"/>
                    <a:pt x="212852" y="227965"/>
                  </a:cubicBezTo>
                  <a:cubicBezTo>
                    <a:pt x="211836" y="228092"/>
                    <a:pt x="210693" y="228219"/>
                    <a:pt x="209677" y="228219"/>
                  </a:cubicBezTo>
                  <a:lnTo>
                    <a:pt x="209677" y="219075"/>
                  </a:lnTo>
                  <a:lnTo>
                    <a:pt x="209677" y="228600"/>
                  </a:lnTo>
                  <a:lnTo>
                    <a:pt x="19177" y="228600"/>
                  </a:lnTo>
                  <a:lnTo>
                    <a:pt x="19177" y="219075"/>
                  </a:lnTo>
                  <a:lnTo>
                    <a:pt x="19177" y="228600"/>
                  </a:lnTo>
                  <a:cubicBezTo>
                    <a:pt x="18161" y="228600"/>
                    <a:pt x="17018" y="228473"/>
                    <a:pt x="16002" y="228346"/>
                  </a:cubicBezTo>
                  <a:cubicBezTo>
                    <a:pt x="13208" y="227838"/>
                    <a:pt x="10541" y="226822"/>
                    <a:pt x="8255" y="225171"/>
                  </a:cubicBezTo>
                  <a:cubicBezTo>
                    <a:pt x="7366" y="224536"/>
                    <a:pt x="6604" y="223774"/>
                    <a:pt x="5842" y="223012"/>
                  </a:cubicBezTo>
                  <a:cubicBezTo>
                    <a:pt x="5080" y="222250"/>
                    <a:pt x="4318" y="221488"/>
                    <a:pt x="3683" y="220599"/>
                  </a:cubicBezTo>
                  <a:cubicBezTo>
                    <a:pt x="2032" y="218313"/>
                    <a:pt x="889" y="215646"/>
                    <a:pt x="508" y="212852"/>
                  </a:cubicBezTo>
                  <a:cubicBezTo>
                    <a:pt x="381" y="211836"/>
                    <a:pt x="254" y="210693"/>
                    <a:pt x="254" y="209677"/>
                  </a:cubicBezTo>
                  <a:lnTo>
                    <a:pt x="9779" y="209677"/>
                  </a:lnTo>
                  <a:lnTo>
                    <a:pt x="0" y="209677"/>
                  </a:lnTo>
                  <a:moveTo>
                    <a:pt x="19050" y="209677"/>
                  </a:moveTo>
                  <a:cubicBezTo>
                    <a:pt x="19050" y="209931"/>
                    <a:pt x="19050" y="209677"/>
                    <a:pt x="19050" y="209804"/>
                  </a:cubicBezTo>
                  <a:cubicBezTo>
                    <a:pt x="19050" y="209804"/>
                    <a:pt x="19050" y="209677"/>
                    <a:pt x="18923" y="209550"/>
                  </a:cubicBezTo>
                  <a:cubicBezTo>
                    <a:pt x="19050" y="209677"/>
                    <a:pt x="18923" y="209550"/>
                    <a:pt x="19050" y="209677"/>
                  </a:cubicBezTo>
                  <a:lnTo>
                    <a:pt x="12319" y="216408"/>
                  </a:lnTo>
                  <a:lnTo>
                    <a:pt x="19050" y="209677"/>
                  </a:lnTo>
                  <a:cubicBezTo>
                    <a:pt x="19177" y="209804"/>
                    <a:pt x="19050" y="209677"/>
                    <a:pt x="19177" y="209804"/>
                  </a:cubicBezTo>
                  <a:cubicBezTo>
                    <a:pt x="19177" y="209804"/>
                    <a:pt x="19050" y="209677"/>
                    <a:pt x="18923" y="209677"/>
                  </a:cubicBezTo>
                  <a:cubicBezTo>
                    <a:pt x="19050" y="209677"/>
                    <a:pt x="18796" y="209677"/>
                    <a:pt x="19050" y="209677"/>
                  </a:cubicBezTo>
                  <a:lnTo>
                    <a:pt x="209550" y="209677"/>
                  </a:lnTo>
                  <a:cubicBezTo>
                    <a:pt x="209804" y="209677"/>
                    <a:pt x="209550" y="209677"/>
                    <a:pt x="209677" y="209677"/>
                  </a:cubicBezTo>
                  <a:cubicBezTo>
                    <a:pt x="209677" y="209677"/>
                    <a:pt x="209550" y="209677"/>
                    <a:pt x="209423" y="209804"/>
                  </a:cubicBezTo>
                  <a:cubicBezTo>
                    <a:pt x="209550" y="209677"/>
                    <a:pt x="209423" y="209804"/>
                    <a:pt x="209550" y="209677"/>
                  </a:cubicBezTo>
                  <a:lnTo>
                    <a:pt x="216281" y="216408"/>
                  </a:lnTo>
                  <a:lnTo>
                    <a:pt x="209550" y="209677"/>
                  </a:lnTo>
                  <a:cubicBezTo>
                    <a:pt x="209677" y="209550"/>
                    <a:pt x="209550" y="209677"/>
                    <a:pt x="209677" y="209550"/>
                  </a:cubicBezTo>
                  <a:cubicBezTo>
                    <a:pt x="209677" y="209550"/>
                    <a:pt x="209550" y="209677"/>
                    <a:pt x="209550" y="209804"/>
                  </a:cubicBezTo>
                  <a:cubicBezTo>
                    <a:pt x="209550" y="209677"/>
                    <a:pt x="209550" y="209931"/>
                    <a:pt x="209550" y="209677"/>
                  </a:cubicBezTo>
                  <a:lnTo>
                    <a:pt x="209550" y="19177"/>
                  </a:lnTo>
                  <a:cubicBezTo>
                    <a:pt x="209550" y="18923"/>
                    <a:pt x="209550" y="19177"/>
                    <a:pt x="209550" y="19050"/>
                  </a:cubicBezTo>
                  <a:cubicBezTo>
                    <a:pt x="209550" y="19050"/>
                    <a:pt x="209550" y="19177"/>
                    <a:pt x="209677" y="19304"/>
                  </a:cubicBezTo>
                  <a:cubicBezTo>
                    <a:pt x="209550" y="19177"/>
                    <a:pt x="209677" y="19304"/>
                    <a:pt x="209550" y="19177"/>
                  </a:cubicBezTo>
                  <a:lnTo>
                    <a:pt x="216281" y="12446"/>
                  </a:lnTo>
                  <a:lnTo>
                    <a:pt x="209550" y="19177"/>
                  </a:lnTo>
                  <a:cubicBezTo>
                    <a:pt x="209423" y="19050"/>
                    <a:pt x="209550" y="19177"/>
                    <a:pt x="209423" y="19050"/>
                  </a:cubicBezTo>
                  <a:cubicBezTo>
                    <a:pt x="209423" y="19050"/>
                    <a:pt x="209550" y="19177"/>
                    <a:pt x="209677" y="19177"/>
                  </a:cubicBezTo>
                  <a:cubicBezTo>
                    <a:pt x="209550" y="19177"/>
                    <a:pt x="209804" y="19177"/>
                    <a:pt x="209550" y="19177"/>
                  </a:cubicBezTo>
                  <a:lnTo>
                    <a:pt x="19050" y="19177"/>
                  </a:lnTo>
                  <a:cubicBezTo>
                    <a:pt x="18796" y="19177"/>
                    <a:pt x="19050" y="19177"/>
                    <a:pt x="18923" y="19177"/>
                  </a:cubicBezTo>
                  <a:cubicBezTo>
                    <a:pt x="18923" y="19177"/>
                    <a:pt x="19050" y="19177"/>
                    <a:pt x="19177" y="19050"/>
                  </a:cubicBezTo>
                  <a:cubicBezTo>
                    <a:pt x="19050" y="19177"/>
                    <a:pt x="19177" y="19050"/>
                    <a:pt x="19050" y="19177"/>
                  </a:cubicBezTo>
                  <a:cubicBezTo>
                    <a:pt x="18923" y="19304"/>
                    <a:pt x="19050" y="19177"/>
                    <a:pt x="18923" y="19304"/>
                  </a:cubicBezTo>
                  <a:cubicBezTo>
                    <a:pt x="18923" y="19304"/>
                    <a:pt x="19050" y="19177"/>
                    <a:pt x="19050" y="19050"/>
                  </a:cubicBezTo>
                  <a:cubicBezTo>
                    <a:pt x="19050" y="19177"/>
                    <a:pt x="19050" y="18923"/>
                    <a:pt x="19050" y="19177"/>
                  </a:cubicBezTo>
                  <a:lnTo>
                    <a:pt x="19050" y="20967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07997" y="2832097"/>
            <a:ext cx="6756397" cy="1317622"/>
            <a:chOff x="0" y="0"/>
            <a:chExt cx="6756400" cy="131762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6629527" cy="1190752"/>
            </a:xfrm>
            <a:custGeom>
              <a:avLst/>
              <a:gdLst/>
              <a:ahLst/>
              <a:cxnLst/>
              <a:rect r="r" b="b" t="t" l="l"/>
              <a:pathLst>
                <a:path h="1190752" w="6629527">
                  <a:moveTo>
                    <a:pt x="0" y="1133475"/>
                  </a:moveTo>
                  <a:lnTo>
                    <a:pt x="0" y="57150"/>
                  </a:ln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620" y="28575"/>
                    <a:pt x="9779" y="25400"/>
                  </a:cubicBezTo>
                  <a:cubicBezTo>
                    <a:pt x="11938" y="22225"/>
                    <a:pt x="14224" y="19431"/>
                    <a:pt x="16891" y="16764"/>
                  </a:cubicBezTo>
                  <a:cubicBezTo>
                    <a:pt x="19558" y="14097"/>
                    <a:pt x="22479" y="11684"/>
                    <a:pt x="25527" y="9652"/>
                  </a:cubicBezTo>
                  <a:cubicBezTo>
                    <a:pt x="28575" y="7620"/>
                    <a:pt x="32004" y="5842"/>
                    <a:pt x="35433" y="4318"/>
                  </a:cubicBezTo>
                  <a:cubicBezTo>
                    <a:pt x="38862" y="2794"/>
                    <a:pt x="42418" y="1778"/>
                    <a:pt x="46101" y="1016"/>
                  </a:cubicBezTo>
                  <a:cubicBezTo>
                    <a:pt x="49784" y="254"/>
                    <a:pt x="53340" y="0"/>
                    <a:pt x="57150" y="0"/>
                  </a:cubicBezTo>
                  <a:lnTo>
                    <a:pt x="6572250" y="0"/>
                  </a:lnTo>
                  <a:cubicBezTo>
                    <a:pt x="6576060" y="0"/>
                    <a:pt x="6579743" y="381"/>
                    <a:pt x="6583426" y="1143"/>
                  </a:cubicBezTo>
                  <a:cubicBezTo>
                    <a:pt x="6587109" y="1905"/>
                    <a:pt x="6590665" y="2921"/>
                    <a:pt x="6594094" y="4445"/>
                  </a:cubicBezTo>
                  <a:cubicBezTo>
                    <a:pt x="6597523" y="5969"/>
                    <a:pt x="6600825" y="7620"/>
                    <a:pt x="6604000" y="9779"/>
                  </a:cubicBezTo>
                  <a:cubicBezTo>
                    <a:pt x="6607175" y="11938"/>
                    <a:pt x="6609969" y="14224"/>
                    <a:pt x="6612636" y="16891"/>
                  </a:cubicBezTo>
                  <a:cubicBezTo>
                    <a:pt x="6615303" y="19558"/>
                    <a:pt x="6617716" y="22479"/>
                    <a:pt x="6619748" y="25527"/>
                  </a:cubicBezTo>
                  <a:cubicBezTo>
                    <a:pt x="6621780" y="28575"/>
                    <a:pt x="6623558" y="32004"/>
                    <a:pt x="6625082" y="35433"/>
                  </a:cubicBezTo>
                  <a:cubicBezTo>
                    <a:pt x="6626606" y="38862"/>
                    <a:pt x="6627622" y="42418"/>
                    <a:pt x="6628384" y="46101"/>
                  </a:cubicBezTo>
                  <a:cubicBezTo>
                    <a:pt x="6629146" y="49784"/>
                    <a:pt x="6629527" y="53467"/>
                    <a:pt x="6629527" y="57277"/>
                  </a:cubicBezTo>
                  <a:lnTo>
                    <a:pt x="6629527" y="1133475"/>
                  </a:lnTo>
                  <a:cubicBezTo>
                    <a:pt x="6629527" y="1137285"/>
                    <a:pt x="6629146" y="1140968"/>
                    <a:pt x="6628384" y="1144651"/>
                  </a:cubicBezTo>
                  <a:cubicBezTo>
                    <a:pt x="6627622" y="1148334"/>
                    <a:pt x="6626606" y="1151890"/>
                    <a:pt x="6625082" y="1155319"/>
                  </a:cubicBezTo>
                  <a:cubicBezTo>
                    <a:pt x="6623558" y="1158748"/>
                    <a:pt x="6621907" y="1162050"/>
                    <a:pt x="6619748" y="1165225"/>
                  </a:cubicBezTo>
                  <a:cubicBezTo>
                    <a:pt x="6617589" y="1168400"/>
                    <a:pt x="6615303" y="1171194"/>
                    <a:pt x="6612636" y="1173861"/>
                  </a:cubicBezTo>
                  <a:cubicBezTo>
                    <a:pt x="6609969" y="1176528"/>
                    <a:pt x="6607048" y="1178941"/>
                    <a:pt x="6604000" y="1180973"/>
                  </a:cubicBezTo>
                  <a:cubicBezTo>
                    <a:pt x="6600952" y="1183005"/>
                    <a:pt x="6597523" y="1184783"/>
                    <a:pt x="6594094" y="1186307"/>
                  </a:cubicBezTo>
                  <a:cubicBezTo>
                    <a:pt x="6590665" y="1187831"/>
                    <a:pt x="6587109" y="1188847"/>
                    <a:pt x="6583426" y="1189609"/>
                  </a:cubicBezTo>
                  <a:cubicBezTo>
                    <a:pt x="6579743" y="1190371"/>
                    <a:pt x="6576060" y="1190752"/>
                    <a:pt x="6572250" y="1190752"/>
                  </a:cubicBezTo>
                  <a:lnTo>
                    <a:pt x="57150" y="1190752"/>
                  </a:lnTo>
                  <a:cubicBezTo>
                    <a:pt x="53340" y="1190752"/>
                    <a:pt x="49657" y="1190371"/>
                    <a:pt x="45974" y="1189609"/>
                  </a:cubicBezTo>
                  <a:cubicBezTo>
                    <a:pt x="42291" y="1188847"/>
                    <a:pt x="38735" y="1187831"/>
                    <a:pt x="35306" y="1186307"/>
                  </a:cubicBezTo>
                  <a:cubicBezTo>
                    <a:pt x="31877" y="1184783"/>
                    <a:pt x="28575" y="1183132"/>
                    <a:pt x="25400" y="1180973"/>
                  </a:cubicBezTo>
                  <a:cubicBezTo>
                    <a:pt x="22225" y="1178814"/>
                    <a:pt x="19431" y="1176528"/>
                    <a:pt x="16764" y="1173861"/>
                  </a:cubicBezTo>
                  <a:cubicBezTo>
                    <a:pt x="14097" y="1171194"/>
                    <a:pt x="11684" y="1168273"/>
                    <a:pt x="9652" y="1165225"/>
                  </a:cubicBezTo>
                  <a:cubicBezTo>
                    <a:pt x="7620" y="1162177"/>
                    <a:pt x="5842" y="1158875"/>
                    <a:pt x="4318" y="1155319"/>
                  </a:cubicBezTo>
                  <a:cubicBezTo>
                    <a:pt x="2794" y="1151763"/>
                    <a:pt x="1778" y="1148334"/>
                    <a:pt x="1016" y="1144651"/>
                  </a:cubicBezTo>
                  <a:cubicBezTo>
                    <a:pt x="254" y="1140968"/>
                    <a:pt x="0" y="1137285"/>
                    <a:pt x="0" y="1133475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254000" y="473075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342900"/>
                  </a:move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lnTo>
                    <a:pt x="342900" y="0"/>
                  </a:lnTo>
                  <a:cubicBezTo>
                    <a:pt x="347980" y="0"/>
                    <a:pt x="352806" y="1016"/>
                    <a:pt x="357505" y="2921"/>
                  </a:cubicBezTo>
                  <a:cubicBezTo>
                    <a:pt x="362204" y="4826"/>
                    <a:pt x="366268" y="7620"/>
                    <a:pt x="369824" y="11176"/>
                  </a:cubicBezTo>
                  <a:cubicBezTo>
                    <a:pt x="373380" y="14732"/>
                    <a:pt x="376174" y="18923"/>
                    <a:pt x="378079" y="23495"/>
                  </a:cubicBezTo>
                  <a:cubicBezTo>
                    <a:pt x="379984" y="28067"/>
                    <a:pt x="381000" y="33020"/>
                    <a:pt x="381000" y="38100"/>
                  </a:cubicBezTo>
                  <a:lnTo>
                    <a:pt x="381000" y="342900"/>
                  </a:lnTo>
                  <a:cubicBezTo>
                    <a:pt x="381000" y="347980"/>
                    <a:pt x="379984" y="352806"/>
                    <a:pt x="378079" y="357505"/>
                  </a:cubicBezTo>
                  <a:cubicBezTo>
                    <a:pt x="376174" y="362204"/>
                    <a:pt x="373380" y="366268"/>
                    <a:pt x="369824" y="369824"/>
                  </a:cubicBezTo>
                  <a:cubicBezTo>
                    <a:pt x="366268" y="373380"/>
                    <a:pt x="362077" y="376174"/>
                    <a:pt x="357505" y="378079"/>
                  </a:cubicBezTo>
                  <a:cubicBezTo>
                    <a:pt x="352933" y="379984"/>
                    <a:pt x="347980" y="381000"/>
                    <a:pt x="342900" y="381000"/>
                  </a:cubicBezTo>
                  <a:lnTo>
                    <a:pt x="38100" y="381000"/>
                  </a:lnTo>
                  <a:cubicBezTo>
                    <a:pt x="33020" y="381000"/>
                    <a:pt x="28194" y="379984"/>
                    <a:pt x="23495" y="378079"/>
                  </a:cubicBezTo>
                  <a:cubicBezTo>
                    <a:pt x="18796" y="376174"/>
                    <a:pt x="14732" y="373380"/>
                    <a:pt x="11176" y="369824"/>
                  </a:cubicBezTo>
                  <a:cubicBezTo>
                    <a:pt x="7620" y="366268"/>
                    <a:pt x="4826" y="362077"/>
                    <a:pt x="2921" y="357505"/>
                  </a:cubicBezTo>
                  <a:cubicBezTo>
                    <a:pt x="1016" y="352933"/>
                    <a:pt x="0" y="347980"/>
                    <a:pt x="0" y="34290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30200" y="549275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209550"/>
                  </a:moveTo>
                  <a:lnTo>
                    <a:pt x="0" y="19050"/>
                  </a:lnTo>
                  <a:lnTo>
                    <a:pt x="9525" y="19050"/>
                  </a:lnTo>
                  <a:lnTo>
                    <a:pt x="0" y="19050"/>
                  </a:lnTo>
                  <a:cubicBezTo>
                    <a:pt x="0" y="18034"/>
                    <a:pt x="127" y="16891"/>
                    <a:pt x="254" y="15875"/>
                  </a:cubicBezTo>
                  <a:cubicBezTo>
                    <a:pt x="762" y="13081"/>
                    <a:pt x="1778" y="10414"/>
                    <a:pt x="3429" y="8128"/>
                  </a:cubicBezTo>
                  <a:cubicBezTo>
                    <a:pt x="4064" y="7239"/>
                    <a:pt x="4826" y="6477"/>
                    <a:pt x="5588" y="5715"/>
                  </a:cubicBezTo>
                  <a:cubicBezTo>
                    <a:pt x="6350" y="4953"/>
                    <a:pt x="7112" y="4318"/>
                    <a:pt x="8001" y="3683"/>
                  </a:cubicBezTo>
                  <a:cubicBezTo>
                    <a:pt x="10287" y="2032"/>
                    <a:pt x="12954" y="889"/>
                    <a:pt x="15748" y="508"/>
                  </a:cubicBezTo>
                  <a:cubicBezTo>
                    <a:pt x="16891" y="381"/>
                    <a:pt x="17907" y="254"/>
                    <a:pt x="18923" y="254"/>
                  </a:cubicBezTo>
                  <a:lnTo>
                    <a:pt x="18923" y="9525"/>
                  </a:lnTo>
                  <a:lnTo>
                    <a:pt x="18923" y="0"/>
                  </a:lnTo>
                  <a:lnTo>
                    <a:pt x="209423" y="0"/>
                  </a:lnTo>
                  <a:lnTo>
                    <a:pt x="209423" y="9525"/>
                  </a:lnTo>
                  <a:lnTo>
                    <a:pt x="209423" y="0"/>
                  </a:lnTo>
                  <a:cubicBezTo>
                    <a:pt x="210439" y="0"/>
                    <a:pt x="211582" y="127"/>
                    <a:pt x="212598" y="254"/>
                  </a:cubicBezTo>
                  <a:cubicBezTo>
                    <a:pt x="215392" y="762"/>
                    <a:pt x="218059" y="1778"/>
                    <a:pt x="220345" y="3429"/>
                  </a:cubicBezTo>
                  <a:cubicBezTo>
                    <a:pt x="221234" y="4064"/>
                    <a:pt x="221996" y="4826"/>
                    <a:pt x="222758" y="5588"/>
                  </a:cubicBezTo>
                  <a:cubicBezTo>
                    <a:pt x="223520" y="6350"/>
                    <a:pt x="224282" y="7112"/>
                    <a:pt x="224917" y="8001"/>
                  </a:cubicBezTo>
                  <a:cubicBezTo>
                    <a:pt x="226568" y="10287"/>
                    <a:pt x="227711" y="12954"/>
                    <a:pt x="228092" y="15748"/>
                  </a:cubicBezTo>
                  <a:cubicBezTo>
                    <a:pt x="228219" y="16891"/>
                    <a:pt x="228346" y="17907"/>
                    <a:pt x="228346" y="18923"/>
                  </a:cubicBezTo>
                  <a:lnTo>
                    <a:pt x="218821" y="18923"/>
                  </a:lnTo>
                  <a:lnTo>
                    <a:pt x="228600" y="18923"/>
                  </a:lnTo>
                  <a:lnTo>
                    <a:pt x="228600" y="209423"/>
                  </a:lnTo>
                  <a:lnTo>
                    <a:pt x="219075" y="209423"/>
                  </a:lnTo>
                  <a:lnTo>
                    <a:pt x="228600" y="209423"/>
                  </a:lnTo>
                  <a:cubicBezTo>
                    <a:pt x="228600" y="210439"/>
                    <a:pt x="228473" y="211582"/>
                    <a:pt x="228346" y="212598"/>
                  </a:cubicBezTo>
                  <a:cubicBezTo>
                    <a:pt x="227838" y="215392"/>
                    <a:pt x="226822" y="218059"/>
                    <a:pt x="225171" y="220345"/>
                  </a:cubicBezTo>
                  <a:cubicBezTo>
                    <a:pt x="224536" y="221234"/>
                    <a:pt x="223774" y="222123"/>
                    <a:pt x="223012" y="222885"/>
                  </a:cubicBezTo>
                  <a:cubicBezTo>
                    <a:pt x="222250" y="223647"/>
                    <a:pt x="221488" y="224282"/>
                    <a:pt x="220599" y="224917"/>
                  </a:cubicBezTo>
                  <a:cubicBezTo>
                    <a:pt x="218313" y="226568"/>
                    <a:pt x="215646" y="227711"/>
                    <a:pt x="212852" y="228092"/>
                  </a:cubicBezTo>
                  <a:cubicBezTo>
                    <a:pt x="211709" y="228219"/>
                    <a:pt x="210693" y="228346"/>
                    <a:pt x="209677" y="228346"/>
                  </a:cubicBezTo>
                  <a:lnTo>
                    <a:pt x="209677" y="219075"/>
                  </a:lnTo>
                  <a:lnTo>
                    <a:pt x="209677" y="228600"/>
                  </a:lnTo>
                  <a:lnTo>
                    <a:pt x="19177" y="228600"/>
                  </a:lnTo>
                  <a:lnTo>
                    <a:pt x="19177" y="219075"/>
                  </a:lnTo>
                  <a:lnTo>
                    <a:pt x="19177" y="228600"/>
                  </a:lnTo>
                  <a:cubicBezTo>
                    <a:pt x="18161" y="228600"/>
                    <a:pt x="17018" y="228473"/>
                    <a:pt x="16002" y="228346"/>
                  </a:cubicBezTo>
                  <a:cubicBezTo>
                    <a:pt x="13208" y="227838"/>
                    <a:pt x="10541" y="226822"/>
                    <a:pt x="8255" y="225171"/>
                  </a:cubicBezTo>
                  <a:cubicBezTo>
                    <a:pt x="7366" y="224536"/>
                    <a:pt x="6604" y="223774"/>
                    <a:pt x="5842" y="223139"/>
                  </a:cubicBezTo>
                  <a:cubicBezTo>
                    <a:pt x="5080" y="222377"/>
                    <a:pt x="4318" y="221615"/>
                    <a:pt x="3683" y="220599"/>
                  </a:cubicBezTo>
                  <a:cubicBezTo>
                    <a:pt x="2032" y="218313"/>
                    <a:pt x="889" y="215646"/>
                    <a:pt x="508" y="212852"/>
                  </a:cubicBezTo>
                  <a:cubicBezTo>
                    <a:pt x="381" y="211836"/>
                    <a:pt x="254" y="210693"/>
                    <a:pt x="254" y="209677"/>
                  </a:cubicBezTo>
                  <a:lnTo>
                    <a:pt x="9779" y="209677"/>
                  </a:lnTo>
                  <a:lnTo>
                    <a:pt x="0" y="209677"/>
                  </a:lnTo>
                  <a:moveTo>
                    <a:pt x="19050" y="209677"/>
                  </a:moveTo>
                  <a:cubicBezTo>
                    <a:pt x="19050" y="209931"/>
                    <a:pt x="19050" y="209677"/>
                    <a:pt x="19050" y="209804"/>
                  </a:cubicBezTo>
                  <a:cubicBezTo>
                    <a:pt x="19050" y="209804"/>
                    <a:pt x="19050" y="209677"/>
                    <a:pt x="18923" y="209550"/>
                  </a:cubicBezTo>
                  <a:cubicBezTo>
                    <a:pt x="19050" y="209677"/>
                    <a:pt x="18923" y="209550"/>
                    <a:pt x="19050" y="209677"/>
                  </a:cubicBezTo>
                  <a:lnTo>
                    <a:pt x="12319" y="216408"/>
                  </a:lnTo>
                  <a:lnTo>
                    <a:pt x="19050" y="209677"/>
                  </a:lnTo>
                  <a:cubicBezTo>
                    <a:pt x="19177" y="209804"/>
                    <a:pt x="19050" y="209677"/>
                    <a:pt x="19177" y="209804"/>
                  </a:cubicBezTo>
                  <a:cubicBezTo>
                    <a:pt x="19177" y="209804"/>
                    <a:pt x="19050" y="209677"/>
                    <a:pt x="18923" y="209677"/>
                  </a:cubicBezTo>
                  <a:cubicBezTo>
                    <a:pt x="19050" y="209677"/>
                    <a:pt x="18796" y="209677"/>
                    <a:pt x="19050" y="209677"/>
                  </a:cubicBezTo>
                  <a:lnTo>
                    <a:pt x="209550" y="209677"/>
                  </a:lnTo>
                  <a:cubicBezTo>
                    <a:pt x="209804" y="209677"/>
                    <a:pt x="209550" y="209677"/>
                    <a:pt x="209677" y="209677"/>
                  </a:cubicBezTo>
                  <a:cubicBezTo>
                    <a:pt x="209677" y="209677"/>
                    <a:pt x="209550" y="209677"/>
                    <a:pt x="209423" y="209804"/>
                  </a:cubicBezTo>
                  <a:cubicBezTo>
                    <a:pt x="209550" y="209677"/>
                    <a:pt x="209423" y="209804"/>
                    <a:pt x="209550" y="209677"/>
                  </a:cubicBezTo>
                  <a:lnTo>
                    <a:pt x="216281" y="216408"/>
                  </a:lnTo>
                  <a:lnTo>
                    <a:pt x="209550" y="209677"/>
                  </a:lnTo>
                  <a:cubicBezTo>
                    <a:pt x="209677" y="209550"/>
                    <a:pt x="209550" y="209677"/>
                    <a:pt x="209677" y="209550"/>
                  </a:cubicBezTo>
                  <a:cubicBezTo>
                    <a:pt x="209677" y="209550"/>
                    <a:pt x="209550" y="209677"/>
                    <a:pt x="209550" y="209804"/>
                  </a:cubicBezTo>
                  <a:cubicBezTo>
                    <a:pt x="209550" y="209677"/>
                    <a:pt x="209550" y="209931"/>
                    <a:pt x="209550" y="209677"/>
                  </a:cubicBezTo>
                  <a:lnTo>
                    <a:pt x="209550" y="19177"/>
                  </a:lnTo>
                  <a:cubicBezTo>
                    <a:pt x="209550" y="18923"/>
                    <a:pt x="209550" y="19177"/>
                    <a:pt x="209550" y="19050"/>
                  </a:cubicBezTo>
                  <a:cubicBezTo>
                    <a:pt x="209550" y="19050"/>
                    <a:pt x="209550" y="19177"/>
                    <a:pt x="209677" y="19304"/>
                  </a:cubicBezTo>
                  <a:cubicBezTo>
                    <a:pt x="209550" y="19177"/>
                    <a:pt x="209677" y="19304"/>
                    <a:pt x="209550" y="19177"/>
                  </a:cubicBezTo>
                  <a:lnTo>
                    <a:pt x="216281" y="12446"/>
                  </a:lnTo>
                  <a:lnTo>
                    <a:pt x="209550" y="19177"/>
                  </a:lnTo>
                  <a:cubicBezTo>
                    <a:pt x="209423" y="19050"/>
                    <a:pt x="209550" y="19177"/>
                    <a:pt x="209423" y="19050"/>
                  </a:cubicBezTo>
                  <a:cubicBezTo>
                    <a:pt x="209423" y="19050"/>
                    <a:pt x="209550" y="19177"/>
                    <a:pt x="209677" y="19177"/>
                  </a:cubicBezTo>
                  <a:cubicBezTo>
                    <a:pt x="209550" y="19177"/>
                    <a:pt x="209804" y="19177"/>
                    <a:pt x="209550" y="19177"/>
                  </a:cubicBezTo>
                  <a:lnTo>
                    <a:pt x="19050" y="19177"/>
                  </a:lnTo>
                  <a:cubicBezTo>
                    <a:pt x="18796" y="19177"/>
                    <a:pt x="19050" y="19177"/>
                    <a:pt x="18923" y="19177"/>
                  </a:cubicBezTo>
                  <a:cubicBezTo>
                    <a:pt x="18923" y="19177"/>
                    <a:pt x="19050" y="19177"/>
                    <a:pt x="19177" y="19050"/>
                  </a:cubicBezTo>
                  <a:cubicBezTo>
                    <a:pt x="19050" y="19177"/>
                    <a:pt x="19177" y="19050"/>
                    <a:pt x="19050" y="19177"/>
                  </a:cubicBezTo>
                  <a:lnTo>
                    <a:pt x="12319" y="12446"/>
                  </a:lnTo>
                  <a:lnTo>
                    <a:pt x="19050" y="19177"/>
                  </a:lnTo>
                  <a:cubicBezTo>
                    <a:pt x="18923" y="19304"/>
                    <a:pt x="19050" y="19177"/>
                    <a:pt x="18923" y="19304"/>
                  </a:cubicBezTo>
                  <a:cubicBezTo>
                    <a:pt x="18923" y="19304"/>
                    <a:pt x="19050" y="19177"/>
                    <a:pt x="19050" y="19050"/>
                  </a:cubicBezTo>
                  <a:cubicBezTo>
                    <a:pt x="19050" y="19177"/>
                    <a:pt x="19050" y="18923"/>
                    <a:pt x="19050" y="19177"/>
                  </a:cubicBezTo>
                  <a:lnTo>
                    <a:pt x="19050" y="20967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07997" y="4260847"/>
            <a:ext cx="6756397" cy="1317622"/>
            <a:chOff x="0" y="0"/>
            <a:chExt cx="6756400" cy="13176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6629527" cy="1190752"/>
            </a:xfrm>
            <a:custGeom>
              <a:avLst/>
              <a:gdLst/>
              <a:ahLst/>
              <a:cxnLst/>
              <a:rect r="r" b="b" t="t" l="l"/>
              <a:pathLst>
                <a:path h="1190752" w="6629527">
                  <a:moveTo>
                    <a:pt x="0" y="1133475"/>
                  </a:moveTo>
                  <a:lnTo>
                    <a:pt x="0" y="57150"/>
                  </a:ln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620" y="28575"/>
                    <a:pt x="9779" y="25400"/>
                  </a:cubicBezTo>
                  <a:cubicBezTo>
                    <a:pt x="11938" y="22225"/>
                    <a:pt x="14224" y="19431"/>
                    <a:pt x="16891" y="16764"/>
                  </a:cubicBezTo>
                  <a:cubicBezTo>
                    <a:pt x="19558" y="14097"/>
                    <a:pt x="22479" y="11684"/>
                    <a:pt x="25527" y="9652"/>
                  </a:cubicBezTo>
                  <a:cubicBezTo>
                    <a:pt x="28575" y="7620"/>
                    <a:pt x="32004" y="5842"/>
                    <a:pt x="35433" y="4318"/>
                  </a:cubicBezTo>
                  <a:cubicBezTo>
                    <a:pt x="38862" y="2794"/>
                    <a:pt x="42418" y="1778"/>
                    <a:pt x="46101" y="1016"/>
                  </a:cubicBezTo>
                  <a:cubicBezTo>
                    <a:pt x="49784" y="254"/>
                    <a:pt x="53340" y="0"/>
                    <a:pt x="57150" y="0"/>
                  </a:cubicBezTo>
                  <a:lnTo>
                    <a:pt x="6572250" y="0"/>
                  </a:lnTo>
                  <a:cubicBezTo>
                    <a:pt x="6576060" y="0"/>
                    <a:pt x="6579743" y="381"/>
                    <a:pt x="6583426" y="1143"/>
                  </a:cubicBezTo>
                  <a:cubicBezTo>
                    <a:pt x="6587109" y="1905"/>
                    <a:pt x="6590665" y="2921"/>
                    <a:pt x="6594094" y="4445"/>
                  </a:cubicBezTo>
                  <a:cubicBezTo>
                    <a:pt x="6597523" y="5969"/>
                    <a:pt x="6600825" y="7620"/>
                    <a:pt x="6604000" y="9779"/>
                  </a:cubicBezTo>
                  <a:cubicBezTo>
                    <a:pt x="6607175" y="11938"/>
                    <a:pt x="6609969" y="14224"/>
                    <a:pt x="6612636" y="16891"/>
                  </a:cubicBezTo>
                  <a:cubicBezTo>
                    <a:pt x="6615303" y="19558"/>
                    <a:pt x="6617716" y="22479"/>
                    <a:pt x="6619748" y="25527"/>
                  </a:cubicBezTo>
                  <a:cubicBezTo>
                    <a:pt x="6621780" y="28575"/>
                    <a:pt x="6623558" y="32004"/>
                    <a:pt x="6625082" y="35433"/>
                  </a:cubicBezTo>
                  <a:cubicBezTo>
                    <a:pt x="6626606" y="38862"/>
                    <a:pt x="6627622" y="42418"/>
                    <a:pt x="6628384" y="46101"/>
                  </a:cubicBezTo>
                  <a:cubicBezTo>
                    <a:pt x="6629146" y="49784"/>
                    <a:pt x="6629527" y="53467"/>
                    <a:pt x="6629527" y="57277"/>
                  </a:cubicBezTo>
                  <a:lnTo>
                    <a:pt x="6629527" y="1133475"/>
                  </a:lnTo>
                  <a:cubicBezTo>
                    <a:pt x="6629527" y="1137285"/>
                    <a:pt x="6629146" y="1140968"/>
                    <a:pt x="6628384" y="1144651"/>
                  </a:cubicBezTo>
                  <a:cubicBezTo>
                    <a:pt x="6627622" y="1148334"/>
                    <a:pt x="6626606" y="1151890"/>
                    <a:pt x="6625082" y="1155319"/>
                  </a:cubicBezTo>
                  <a:cubicBezTo>
                    <a:pt x="6623558" y="1158748"/>
                    <a:pt x="6621907" y="1162050"/>
                    <a:pt x="6619748" y="1165225"/>
                  </a:cubicBezTo>
                  <a:cubicBezTo>
                    <a:pt x="6617589" y="1168400"/>
                    <a:pt x="6615303" y="1171194"/>
                    <a:pt x="6612636" y="1173861"/>
                  </a:cubicBezTo>
                  <a:cubicBezTo>
                    <a:pt x="6609969" y="1176528"/>
                    <a:pt x="6607048" y="1178941"/>
                    <a:pt x="6604000" y="1180973"/>
                  </a:cubicBezTo>
                  <a:cubicBezTo>
                    <a:pt x="6600952" y="1183005"/>
                    <a:pt x="6597523" y="1184783"/>
                    <a:pt x="6594094" y="1186307"/>
                  </a:cubicBezTo>
                  <a:cubicBezTo>
                    <a:pt x="6590665" y="1187831"/>
                    <a:pt x="6587109" y="1188847"/>
                    <a:pt x="6583426" y="1189609"/>
                  </a:cubicBezTo>
                  <a:cubicBezTo>
                    <a:pt x="6579743" y="1190371"/>
                    <a:pt x="6576060" y="1190752"/>
                    <a:pt x="6572250" y="1190752"/>
                  </a:cubicBezTo>
                  <a:lnTo>
                    <a:pt x="57150" y="1190752"/>
                  </a:lnTo>
                  <a:cubicBezTo>
                    <a:pt x="53340" y="1190752"/>
                    <a:pt x="49657" y="1190371"/>
                    <a:pt x="45974" y="1189609"/>
                  </a:cubicBezTo>
                  <a:cubicBezTo>
                    <a:pt x="42291" y="1188847"/>
                    <a:pt x="38735" y="1187831"/>
                    <a:pt x="35306" y="1186307"/>
                  </a:cubicBezTo>
                  <a:cubicBezTo>
                    <a:pt x="31877" y="1184783"/>
                    <a:pt x="28575" y="1183132"/>
                    <a:pt x="25400" y="1180973"/>
                  </a:cubicBezTo>
                  <a:cubicBezTo>
                    <a:pt x="22225" y="1178814"/>
                    <a:pt x="19431" y="1176528"/>
                    <a:pt x="16764" y="1173861"/>
                  </a:cubicBezTo>
                  <a:cubicBezTo>
                    <a:pt x="14097" y="1171194"/>
                    <a:pt x="11684" y="1168273"/>
                    <a:pt x="9652" y="1165225"/>
                  </a:cubicBezTo>
                  <a:cubicBezTo>
                    <a:pt x="7620" y="1162177"/>
                    <a:pt x="5842" y="1158748"/>
                    <a:pt x="4318" y="1155319"/>
                  </a:cubicBezTo>
                  <a:cubicBezTo>
                    <a:pt x="2794" y="1151890"/>
                    <a:pt x="1778" y="1148334"/>
                    <a:pt x="1016" y="1144651"/>
                  </a:cubicBezTo>
                  <a:cubicBezTo>
                    <a:pt x="254" y="1140968"/>
                    <a:pt x="0" y="1137285"/>
                    <a:pt x="0" y="1133475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254000" y="473075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342900"/>
                  </a:move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lnTo>
                    <a:pt x="342900" y="0"/>
                  </a:lnTo>
                  <a:cubicBezTo>
                    <a:pt x="347980" y="0"/>
                    <a:pt x="352806" y="1016"/>
                    <a:pt x="357505" y="2921"/>
                  </a:cubicBezTo>
                  <a:cubicBezTo>
                    <a:pt x="362204" y="4826"/>
                    <a:pt x="366268" y="7620"/>
                    <a:pt x="369824" y="11176"/>
                  </a:cubicBezTo>
                  <a:cubicBezTo>
                    <a:pt x="373380" y="14732"/>
                    <a:pt x="376174" y="18923"/>
                    <a:pt x="378079" y="23495"/>
                  </a:cubicBezTo>
                  <a:cubicBezTo>
                    <a:pt x="379984" y="28067"/>
                    <a:pt x="381000" y="33020"/>
                    <a:pt x="381000" y="38100"/>
                  </a:cubicBezTo>
                  <a:lnTo>
                    <a:pt x="381000" y="342900"/>
                  </a:lnTo>
                  <a:cubicBezTo>
                    <a:pt x="381000" y="347980"/>
                    <a:pt x="379984" y="352806"/>
                    <a:pt x="378079" y="357505"/>
                  </a:cubicBezTo>
                  <a:cubicBezTo>
                    <a:pt x="376174" y="362204"/>
                    <a:pt x="373380" y="366268"/>
                    <a:pt x="369824" y="369824"/>
                  </a:cubicBezTo>
                  <a:cubicBezTo>
                    <a:pt x="366268" y="373380"/>
                    <a:pt x="362077" y="376174"/>
                    <a:pt x="357505" y="378079"/>
                  </a:cubicBezTo>
                  <a:cubicBezTo>
                    <a:pt x="352933" y="379984"/>
                    <a:pt x="347980" y="381000"/>
                    <a:pt x="342900" y="381000"/>
                  </a:cubicBezTo>
                  <a:lnTo>
                    <a:pt x="38100" y="381000"/>
                  </a:lnTo>
                  <a:cubicBezTo>
                    <a:pt x="33020" y="381000"/>
                    <a:pt x="28194" y="379984"/>
                    <a:pt x="23495" y="378079"/>
                  </a:cubicBezTo>
                  <a:cubicBezTo>
                    <a:pt x="18796" y="376174"/>
                    <a:pt x="14732" y="373380"/>
                    <a:pt x="11176" y="369824"/>
                  </a:cubicBezTo>
                  <a:cubicBezTo>
                    <a:pt x="7620" y="366268"/>
                    <a:pt x="4826" y="362077"/>
                    <a:pt x="2921" y="357505"/>
                  </a:cubicBezTo>
                  <a:cubicBezTo>
                    <a:pt x="1016" y="352933"/>
                    <a:pt x="0" y="347980"/>
                    <a:pt x="0" y="34290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330200" y="549275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209550"/>
                  </a:moveTo>
                  <a:lnTo>
                    <a:pt x="0" y="19050"/>
                  </a:lnTo>
                  <a:lnTo>
                    <a:pt x="9525" y="19050"/>
                  </a:lnTo>
                  <a:lnTo>
                    <a:pt x="0" y="19050"/>
                  </a:lnTo>
                  <a:cubicBezTo>
                    <a:pt x="0" y="18034"/>
                    <a:pt x="127" y="16891"/>
                    <a:pt x="254" y="15875"/>
                  </a:cubicBezTo>
                  <a:cubicBezTo>
                    <a:pt x="762" y="13081"/>
                    <a:pt x="1778" y="10414"/>
                    <a:pt x="3429" y="8128"/>
                  </a:cubicBezTo>
                  <a:cubicBezTo>
                    <a:pt x="4064" y="7239"/>
                    <a:pt x="4826" y="6477"/>
                    <a:pt x="5588" y="5715"/>
                  </a:cubicBezTo>
                  <a:cubicBezTo>
                    <a:pt x="6350" y="4953"/>
                    <a:pt x="7112" y="4318"/>
                    <a:pt x="8001" y="3683"/>
                  </a:cubicBezTo>
                  <a:cubicBezTo>
                    <a:pt x="10287" y="2032"/>
                    <a:pt x="12954" y="889"/>
                    <a:pt x="15748" y="508"/>
                  </a:cubicBezTo>
                  <a:cubicBezTo>
                    <a:pt x="16891" y="381"/>
                    <a:pt x="17907" y="254"/>
                    <a:pt x="18923" y="254"/>
                  </a:cubicBezTo>
                  <a:lnTo>
                    <a:pt x="18923" y="9525"/>
                  </a:lnTo>
                  <a:lnTo>
                    <a:pt x="18923" y="0"/>
                  </a:lnTo>
                  <a:lnTo>
                    <a:pt x="209423" y="0"/>
                  </a:lnTo>
                  <a:lnTo>
                    <a:pt x="209423" y="9525"/>
                  </a:lnTo>
                  <a:lnTo>
                    <a:pt x="209423" y="0"/>
                  </a:lnTo>
                  <a:cubicBezTo>
                    <a:pt x="210439" y="0"/>
                    <a:pt x="211582" y="127"/>
                    <a:pt x="212598" y="254"/>
                  </a:cubicBezTo>
                  <a:cubicBezTo>
                    <a:pt x="215392" y="762"/>
                    <a:pt x="218059" y="1778"/>
                    <a:pt x="220345" y="3429"/>
                  </a:cubicBezTo>
                  <a:cubicBezTo>
                    <a:pt x="221234" y="4064"/>
                    <a:pt x="221996" y="4826"/>
                    <a:pt x="222758" y="5588"/>
                  </a:cubicBezTo>
                  <a:cubicBezTo>
                    <a:pt x="223520" y="6350"/>
                    <a:pt x="224282" y="7112"/>
                    <a:pt x="224917" y="8001"/>
                  </a:cubicBezTo>
                  <a:cubicBezTo>
                    <a:pt x="226568" y="10287"/>
                    <a:pt x="227711" y="12954"/>
                    <a:pt x="228092" y="15748"/>
                  </a:cubicBezTo>
                  <a:cubicBezTo>
                    <a:pt x="228219" y="16891"/>
                    <a:pt x="228346" y="17907"/>
                    <a:pt x="228346" y="18923"/>
                  </a:cubicBezTo>
                  <a:lnTo>
                    <a:pt x="218821" y="18923"/>
                  </a:lnTo>
                  <a:lnTo>
                    <a:pt x="228600" y="18923"/>
                  </a:lnTo>
                  <a:lnTo>
                    <a:pt x="228600" y="209423"/>
                  </a:lnTo>
                  <a:lnTo>
                    <a:pt x="219075" y="209423"/>
                  </a:lnTo>
                  <a:lnTo>
                    <a:pt x="228600" y="209423"/>
                  </a:lnTo>
                  <a:cubicBezTo>
                    <a:pt x="228600" y="210439"/>
                    <a:pt x="228473" y="211582"/>
                    <a:pt x="228346" y="212598"/>
                  </a:cubicBezTo>
                  <a:cubicBezTo>
                    <a:pt x="227838" y="215392"/>
                    <a:pt x="226822" y="218059"/>
                    <a:pt x="225171" y="220345"/>
                  </a:cubicBezTo>
                  <a:cubicBezTo>
                    <a:pt x="224536" y="221234"/>
                    <a:pt x="223774" y="221996"/>
                    <a:pt x="223012" y="222758"/>
                  </a:cubicBezTo>
                  <a:cubicBezTo>
                    <a:pt x="222250" y="223520"/>
                    <a:pt x="221488" y="224282"/>
                    <a:pt x="220599" y="224917"/>
                  </a:cubicBezTo>
                  <a:cubicBezTo>
                    <a:pt x="218313" y="226568"/>
                    <a:pt x="215646" y="227711"/>
                    <a:pt x="212852" y="228092"/>
                  </a:cubicBezTo>
                  <a:cubicBezTo>
                    <a:pt x="211836" y="228219"/>
                    <a:pt x="210693" y="228346"/>
                    <a:pt x="209677" y="228346"/>
                  </a:cubicBezTo>
                  <a:lnTo>
                    <a:pt x="209677" y="219075"/>
                  </a:lnTo>
                  <a:lnTo>
                    <a:pt x="209677" y="228600"/>
                  </a:lnTo>
                  <a:lnTo>
                    <a:pt x="19177" y="228600"/>
                  </a:lnTo>
                  <a:lnTo>
                    <a:pt x="19177" y="219075"/>
                  </a:lnTo>
                  <a:lnTo>
                    <a:pt x="19177" y="228600"/>
                  </a:lnTo>
                  <a:cubicBezTo>
                    <a:pt x="18161" y="228600"/>
                    <a:pt x="17018" y="228473"/>
                    <a:pt x="16002" y="228346"/>
                  </a:cubicBezTo>
                  <a:cubicBezTo>
                    <a:pt x="13208" y="227838"/>
                    <a:pt x="10541" y="226822"/>
                    <a:pt x="8255" y="225171"/>
                  </a:cubicBezTo>
                  <a:cubicBezTo>
                    <a:pt x="7366" y="224536"/>
                    <a:pt x="6604" y="223774"/>
                    <a:pt x="5842" y="223012"/>
                  </a:cubicBezTo>
                  <a:lnTo>
                    <a:pt x="12573" y="216281"/>
                  </a:lnTo>
                  <a:lnTo>
                    <a:pt x="5842" y="223012"/>
                  </a:lnTo>
                  <a:cubicBezTo>
                    <a:pt x="5080" y="222250"/>
                    <a:pt x="4445" y="221488"/>
                    <a:pt x="3683" y="220599"/>
                  </a:cubicBezTo>
                  <a:cubicBezTo>
                    <a:pt x="2032" y="218313"/>
                    <a:pt x="889" y="215646"/>
                    <a:pt x="508" y="212852"/>
                  </a:cubicBezTo>
                  <a:cubicBezTo>
                    <a:pt x="381" y="211836"/>
                    <a:pt x="254" y="210693"/>
                    <a:pt x="254" y="209677"/>
                  </a:cubicBezTo>
                  <a:lnTo>
                    <a:pt x="9779" y="209677"/>
                  </a:lnTo>
                  <a:lnTo>
                    <a:pt x="0" y="209677"/>
                  </a:lnTo>
                  <a:moveTo>
                    <a:pt x="19050" y="209677"/>
                  </a:moveTo>
                  <a:cubicBezTo>
                    <a:pt x="19050" y="209931"/>
                    <a:pt x="19050" y="209677"/>
                    <a:pt x="19050" y="209804"/>
                  </a:cubicBezTo>
                  <a:cubicBezTo>
                    <a:pt x="19050" y="209804"/>
                    <a:pt x="19050" y="209677"/>
                    <a:pt x="18923" y="209550"/>
                  </a:cubicBezTo>
                  <a:cubicBezTo>
                    <a:pt x="19050" y="209677"/>
                    <a:pt x="18923" y="209550"/>
                    <a:pt x="19050" y="209677"/>
                  </a:cubicBezTo>
                  <a:cubicBezTo>
                    <a:pt x="19177" y="209804"/>
                    <a:pt x="19050" y="209677"/>
                    <a:pt x="19177" y="209804"/>
                  </a:cubicBezTo>
                  <a:cubicBezTo>
                    <a:pt x="19177" y="209804"/>
                    <a:pt x="19050" y="209677"/>
                    <a:pt x="18923" y="209677"/>
                  </a:cubicBezTo>
                  <a:cubicBezTo>
                    <a:pt x="19050" y="209677"/>
                    <a:pt x="18796" y="209677"/>
                    <a:pt x="19050" y="209677"/>
                  </a:cubicBezTo>
                  <a:lnTo>
                    <a:pt x="209550" y="209677"/>
                  </a:lnTo>
                  <a:cubicBezTo>
                    <a:pt x="209804" y="209677"/>
                    <a:pt x="209550" y="209677"/>
                    <a:pt x="209677" y="209677"/>
                  </a:cubicBezTo>
                  <a:cubicBezTo>
                    <a:pt x="209677" y="209677"/>
                    <a:pt x="209550" y="209677"/>
                    <a:pt x="209423" y="209804"/>
                  </a:cubicBezTo>
                  <a:cubicBezTo>
                    <a:pt x="209550" y="209677"/>
                    <a:pt x="209423" y="209804"/>
                    <a:pt x="209550" y="209677"/>
                  </a:cubicBezTo>
                  <a:lnTo>
                    <a:pt x="216281" y="216408"/>
                  </a:lnTo>
                  <a:lnTo>
                    <a:pt x="209550" y="209677"/>
                  </a:lnTo>
                  <a:cubicBezTo>
                    <a:pt x="209677" y="209550"/>
                    <a:pt x="209550" y="209677"/>
                    <a:pt x="209677" y="209550"/>
                  </a:cubicBezTo>
                  <a:cubicBezTo>
                    <a:pt x="209677" y="209550"/>
                    <a:pt x="209550" y="209677"/>
                    <a:pt x="209550" y="209804"/>
                  </a:cubicBezTo>
                  <a:cubicBezTo>
                    <a:pt x="209550" y="209677"/>
                    <a:pt x="209550" y="209931"/>
                    <a:pt x="209550" y="209677"/>
                  </a:cubicBezTo>
                  <a:lnTo>
                    <a:pt x="209550" y="19177"/>
                  </a:lnTo>
                  <a:cubicBezTo>
                    <a:pt x="209550" y="18923"/>
                    <a:pt x="209550" y="19177"/>
                    <a:pt x="209550" y="19050"/>
                  </a:cubicBezTo>
                  <a:cubicBezTo>
                    <a:pt x="209550" y="19050"/>
                    <a:pt x="209550" y="19177"/>
                    <a:pt x="209677" y="19304"/>
                  </a:cubicBezTo>
                  <a:cubicBezTo>
                    <a:pt x="209550" y="19177"/>
                    <a:pt x="209677" y="19304"/>
                    <a:pt x="209550" y="19177"/>
                  </a:cubicBezTo>
                  <a:lnTo>
                    <a:pt x="216281" y="12446"/>
                  </a:lnTo>
                  <a:lnTo>
                    <a:pt x="209550" y="19177"/>
                  </a:lnTo>
                  <a:cubicBezTo>
                    <a:pt x="209423" y="19050"/>
                    <a:pt x="209550" y="19177"/>
                    <a:pt x="209423" y="19050"/>
                  </a:cubicBezTo>
                  <a:cubicBezTo>
                    <a:pt x="209423" y="19050"/>
                    <a:pt x="209550" y="19177"/>
                    <a:pt x="209677" y="19177"/>
                  </a:cubicBezTo>
                  <a:cubicBezTo>
                    <a:pt x="209550" y="19177"/>
                    <a:pt x="209804" y="19177"/>
                    <a:pt x="209550" y="19177"/>
                  </a:cubicBezTo>
                  <a:lnTo>
                    <a:pt x="19050" y="19177"/>
                  </a:lnTo>
                  <a:cubicBezTo>
                    <a:pt x="18796" y="19177"/>
                    <a:pt x="19050" y="19177"/>
                    <a:pt x="18923" y="19177"/>
                  </a:cubicBezTo>
                  <a:cubicBezTo>
                    <a:pt x="18923" y="19177"/>
                    <a:pt x="19050" y="19177"/>
                    <a:pt x="19177" y="19050"/>
                  </a:cubicBezTo>
                  <a:cubicBezTo>
                    <a:pt x="19050" y="19177"/>
                    <a:pt x="19177" y="19050"/>
                    <a:pt x="19050" y="19177"/>
                  </a:cubicBezTo>
                  <a:lnTo>
                    <a:pt x="12319" y="12446"/>
                  </a:lnTo>
                  <a:lnTo>
                    <a:pt x="19050" y="19177"/>
                  </a:lnTo>
                  <a:cubicBezTo>
                    <a:pt x="18923" y="19304"/>
                    <a:pt x="19050" y="19177"/>
                    <a:pt x="18923" y="19304"/>
                  </a:cubicBezTo>
                  <a:cubicBezTo>
                    <a:pt x="18923" y="19304"/>
                    <a:pt x="19050" y="19177"/>
                    <a:pt x="19050" y="19050"/>
                  </a:cubicBezTo>
                  <a:cubicBezTo>
                    <a:pt x="19050" y="19177"/>
                    <a:pt x="19050" y="18923"/>
                    <a:pt x="19050" y="19177"/>
                  </a:cubicBezTo>
                  <a:lnTo>
                    <a:pt x="19050" y="20967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507997" y="5689597"/>
            <a:ext cx="6756397" cy="1231897"/>
            <a:chOff x="0" y="0"/>
            <a:chExt cx="6756400" cy="12319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6629400" cy="1104900"/>
            </a:xfrm>
            <a:custGeom>
              <a:avLst/>
              <a:gdLst/>
              <a:ahLst/>
              <a:cxnLst/>
              <a:rect r="r" b="b" t="t" l="l"/>
              <a:pathLst>
                <a:path h="1104900" w="6629400">
                  <a:moveTo>
                    <a:pt x="57150" y="0"/>
                  </a:moveTo>
                  <a:cubicBezTo>
                    <a:pt x="53340" y="0"/>
                    <a:pt x="49657" y="381"/>
                    <a:pt x="45974" y="1143"/>
                  </a:cubicBezTo>
                  <a:cubicBezTo>
                    <a:pt x="42291" y="1905"/>
                    <a:pt x="38735" y="2921"/>
                    <a:pt x="35306" y="4445"/>
                  </a:cubicBezTo>
                  <a:cubicBezTo>
                    <a:pt x="31877" y="5969"/>
                    <a:pt x="28575" y="7620"/>
                    <a:pt x="25400" y="9779"/>
                  </a:cubicBezTo>
                  <a:cubicBezTo>
                    <a:pt x="22225" y="11938"/>
                    <a:pt x="19431" y="14224"/>
                    <a:pt x="16764" y="16891"/>
                  </a:cubicBezTo>
                  <a:cubicBezTo>
                    <a:pt x="14097" y="19558"/>
                    <a:pt x="11684" y="22479"/>
                    <a:pt x="9652" y="25527"/>
                  </a:cubicBezTo>
                  <a:cubicBezTo>
                    <a:pt x="7620" y="28575"/>
                    <a:pt x="5842" y="32004"/>
                    <a:pt x="4318" y="35433"/>
                  </a:cubicBezTo>
                  <a:cubicBezTo>
                    <a:pt x="2794" y="38862"/>
                    <a:pt x="1778" y="42418"/>
                    <a:pt x="1016" y="46101"/>
                  </a:cubicBezTo>
                  <a:cubicBezTo>
                    <a:pt x="254" y="49784"/>
                    <a:pt x="0" y="53340"/>
                    <a:pt x="0" y="57150"/>
                  </a:cubicBezTo>
                  <a:lnTo>
                    <a:pt x="0" y="1104900"/>
                  </a:lnTo>
                  <a:lnTo>
                    <a:pt x="6629400" y="1104900"/>
                  </a:lnTo>
                  <a:lnTo>
                    <a:pt x="6629400" y="57150"/>
                  </a:lnTo>
                  <a:cubicBezTo>
                    <a:pt x="6629400" y="53340"/>
                    <a:pt x="6629019" y="49657"/>
                    <a:pt x="6628257" y="45974"/>
                  </a:cubicBezTo>
                  <a:cubicBezTo>
                    <a:pt x="6627495" y="42291"/>
                    <a:pt x="6626479" y="38735"/>
                    <a:pt x="6624955" y="35306"/>
                  </a:cubicBezTo>
                  <a:cubicBezTo>
                    <a:pt x="6623431" y="31877"/>
                    <a:pt x="6621780" y="28575"/>
                    <a:pt x="6619621" y="25400"/>
                  </a:cubicBezTo>
                  <a:cubicBezTo>
                    <a:pt x="6617462" y="22225"/>
                    <a:pt x="6615176" y="19431"/>
                    <a:pt x="6612509" y="16764"/>
                  </a:cubicBezTo>
                  <a:cubicBezTo>
                    <a:pt x="6609842" y="14097"/>
                    <a:pt x="6606921" y="11684"/>
                    <a:pt x="6603873" y="9652"/>
                  </a:cubicBezTo>
                  <a:cubicBezTo>
                    <a:pt x="6600825" y="7620"/>
                    <a:pt x="6597396" y="5842"/>
                    <a:pt x="6593967" y="4318"/>
                  </a:cubicBezTo>
                  <a:cubicBezTo>
                    <a:pt x="6590538" y="2794"/>
                    <a:pt x="6586982" y="1778"/>
                    <a:pt x="6583299" y="1016"/>
                  </a:cubicBezTo>
                  <a:cubicBezTo>
                    <a:pt x="6579616" y="254"/>
                    <a:pt x="6576060" y="0"/>
                    <a:pt x="657225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254000" y="473075"/>
              <a:ext cx="381000" cy="381000"/>
            </a:xfrm>
            <a:custGeom>
              <a:avLst/>
              <a:gdLst/>
              <a:ahLst/>
              <a:cxnLst/>
              <a:rect r="r" b="b" t="t" l="l"/>
              <a:pathLst>
                <a:path h="381000" w="381000">
                  <a:moveTo>
                    <a:pt x="0" y="342900"/>
                  </a:move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cubicBezTo>
                    <a:pt x="14732" y="7620"/>
                    <a:pt x="18923" y="4826"/>
                    <a:pt x="23495" y="2921"/>
                  </a:cubicBezTo>
                  <a:cubicBezTo>
                    <a:pt x="28067" y="1016"/>
                    <a:pt x="33020" y="0"/>
                    <a:pt x="38100" y="0"/>
                  </a:cubicBezTo>
                  <a:lnTo>
                    <a:pt x="342900" y="0"/>
                  </a:lnTo>
                  <a:cubicBezTo>
                    <a:pt x="347980" y="0"/>
                    <a:pt x="352806" y="1016"/>
                    <a:pt x="357505" y="2921"/>
                  </a:cubicBezTo>
                  <a:cubicBezTo>
                    <a:pt x="362204" y="4826"/>
                    <a:pt x="366268" y="7620"/>
                    <a:pt x="369824" y="11176"/>
                  </a:cubicBezTo>
                  <a:cubicBezTo>
                    <a:pt x="373380" y="14732"/>
                    <a:pt x="376174" y="18923"/>
                    <a:pt x="378079" y="23495"/>
                  </a:cubicBezTo>
                  <a:cubicBezTo>
                    <a:pt x="379984" y="28067"/>
                    <a:pt x="381000" y="33020"/>
                    <a:pt x="381000" y="38100"/>
                  </a:cubicBezTo>
                  <a:lnTo>
                    <a:pt x="381000" y="342900"/>
                  </a:lnTo>
                  <a:cubicBezTo>
                    <a:pt x="381000" y="347980"/>
                    <a:pt x="379984" y="352806"/>
                    <a:pt x="378079" y="357505"/>
                  </a:cubicBezTo>
                  <a:cubicBezTo>
                    <a:pt x="376174" y="362204"/>
                    <a:pt x="373380" y="366268"/>
                    <a:pt x="369824" y="369824"/>
                  </a:cubicBezTo>
                  <a:cubicBezTo>
                    <a:pt x="366268" y="373380"/>
                    <a:pt x="362077" y="376174"/>
                    <a:pt x="357505" y="378079"/>
                  </a:cubicBezTo>
                  <a:cubicBezTo>
                    <a:pt x="352933" y="379984"/>
                    <a:pt x="347980" y="381000"/>
                    <a:pt x="342900" y="381000"/>
                  </a:cubicBezTo>
                  <a:lnTo>
                    <a:pt x="38100" y="381000"/>
                  </a:lnTo>
                  <a:cubicBezTo>
                    <a:pt x="33020" y="381000"/>
                    <a:pt x="28194" y="379984"/>
                    <a:pt x="23495" y="378079"/>
                  </a:cubicBezTo>
                  <a:cubicBezTo>
                    <a:pt x="18796" y="376174"/>
                    <a:pt x="14732" y="373380"/>
                    <a:pt x="11176" y="369824"/>
                  </a:cubicBezTo>
                  <a:cubicBezTo>
                    <a:pt x="7620" y="366268"/>
                    <a:pt x="4826" y="362077"/>
                    <a:pt x="2921" y="357505"/>
                  </a:cubicBezTo>
                  <a:cubicBezTo>
                    <a:pt x="1016" y="352933"/>
                    <a:pt x="0" y="347980"/>
                    <a:pt x="0" y="34290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30200" y="549275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209550"/>
                  </a:moveTo>
                  <a:lnTo>
                    <a:pt x="0" y="19050"/>
                  </a:lnTo>
                  <a:lnTo>
                    <a:pt x="9525" y="19050"/>
                  </a:lnTo>
                  <a:lnTo>
                    <a:pt x="0" y="19050"/>
                  </a:lnTo>
                  <a:cubicBezTo>
                    <a:pt x="0" y="18034"/>
                    <a:pt x="127" y="16891"/>
                    <a:pt x="254" y="15875"/>
                  </a:cubicBezTo>
                  <a:cubicBezTo>
                    <a:pt x="762" y="13081"/>
                    <a:pt x="1778" y="10414"/>
                    <a:pt x="3429" y="8128"/>
                  </a:cubicBezTo>
                  <a:cubicBezTo>
                    <a:pt x="4064" y="7239"/>
                    <a:pt x="4826" y="6477"/>
                    <a:pt x="5461" y="5715"/>
                  </a:cubicBezTo>
                  <a:lnTo>
                    <a:pt x="12192" y="12446"/>
                  </a:lnTo>
                  <a:lnTo>
                    <a:pt x="5461" y="5715"/>
                  </a:lnTo>
                  <a:cubicBezTo>
                    <a:pt x="6223" y="4953"/>
                    <a:pt x="6985" y="4318"/>
                    <a:pt x="7874" y="3683"/>
                  </a:cubicBezTo>
                  <a:cubicBezTo>
                    <a:pt x="10160" y="2032"/>
                    <a:pt x="12827" y="889"/>
                    <a:pt x="15621" y="508"/>
                  </a:cubicBezTo>
                  <a:cubicBezTo>
                    <a:pt x="16764" y="381"/>
                    <a:pt x="17780" y="254"/>
                    <a:pt x="18796" y="254"/>
                  </a:cubicBezTo>
                  <a:lnTo>
                    <a:pt x="18796" y="9525"/>
                  </a:lnTo>
                  <a:lnTo>
                    <a:pt x="18796" y="0"/>
                  </a:lnTo>
                  <a:lnTo>
                    <a:pt x="209296" y="0"/>
                  </a:lnTo>
                  <a:lnTo>
                    <a:pt x="209296" y="9525"/>
                  </a:lnTo>
                  <a:lnTo>
                    <a:pt x="209296" y="0"/>
                  </a:lnTo>
                  <a:cubicBezTo>
                    <a:pt x="210312" y="0"/>
                    <a:pt x="211455" y="127"/>
                    <a:pt x="212471" y="254"/>
                  </a:cubicBezTo>
                  <a:cubicBezTo>
                    <a:pt x="215265" y="762"/>
                    <a:pt x="217932" y="1778"/>
                    <a:pt x="220218" y="3429"/>
                  </a:cubicBezTo>
                  <a:cubicBezTo>
                    <a:pt x="221107" y="4064"/>
                    <a:pt x="221869" y="4826"/>
                    <a:pt x="222631" y="5461"/>
                  </a:cubicBezTo>
                  <a:cubicBezTo>
                    <a:pt x="223393" y="6223"/>
                    <a:pt x="224028" y="6985"/>
                    <a:pt x="224790" y="7874"/>
                  </a:cubicBezTo>
                  <a:cubicBezTo>
                    <a:pt x="226441" y="10160"/>
                    <a:pt x="227584" y="12827"/>
                    <a:pt x="227965" y="15621"/>
                  </a:cubicBezTo>
                  <a:cubicBezTo>
                    <a:pt x="228092" y="16764"/>
                    <a:pt x="228219" y="17780"/>
                    <a:pt x="228219" y="18796"/>
                  </a:cubicBezTo>
                  <a:lnTo>
                    <a:pt x="218694" y="18796"/>
                  </a:lnTo>
                  <a:lnTo>
                    <a:pt x="228600" y="18796"/>
                  </a:lnTo>
                  <a:lnTo>
                    <a:pt x="228600" y="209296"/>
                  </a:lnTo>
                  <a:lnTo>
                    <a:pt x="219075" y="209296"/>
                  </a:lnTo>
                  <a:lnTo>
                    <a:pt x="228600" y="209296"/>
                  </a:lnTo>
                  <a:cubicBezTo>
                    <a:pt x="228600" y="210312"/>
                    <a:pt x="228473" y="211455"/>
                    <a:pt x="228346" y="212471"/>
                  </a:cubicBezTo>
                  <a:cubicBezTo>
                    <a:pt x="227838" y="215265"/>
                    <a:pt x="226822" y="217932"/>
                    <a:pt x="225171" y="220218"/>
                  </a:cubicBezTo>
                  <a:cubicBezTo>
                    <a:pt x="224536" y="221107"/>
                    <a:pt x="223774" y="221869"/>
                    <a:pt x="223012" y="222631"/>
                  </a:cubicBezTo>
                  <a:cubicBezTo>
                    <a:pt x="222250" y="223393"/>
                    <a:pt x="221488" y="224155"/>
                    <a:pt x="220599" y="224790"/>
                  </a:cubicBezTo>
                  <a:cubicBezTo>
                    <a:pt x="218313" y="226441"/>
                    <a:pt x="215646" y="227584"/>
                    <a:pt x="212852" y="227965"/>
                  </a:cubicBezTo>
                  <a:cubicBezTo>
                    <a:pt x="211836" y="228092"/>
                    <a:pt x="210693" y="228219"/>
                    <a:pt x="209677" y="228219"/>
                  </a:cubicBezTo>
                  <a:lnTo>
                    <a:pt x="209677" y="219075"/>
                  </a:lnTo>
                  <a:lnTo>
                    <a:pt x="209677" y="228600"/>
                  </a:lnTo>
                  <a:lnTo>
                    <a:pt x="19177" y="228600"/>
                  </a:lnTo>
                  <a:lnTo>
                    <a:pt x="19177" y="219075"/>
                  </a:lnTo>
                  <a:lnTo>
                    <a:pt x="19177" y="228600"/>
                  </a:lnTo>
                  <a:cubicBezTo>
                    <a:pt x="18161" y="228600"/>
                    <a:pt x="17018" y="228473"/>
                    <a:pt x="16002" y="228346"/>
                  </a:cubicBezTo>
                  <a:cubicBezTo>
                    <a:pt x="13208" y="227838"/>
                    <a:pt x="10541" y="226822"/>
                    <a:pt x="8255" y="225171"/>
                  </a:cubicBezTo>
                  <a:cubicBezTo>
                    <a:pt x="7366" y="224536"/>
                    <a:pt x="6604" y="223774"/>
                    <a:pt x="5842" y="223012"/>
                  </a:cubicBezTo>
                  <a:lnTo>
                    <a:pt x="12573" y="216281"/>
                  </a:lnTo>
                  <a:lnTo>
                    <a:pt x="5842" y="223012"/>
                  </a:lnTo>
                  <a:cubicBezTo>
                    <a:pt x="5080" y="222250"/>
                    <a:pt x="4445" y="221488"/>
                    <a:pt x="3683" y="220599"/>
                  </a:cubicBezTo>
                  <a:cubicBezTo>
                    <a:pt x="2032" y="218313"/>
                    <a:pt x="889" y="215646"/>
                    <a:pt x="508" y="212852"/>
                  </a:cubicBezTo>
                  <a:cubicBezTo>
                    <a:pt x="381" y="211836"/>
                    <a:pt x="254" y="210693"/>
                    <a:pt x="254" y="209677"/>
                  </a:cubicBezTo>
                  <a:lnTo>
                    <a:pt x="9779" y="209677"/>
                  </a:lnTo>
                  <a:lnTo>
                    <a:pt x="0" y="209677"/>
                  </a:lnTo>
                  <a:moveTo>
                    <a:pt x="19050" y="209677"/>
                  </a:moveTo>
                  <a:cubicBezTo>
                    <a:pt x="19050" y="209931"/>
                    <a:pt x="19050" y="209677"/>
                    <a:pt x="19050" y="209804"/>
                  </a:cubicBezTo>
                  <a:cubicBezTo>
                    <a:pt x="19050" y="209804"/>
                    <a:pt x="19050" y="209677"/>
                    <a:pt x="18923" y="209550"/>
                  </a:cubicBezTo>
                  <a:cubicBezTo>
                    <a:pt x="19050" y="209677"/>
                    <a:pt x="18923" y="209550"/>
                    <a:pt x="19050" y="209677"/>
                  </a:cubicBezTo>
                  <a:cubicBezTo>
                    <a:pt x="19177" y="209804"/>
                    <a:pt x="19050" y="209677"/>
                    <a:pt x="19177" y="209804"/>
                  </a:cubicBezTo>
                  <a:cubicBezTo>
                    <a:pt x="19177" y="209804"/>
                    <a:pt x="19050" y="209677"/>
                    <a:pt x="18923" y="209677"/>
                  </a:cubicBezTo>
                  <a:cubicBezTo>
                    <a:pt x="19050" y="209677"/>
                    <a:pt x="18796" y="209677"/>
                    <a:pt x="19050" y="209677"/>
                  </a:cubicBezTo>
                  <a:lnTo>
                    <a:pt x="209550" y="209677"/>
                  </a:lnTo>
                  <a:cubicBezTo>
                    <a:pt x="209804" y="209677"/>
                    <a:pt x="209550" y="209677"/>
                    <a:pt x="209677" y="209677"/>
                  </a:cubicBezTo>
                  <a:cubicBezTo>
                    <a:pt x="209677" y="209677"/>
                    <a:pt x="209550" y="209677"/>
                    <a:pt x="209423" y="209804"/>
                  </a:cubicBezTo>
                  <a:cubicBezTo>
                    <a:pt x="209550" y="209677"/>
                    <a:pt x="209423" y="209804"/>
                    <a:pt x="209550" y="209677"/>
                  </a:cubicBezTo>
                  <a:lnTo>
                    <a:pt x="216281" y="216408"/>
                  </a:lnTo>
                  <a:lnTo>
                    <a:pt x="209550" y="209677"/>
                  </a:lnTo>
                  <a:cubicBezTo>
                    <a:pt x="209677" y="209550"/>
                    <a:pt x="209550" y="209677"/>
                    <a:pt x="209677" y="209550"/>
                  </a:cubicBezTo>
                  <a:cubicBezTo>
                    <a:pt x="209677" y="209550"/>
                    <a:pt x="209550" y="209677"/>
                    <a:pt x="209550" y="209804"/>
                  </a:cubicBezTo>
                  <a:cubicBezTo>
                    <a:pt x="209550" y="209677"/>
                    <a:pt x="209550" y="209931"/>
                    <a:pt x="209550" y="209677"/>
                  </a:cubicBezTo>
                  <a:lnTo>
                    <a:pt x="209550" y="19177"/>
                  </a:lnTo>
                  <a:cubicBezTo>
                    <a:pt x="209550" y="18923"/>
                    <a:pt x="209550" y="19177"/>
                    <a:pt x="209550" y="19050"/>
                  </a:cubicBezTo>
                  <a:cubicBezTo>
                    <a:pt x="209550" y="19050"/>
                    <a:pt x="209550" y="19177"/>
                    <a:pt x="209677" y="19304"/>
                  </a:cubicBezTo>
                  <a:cubicBezTo>
                    <a:pt x="209550" y="19177"/>
                    <a:pt x="209677" y="19304"/>
                    <a:pt x="209550" y="19177"/>
                  </a:cubicBezTo>
                  <a:lnTo>
                    <a:pt x="216281" y="12446"/>
                  </a:lnTo>
                  <a:lnTo>
                    <a:pt x="209550" y="19177"/>
                  </a:lnTo>
                  <a:cubicBezTo>
                    <a:pt x="209423" y="19050"/>
                    <a:pt x="209550" y="19177"/>
                    <a:pt x="209423" y="19050"/>
                  </a:cubicBezTo>
                  <a:cubicBezTo>
                    <a:pt x="209423" y="19050"/>
                    <a:pt x="209550" y="19177"/>
                    <a:pt x="209677" y="19177"/>
                  </a:cubicBezTo>
                  <a:cubicBezTo>
                    <a:pt x="209550" y="19177"/>
                    <a:pt x="209804" y="19177"/>
                    <a:pt x="209550" y="19177"/>
                  </a:cubicBezTo>
                  <a:lnTo>
                    <a:pt x="19050" y="19177"/>
                  </a:lnTo>
                  <a:cubicBezTo>
                    <a:pt x="18796" y="19177"/>
                    <a:pt x="19050" y="19177"/>
                    <a:pt x="18923" y="19177"/>
                  </a:cubicBezTo>
                  <a:cubicBezTo>
                    <a:pt x="18923" y="19177"/>
                    <a:pt x="19050" y="19177"/>
                    <a:pt x="19177" y="19050"/>
                  </a:cubicBezTo>
                  <a:cubicBezTo>
                    <a:pt x="19050" y="19177"/>
                    <a:pt x="19177" y="19050"/>
                    <a:pt x="19050" y="19177"/>
                  </a:cubicBezTo>
                  <a:cubicBezTo>
                    <a:pt x="18923" y="19304"/>
                    <a:pt x="19050" y="19177"/>
                    <a:pt x="18923" y="19304"/>
                  </a:cubicBezTo>
                  <a:cubicBezTo>
                    <a:pt x="18923" y="19304"/>
                    <a:pt x="19050" y="19177"/>
                    <a:pt x="19050" y="19050"/>
                  </a:cubicBezTo>
                  <a:cubicBezTo>
                    <a:pt x="19050" y="19177"/>
                    <a:pt x="19050" y="18923"/>
                    <a:pt x="19050" y="19177"/>
                  </a:cubicBezTo>
                  <a:lnTo>
                    <a:pt x="19050" y="209677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708392" y="1527048"/>
            <a:ext cx="3956304" cy="2670048"/>
            <a:chOff x="0" y="0"/>
            <a:chExt cx="5275072" cy="35600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275072" cy="3560064"/>
            </a:xfrm>
            <a:custGeom>
              <a:avLst/>
              <a:gdLst/>
              <a:ahLst/>
              <a:cxnLst/>
              <a:rect r="r" b="b" t="t" l="l"/>
              <a:pathLst>
                <a:path h="3560064" w="5275072">
                  <a:moveTo>
                    <a:pt x="0" y="0"/>
                  </a:moveTo>
                  <a:lnTo>
                    <a:pt x="0" y="3560064"/>
                  </a:lnTo>
                  <a:lnTo>
                    <a:pt x="5275072" y="3560064"/>
                  </a:lnTo>
                  <a:lnTo>
                    <a:pt x="5275072" y="0"/>
                  </a:lnTo>
                  <a:lnTo>
                    <a:pt x="5216144" y="0"/>
                  </a:lnTo>
                  <a:lnTo>
                    <a:pt x="5216144" y="3336036"/>
                  </a:lnTo>
                  <a:cubicBezTo>
                    <a:pt x="5216144" y="3346577"/>
                    <a:pt x="5212461" y="3355594"/>
                    <a:pt x="5204968" y="3362960"/>
                  </a:cubicBezTo>
                  <a:cubicBezTo>
                    <a:pt x="5197475" y="3370326"/>
                    <a:pt x="5188585" y="3374136"/>
                    <a:pt x="5178044" y="3374136"/>
                  </a:cubicBezTo>
                  <a:lnTo>
                    <a:pt x="98044" y="3374136"/>
                  </a:lnTo>
                  <a:cubicBezTo>
                    <a:pt x="87503" y="3374136"/>
                    <a:pt x="78486" y="3370453"/>
                    <a:pt x="71120" y="3362960"/>
                  </a:cubicBezTo>
                  <a:cubicBezTo>
                    <a:pt x="63754" y="3355467"/>
                    <a:pt x="59944" y="3346577"/>
                    <a:pt x="59944" y="3336036"/>
                  </a:cubicBezTo>
                  <a:lnTo>
                    <a:pt x="59944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7644889" y="1403347"/>
            <a:ext cx="4083301" cy="2857243"/>
            <a:chOff x="0" y="0"/>
            <a:chExt cx="4083304" cy="285724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0" y="123698"/>
              <a:ext cx="3956303" cy="2670048"/>
            </a:xfrm>
            <a:custGeom>
              <a:avLst/>
              <a:gdLst/>
              <a:ahLst/>
              <a:cxnLst/>
              <a:rect r="r" b="b" t="t" l="l"/>
              <a:pathLst>
                <a:path h="2670048" w="3956303">
                  <a:moveTo>
                    <a:pt x="0" y="0"/>
                  </a:moveTo>
                  <a:lnTo>
                    <a:pt x="3956303" y="0"/>
                  </a:lnTo>
                  <a:lnTo>
                    <a:pt x="3956303" y="2670048"/>
                  </a:lnTo>
                  <a:lnTo>
                    <a:pt x="0" y="26700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103759" y="68326"/>
              <a:ext cx="3876548" cy="2590673"/>
            </a:xfrm>
            <a:custGeom>
              <a:avLst/>
              <a:gdLst/>
              <a:ahLst/>
              <a:cxnLst/>
              <a:rect r="r" b="b" t="t" l="l"/>
              <a:pathLst>
                <a:path h="2590673" w="3876548">
                  <a:moveTo>
                    <a:pt x="0" y="2557399"/>
                  </a:moveTo>
                  <a:lnTo>
                    <a:pt x="0" y="33274"/>
                  </a:lnTo>
                  <a:cubicBezTo>
                    <a:pt x="0" y="28829"/>
                    <a:pt x="889" y="24638"/>
                    <a:pt x="2540" y="20574"/>
                  </a:cubicBezTo>
                  <a:cubicBezTo>
                    <a:pt x="4191" y="16510"/>
                    <a:pt x="6604" y="12827"/>
                    <a:pt x="9779" y="9779"/>
                  </a:cubicBezTo>
                  <a:cubicBezTo>
                    <a:pt x="12954" y="6731"/>
                    <a:pt x="16510" y="4191"/>
                    <a:pt x="20574" y="2540"/>
                  </a:cubicBezTo>
                  <a:cubicBezTo>
                    <a:pt x="24638" y="889"/>
                    <a:pt x="28956" y="0"/>
                    <a:pt x="33274" y="0"/>
                  </a:cubicBezTo>
                  <a:lnTo>
                    <a:pt x="3843274" y="0"/>
                  </a:lnTo>
                  <a:cubicBezTo>
                    <a:pt x="3847719" y="0"/>
                    <a:pt x="3851910" y="889"/>
                    <a:pt x="3855974" y="2540"/>
                  </a:cubicBezTo>
                  <a:cubicBezTo>
                    <a:pt x="3860038" y="4191"/>
                    <a:pt x="3863721" y="6604"/>
                    <a:pt x="3866769" y="9779"/>
                  </a:cubicBezTo>
                  <a:cubicBezTo>
                    <a:pt x="3869817" y="12954"/>
                    <a:pt x="3872356" y="16510"/>
                    <a:pt x="3874008" y="20574"/>
                  </a:cubicBezTo>
                  <a:cubicBezTo>
                    <a:pt x="3875659" y="24638"/>
                    <a:pt x="3876548" y="28956"/>
                    <a:pt x="3876548" y="33274"/>
                  </a:cubicBezTo>
                  <a:lnTo>
                    <a:pt x="3876548" y="2557399"/>
                  </a:lnTo>
                  <a:cubicBezTo>
                    <a:pt x="3876548" y="2561844"/>
                    <a:pt x="3875659" y="2566035"/>
                    <a:pt x="3874008" y="2570099"/>
                  </a:cubicBezTo>
                  <a:cubicBezTo>
                    <a:pt x="3872356" y="2574163"/>
                    <a:pt x="3869944" y="2577846"/>
                    <a:pt x="3866769" y="2580894"/>
                  </a:cubicBezTo>
                  <a:cubicBezTo>
                    <a:pt x="3863594" y="2583942"/>
                    <a:pt x="3860038" y="2586482"/>
                    <a:pt x="3855974" y="2588133"/>
                  </a:cubicBezTo>
                  <a:cubicBezTo>
                    <a:pt x="3851910" y="2589784"/>
                    <a:pt x="3847592" y="2590673"/>
                    <a:pt x="3843274" y="2590673"/>
                  </a:cubicBezTo>
                  <a:lnTo>
                    <a:pt x="33274" y="2590673"/>
                  </a:lnTo>
                  <a:cubicBezTo>
                    <a:pt x="28829" y="2590673"/>
                    <a:pt x="24638" y="2589784"/>
                    <a:pt x="20574" y="2588133"/>
                  </a:cubicBezTo>
                  <a:cubicBezTo>
                    <a:pt x="16510" y="2586482"/>
                    <a:pt x="12827" y="2584069"/>
                    <a:pt x="9779" y="2580894"/>
                  </a:cubicBezTo>
                  <a:cubicBezTo>
                    <a:pt x="6731" y="2577719"/>
                    <a:pt x="4191" y="2574163"/>
                    <a:pt x="2540" y="2570099"/>
                  </a:cubicBezTo>
                  <a:cubicBezTo>
                    <a:pt x="889" y="2566035"/>
                    <a:pt x="0" y="2561717"/>
                    <a:pt x="0" y="2557399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98933" y="63500"/>
              <a:ext cx="3886200" cy="2600325"/>
            </a:xfrm>
            <a:custGeom>
              <a:avLst/>
              <a:gdLst/>
              <a:ahLst/>
              <a:cxnLst/>
              <a:rect r="r" b="b" t="t" l="l"/>
              <a:pathLst>
                <a:path h="2600325" w="3886200">
                  <a:moveTo>
                    <a:pt x="0" y="2562225"/>
                  </a:moveTo>
                  <a:lnTo>
                    <a:pt x="0" y="38100"/>
                  </a:lnTo>
                  <a:lnTo>
                    <a:pt x="4826" y="38100"/>
                  </a:ln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cubicBezTo>
                    <a:pt x="4826" y="18796"/>
                    <a:pt x="7620" y="14732"/>
                    <a:pt x="11176" y="11176"/>
                  </a:cubicBezTo>
                  <a:lnTo>
                    <a:pt x="14605" y="14605"/>
                  </a:lnTo>
                  <a:lnTo>
                    <a:pt x="11176" y="11176"/>
                  </a:lnTo>
                  <a:cubicBezTo>
                    <a:pt x="14732" y="7620"/>
                    <a:pt x="18923" y="4826"/>
                    <a:pt x="23495" y="2921"/>
                  </a:cubicBezTo>
                  <a:lnTo>
                    <a:pt x="25273" y="7366"/>
                  </a:lnTo>
                  <a:lnTo>
                    <a:pt x="23495" y="2921"/>
                  </a:lnTo>
                  <a:cubicBezTo>
                    <a:pt x="28194" y="1016"/>
                    <a:pt x="33020" y="0"/>
                    <a:pt x="38100" y="0"/>
                  </a:cubicBezTo>
                  <a:lnTo>
                    <a:pt x="38100" y="4826"/>
                  </a:lnTo>
                  <a:lnTo>
                    <a:pt x="38100" y="0"/>
                  </a:lnTo>
                  <a:lnTo>
                    <a:pt x="3848100" y="0"/>
                  </a:lnTo>
                  <a:lnTo>
                    <a:pt x="3848100" y="4826"/>
                  </a:lnTo>
                  <a:lnTo>
                    <a:pt x="3848100" y="0"/>
                  </a:lnTo>
                  <a:cubicBezTo>
                    <a:pt x="3853180" y="0"/>
                    <a:pt x="3858006" y="1016"/>
                    <a:pt x="3862705" y="2921"/>
                  </a:cubicBezTo>
                  <a:lnTo>
                    <a:pt x="3860926" y="7366"/>
                  </a:lnTo>
                  <a:lnTo>
                    <a:pt x="3862705" y="2921"/>
                  </a:lnTo>
                  <a:cubicBezTo>
                    <a:pt x="3867404" y="4826"/>
                    <a:pt x="3871468" y="7620"/>
                    <a:pt x="3875024" y="11176"/>
                  </a:cubicBezTo>
                  <a:cubicBezTo>
                    <a:pt x="3878580" y="14732"/>
                    <a:pt x="3881374" y="18923"/>
                    <a:pt x="3883279" y="23495"/>
                  </a:cubicBezTo>
                  <a:cubicBezTo>
                    <a:pt x="3885184" y="28194"/>
                    <a:pt x="3886200" y="33020"/>
                    <a:pt x="3886200" y="38100"/>
                  </a:cubicBezTo>
                  <a:lnTo>
                    <a:pt x="3886200" y="2562225"/>
                  </a:lnTo>
                  <a:cubicBezTo>
                    <a:pt x="3886200" y="2567305"/>
                    <a:pt x="3885184" y="2572131"/>
                    <a:pt x="3883279" y="2576830"/>
                  </a:cubicBezTo>
                  <a:cubicBezTo>
                    <a:pt x="3881374" y="2581529"/>
                    <a:pt x="3878580" y="2585593"/>
                    <a:pt x="3875024" y="2589149"/>
                  </a:cubicBezTo>
                  <a:cubicBezTo>
                    <a:pt x="3871468" y="2592705"/>
                    <a:pt x="3867276" y="2595499"/>
                    <a:pt x="3862705" y="2597404"/>
                  </a:cubicBezTo>
                  <a:lnTo>
                    <a:pt x="3860926" y="2592959"/>
                  </a:lnTo>
                  <a:lnTo>
                    <a:pt x="3862705" y="2597404"/>
                  </a:lnTo>
                  <a:cubicBezTo>
                    <a:pt x="3858006" y="2599309"/>
                    <a:pt x="3853180" y="2600325"/>
                    <a:pt x="3848100" y="2600325"/>
                  </a:cubicBezTo>
                  <a:lnTo>
                    <a:pt x="38100" y="2600325"/>
                  </a:lnTo>
                  <a:cubicBezTo>
                    <a:pt x="33020" y="2600325"/>
                    <a:pt x="28194" y="2599309"/>
                    <a:pt x="23495" y="2597404"/>
                  </a:cubicBezTo>
                  <a:lnTo>
                    <a:pt x="25273" y="2592959"/>
                  </a:lnTo>
                  <a:lnTo>
                    <a:pt x="23495" y="2597404"/>
                  </a:lnTo>
                  <a:cubicBezTo>
                    <a:pt x="18796" y="2595499"/>
                    <a:pt x="14732" y="2592705"/>
                    <a:pt x="11176" y="2589149"/>
                  </a:cubicBezTo>
                  <a:lnTo>
                    <a:pt x="14605" y="2585720"/>
                  </a:lnTo>
                  <a:lnTo>
                    <a:pt x="11176" y="2589149"/>
                  </a:lnTo>
                  <a:cubicBezTo>
                    <a:pt x="7620" y="2585593"/>
                    <a:pt x="4826" y="2581402"/>
                    <a:pt x="2921" y="2576830"/>
                  </a:cubicBezTo>
                  <a:lnTo>
                    <a:pt x="7366" y="2575052"/>
                  </a:lnTo>
                  <a:lnTo>
                    <a:pt x="2921" y="2576830"/>
                  </a:lnTo>
                  <a:cubicBezTo>
                    <a:pt x="1016" y="2572131"/>
                    <a:pt x="0" y="2567305"/>
                    <a:pt x="0" y="2562225"/>
                  </a:cubicBezTo>
                  <a:lnTo>
                    <a:pt x="4699" y="2562225"/>
                  </a:lnTo>
                  <a:lnTo>
                    <a:pt x="0" y="2562225"/>
                  </a:lnTo>
                  <a:moveTo>
                    <a:pt x="9525" y="2562225"/>
                  </a:moveTo>
                  <a:cubicBezTo>
                    <a:pt x="9525" y="2566035"/>
                    <a:pt x="10287" y="2569591"/>
                    <a:pt x="11684" y="2573147"/>
                  </a:cubicBezTo>
                  <a:cubicBezTo>
                    <a:pt x="13081" y="2576703"/>
                    <a:pt x="15240" y="2579751"/>
                    <a:pt x="17907" y="2582418"/>
                  </a:cubicBezTo>
                  <a:cubicBezTo>
                    <a:pt x="20574" y="2585085"/>
                    <a:pt x="23622" y="2587117"/>
                    <a:pt x="27178" y="2588641"/>
                  </a:cubicBezTo>
                  <a:cubicBezTo>
                    <a:pt x="30734" y="2590038"/>
                    <a:pt x="34290" y="2590800"/>
                    <a:pt x="38100" y="2590800"/>
                  </a:cubicBezTo>
                  <a:lnTo>
                    <a:pt x="38100" y="2595499"/>
                  </a:lnTo>
                  <a:lnTo>
                    <a:pt x="38100" y="2590800"/>
                  </a:lnTo>
                  <a:lnTo>
                    <a:pt x="3848100" y="2590800"/>
                  </a:lnTo>
                  <a:lnTo>
                    <a:pt x="3848100" y="2595626"/>
                  </a:lnTo>
                  <a:lnTo>
                    <a:pt x="3848100" y="2590927"/>
                  </a:lnTo>
                  <a:cubicBezTo>
                    <a:pt x="3851910" y="2590927"/>
                    <a:pt x="3855466" y="2590165"/>
                    <a:pt x="3859022" y="2588768"/>
                  </a:cubicBezTo>
                  <a:cubicBezTo>
                    <a:pt x="3862578" y="2587371"/>
                    <a:pt x="3865626" y="2585212"/>
                    <a:pt x="3868293" y="2582545"/>
                  </a:cubicBezTo>
                  <a:lnTo>
                    <a:pt x="3871722" y="2585974"/>
                  </a:lnTo>
                  <a:lnTo>
                    <a:pt x="3868293" y="2582545"/>
                  </a:lnTo>
                  <a:cubicBezTo>
                    <a:pt x="3870960" y="2579878"/>
                    <a:pt x="3872992" y="2576830"/>
                    <a:pt x="3874516" y="2573274"/>
                  </a:cubicBezTo>
                  <a:lnTo>
                    <a:pt x="3878961" y="2575052"/>
                  </a:lnTo>
                  <a:lnTo>
                    <a:pt x="3874516" y="2573274"/>
                  </a:lnTo>
                  <a:cubicBezTo>
                    <a:pt x="3875913" y="2569718"/>
                    <a:pt x="3876675" y="2566162"/>
                    <a:pt x="3876675" y="2562352"/>
                  </a:cubicBezTo>
                  <a:lnTo>
                    <a:pt x="3881374" y="2562352"/>
                  </a:lnTo>
                  <a:lnTo>
                    <a:pt x="3876548" y="2562352"/>
                  </a:lnTo>
                  <a:lnTo>
                    <a:pt x="3876548" y="38100"/>
                  </a:lnTo>
                  <a:lnTo>
                    <a:pt x="3881374" y="38100"/>
                  </a:lnTo>
                  <a:lnTo>
                    <a:pt x="3876675" y="38100"/>
                  </a:lnTo>
                  <a:cubicBezTo>
                    <a:pt x="3876675" y="34290"/>
                    <a:pt x="3875913" y="30607"/>
                    <a:pt x="3874516" y="27178"/>
                  </a:cubicBezTo>
                  <a:lnTo>
                    <a:pt x="3878961" y="25400"/>
                  </a:lnTo>
                  <a:lnTo>
                    <a:pt x="3874516" y="27178"/>
                  </a:lnTo>
                  <a:cubicBezTo>
                    <a:pt x="3873119" y="23622"/>
                    <a:pt x="3870960" y="20574"/>
                    <a:pt x="3868293" y="17907"/>
                  </a:cubicBezTo>
                  <a:lnTo>
                    <a:pt x="3871722" y="14478"/>
                  </a:lnTo>
                  <a:lnTo>
                    <a:pt x="3868293" y="17907"/>
                  </a:lnTo>
                  <a:cubicBezTo>
                    <a:pt x="3865626" y="15240"/>
                    <a:pt x="3862578" y="13208"/>
                    <a:pt x="3859022" y="11684"/>
                  </a:cubicBezTo>
                  <a:cubicBezTo>
                    <a:pt x="3855466" y="10287"/>
                    <a:pt x="3851910" y="9525"/>
                    <a:pt x="3848100" y="9525"/>
                  </a:cubicBezTo>
                  <a:lnTo>
                    <a:pt x="38100" y="9525"/>
                  </a:lnTo>
                  <a:cubicBezTo>
                    <a:pt x="34290" y="9525"/>
                    <a:pt x="30734" y="10287"/>
                    <a:pt x="27178" y="11684"/>
                  </a:cubicBezTo>
                  <a:cubicBezTo>
                    <a:pt x="23622" y="13081"/>
                    <a:pt x="20574" y="15240"/>
                    <a:pt x="17907" y="17907"/>
                  </a:cubicBezTo>
                  <a:cubicBezTo>
                    <a:pt x="15240" y="20574"/>
                    <a:pt x="13208" y="23622"/>
                    <a:pt x="11684" y="27178"/>
                  </a:cubicBezTo>
                  <a:lnTo>
                    <a:pt x="7239" y="25400"/>
                  </a:lnTo>
                  <a:lnTo>
                    <a:pt x="11684" y="27178"/>
                  </a:lnTo>
                  <a:cubicBezTo>
                    <a:pt x="10287" y="30734"/>
                    <a:pt x="9525" y="34290"/>
                    <a:pt x="9525" y="38100"/>
                  </a:cubicBezTo>
                  <a:lnTo>
                    <a:pt x="9525" y="2562225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7753350" y="1476375"/>
            <a:ext cx="3867150" cy="2581275"/>
            <a:chOff x="0" y="0"/>
            <a:chExt cx="5156200" cy="34417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156200" cy="3441700"/>
            </a:xfrm>
            <a:custGeom>
              <a:avLst/>
              <a:gdLst/>
              <a:ahLst/>
              <a:cxnLst/>
              <a:rect r="r" b="b" t="t" l="l"/>
              <a:pathLst>
                <a:path h="3441700" w="5156200">
                  <a:moveTo>
                    <a:pt x="37973" y="0"/>
                  </a:moveTo>
                  <a:cubicBezTo>
                    <a:pt x="27432" y="0"/>
                    <a:pt x="18542" y="3810"/>
                    <a:pt x="11176" y="11176"/>
                  </a:cubicBezTo>
                  <a:cubicBezTo>
                    <a:pt x="3810" y="18542"/>
                    <a:pt x="0" y="27559"/>
                    <a:pt x="0" y="38100"/>
                  </a:cubicBezTo>
                  <a:lnTo>
                    <a:pt x="0" y="3403600"/>
                  </a:lnTo>
                  <a:cubicBezTo>
                    <a:pt x="0" y="3414141"/>
                    <a:pt x="3683" y="3423158"/>
                    <a:pt x="11176" y="3430524"/>
                  </a:cubicBezTo>
                  <a:cubicBezTo>
                    <a:pt x="18669" y="3437890"/>
                    <a:pt x="27559" y="3441700"/>
                    <a:pt x="38100" y="3441700"/>
                  </a:cubicBezTo>
                  <a:lnTo>
                    <a:pt x="5118100" y="3441700"/>
                  </a:lnTo>
                  <a:cubicBezTo>
                    <a:pt x="5128641" y="3441700"/>
                    <a:pt x="5137658" y="3438017"/>
                    <a:pt x="5145024" y="3430524"/>
                  </a:cubicBezTo>
                  <a:cubicBezTo>
                    <a:pt x="5152390" y="3423031"/>
                    <a:pt x="5156200" y="3414141"/>
                    <a:pt x="5156200" y="3403600"/>
                  </a:cubicBezTo>
                  <a:lnTo>
                    <a:pt x="5156200" y="38100"/>
                  </a:lnTo>
                  <a:cubicBezTo>
                    <a:pt x="5156200" y="27559"/>
                    <a:pt x="5152517" y="18542"/>
                    <a:pt x="5145024" y="11176"/>
                  </a:cubicBezTo>
                  <a:cubicBezTo>
                    <a:pt x="5137531" y="3810"/>
                    <a:pt x="5128768" y="0"/>
                    <a:pt x="5118227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571500" y="486813"/>
            <a:ext cx="2856128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Module 1: Add Task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33500" y="4486475"/>
            <a:ext cx="2952302" cy="30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Initializes status as 'Pending'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153079" y="4811801"/>
            <a:ext cx="48587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33500" y="3057725"/>
            <a:ext cx="3088186" cy="30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Captures user text description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068088" y="3383051"/>
            <a:ext cx="48587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333500" y="1628975"/>
            <a:ext cx="3538938" cy="30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Auto-incrementing unique task IDs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362619" y="1954301"/>
            <a:ext cx="48587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33500" y="5915225"/>
            <a:ext cx="3634950" cy="304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Sequential storage in memory array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752752" y="6240551"/>
            <a:ext cx="48587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333500" y="6240551"/>
            <a:ext cx="5420906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Mapsthe taskstructure intotheglobaltask array, ensuring contiguous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333500" y="6497726"/>
            <a:ext cx="3982336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memory allocation and facilitating efficient indexing.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33500" y="3383051"/>
            <a:ext cx="5492382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Sanitizes and capturesinput fromthestandard input stream, managing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33500" y="3640226"/>
            <a:ext cx="5151501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character limits to maintain data integrity within the C environment.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33500" y="1954301"/>
            <a:ext cx="5589041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Implements acentralcounter logictoensure every newly created task is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33500" y="2211476"/>
            <a:ext cx="4121439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assigned a distinct identifier for precise data retrieval.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33500" y="4811801"/>
            <a:ext cx="5704313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Automatesthetask lifecycle bysetting the default state to "Pending" upon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333500" y="5068976"/>
            <a:ext cx="4393406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creation, requiring no manual entry for workflow tracking.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445998" y="4179789"/>
            <a:ext cx="2531497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rPr>
              <a:t>Process Flow: Input to Array Storage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7304484" y="6405286"/>
            <a:ext cx="4402226" cy="18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© 2026 To-Do Management System Architecture | Technical Specification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1085850"/>
            <a:ext cx="1905000" cy="9525"/>
            <a:chOff x="0" y="0"/>
            <a:chExt cx="1905000" cy="95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05000" cy="9525"/>
            </a:xfrm>
            <a:custGeom>
              <a:avLst/>
              <a:gdLst/>
              <a:ahLst/>
              <a:cxnLst/>
              <a:rect r="r" b="b" t="t" l="l"/>
              <a:pathLst>
                <a:path h="9525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2085975"/>
            <a:ext cx="114300" cy="114300"/>
            <a:chOff x="0" y="0"/>
            <a:chExt cx="114300" cy="114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500" y="2952750"/>
            <a:ext cx="114300" cy="114300"/>
            <a:chOff x="0" y="0"/>
            <a:chExt cx="114300" cy="114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71500" y="3819525"/>
            <a:ext cx="114300" cy="114300"/>
            <a:chOff x="0" y="0"/>
            <a:chExt cx="114300" cy="114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71500" y="4686300"/>
            <a:ext cx="114300" cy="114300"/>
            <a:chOff x="0" y="0"/>
            <a:chExt cx="114300" cy="1143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0" y="0"/>
                  </a:moveTo>
                  <a:lnTo>
                    <a:pt x="114300" y="0"/>
                  </a:lnTo>
                  <a:lnTo>
                    <a:pt x="114300" y="114300"/>
                  </a:lnTo>
                  <a:lnTo>
                    <a:pt x="0" y="11430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210175" y="1666875"/>
            <a:ext cx="9525" cy="4048125"/>
            <a:chOff x="0" y="0"/>
            <a:chExt cx="9525" cy="40481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9525" cy="4048125"/>
            </a:xfrm>
            <a:custGeom>
              <a:avLst/>
              <a:gdLst/>
              <a:ahLst/>
              <a:cxnLst/>
              <a:rect r="r" b="b" t="t" l="l"/>
              <a:pathLst>
                <a:path h="4048125" w="9525">
                  <a:moveTo>
                    <a:pt x="0" y="0"/>
                  </a:moveTo>
                  <a:lnTo>
                    <a:pt x="0" y="4048125"/>
                  </a:lnTo>
                  <a:lnTo>
                    <a:pt x="9525" y="4048125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794372" y="1927222"/>
            <a:ext cx="5889622" cy="3165472"/>
          </a:xfrm>
          <a:custGeom>
            <a:avLst/>
            <a:gdLst/>
            <a:ahLst/>
            <a:cxnLst/>
            <a:rect r="r" b="b" t="t" l="l"/>
            <a:pathLst>
              <a:path h="3165472" w="5889622">
                <a:moveTo>
                  <a:pt x="0" y="0"/>
                </a:moveTo>
                <a:lnTo>
                  <a:pt x="5889622" y="0"/>
                </a:lnTo>
                <a:lnTo>
                  <a:pt x="5889622" y="3165472"/>
                </a:lnTo>
                <a:lnTo>
                  <a:pt x="0" y="31654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71500" y="486813"/>
            <a:ext cx="3133134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Module 2: View Tasks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1500" y="1405214"/>
            <a:ext cx="2448306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BCD4"/>
                </a:solidFill>
                <a:latin typeface="Carlito Bold"/>
                <a:ea typeface="Carlito Bold"/>
                <a:cs typeface="Carlito Bold"/>
                <a:sym typeface="Carlito Bold"/>
              </a:rPr>
              <a:t>Implementa on Logic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857875" y="1405214"/>
            <a:ext cx="2047694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BCD4"/>
                </a:solidFill>
                <a:latin typeface="Carlito Bold"/>
                <a:ea typeface="Carlito Bold"/>
                <a:cs typeface="Carlito Bold"/>
                <a:sym typeface="Carlito Bold"/>
              </a:rPr>
              <a:t>Forma ed Output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038850" y="2153679"/>
            <a:ext cx="174879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ID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900272" y="2153679"/>
            <a:ext cx="962006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Description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59295" y="2153679"/>
            <a:ext cx="534457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Status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038850" y="2725826"/>
            <a:ext cx="194520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038850" y="3344951"/>
            <a:ext cx="194520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038850" y="3964076"/>
            <a:ext cx="194520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038850" y="4583201"/>
            <a:ext cx="194520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900272" y="3344951"/>
            <a:ext cx="1652302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Debug memory leaks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900272" y="3964076"/>
            <a:ext cx="1681505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Optimize pointer logic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900272" y="2725826"/>
            <a:ext cx="1827352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Complete project report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900272" y="4583201"/>
            <a:ext cx="2400833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Finalize system documentation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183120" y="2739885"/>
            <a:ext cx="613143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Pending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183120" y="3978135"/>
            <a:ext cx="613143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Pending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183120" y="3359010"/>
            <a:ext cx="855269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In Progress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183120" y="4597260"/>
            <a:ext cx="855269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In Progress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857875" y="5218014"/>
            <a:ext cx="5553018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* Table view ensures clear visual separation of entries for better user experience.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57250" y="1980076"/>
            <a:ext cx="4454957" cy="62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Full iteration through task array using structural looping.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57250" y="2846851"/>
            <a:ext cx="4047515" cy="62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Efficient extraction of stored data points for display.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57250" y="3713626"/>
            <a:ext cx="4320426" cy="62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Includes core fields: Task ID, Description, and Status.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57250" y="4580401"/>
            <a:ext cx="3694233" cy="62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Direct access to structural elements for maximum performance.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472963" y="6310036"/>
            <a:ext cx="4230472" cy="18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 2026 To-Do List Management System | C Programming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7997" y="2108197"/>
            <a:ext cx="2470147" cy="3746497"/>
          </a:xfrm>
          <a:custGeom>
            <a:avLst/>
            <a:gdLst/>
            <a:ahLst/>
            <a:cxnLst/>
            <a:rect r="r" b="b" t="t" l="l"/>
            <a:pathLst>
              <a:path h="3746497" w="2470147">
                <a:moveTo>
                  <a:pt x="0" y="0"/>
                </a:moveTo>
                <a:lnTo>
                  <a:pt x="2470147" y="0"/>
                </a:lnTo>
                <a:lnTo>
                  <a:pt x="2470147" y="3746497"/>
                </a:lnTo>
                <a:lnTo>
                  <a:pt x="0" y="37464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413122" y="2108197"/>
            <a:ext cx="2470147" cy="3746497"/>
          </a:xfrm>
          <a:custGeom>
            <a:avLst/>
            <a:gdLst/>
            <a:ahLst/>
            <a:cxnLst/>
            <a:rect r="r" b="b" t="t" l="l"/>
            <a:pathLst>
              <a:path h="3746497" w="2470147">
                <a:moveTo>
                  <a:pt x="0" y="0"/>
                </a:moveTo>
                <a:lnTo>
                  <a:pt x="2470147" y="0"/>
                </a:lnTo>
                <a:lnTo>
                  <a:pt x="2470147" y="3746497"/>
                </a:lnTo>
                <a:lnTo>
                  <a:pt x="0" y="37464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308722" y="2108197"/>
            <a:ext cx="2470147" cy="3746497"/>
          </a:xfrm>
          <a:custGeom>
            <a:avLst/>
            <a:gdLst/>
            <a:ahLst/>
            <a:cxnLst/>
            <a:rect r="r" b="b" t="t" l="l"/>
            <a:pathLst>
              <a:path h="3746497" w="2470147">
                <a:moveTo>
                  <a:pt x="0" y="0"/>
                </a:moveTo>
                <a:lnTo>
                  <a:pt x="2470147" y="0"/>
                </a:lnTo>
                <a:lnTo>
                  <a:pt x="2470147" y="3746497"/>
                </a:lnTo>
                <a:lnTo>
                  <a:pt x="0" y="37464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571500" y="1085850"/>
            <a:ext cx="11049000" cy="9525"/>
            <a:chOff x="0" y="0"/>
            <a:chExt cx="11049000" cy="952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1049000" cy="9525"/>
            </a:xfrm>
            <a:custGeom>
              <a:avLst/>
              <a:gdLst/>
              <a:ahLst/>
              <a:cxnLst/>
              <a:rect r="r" b="b" t="t" l="l"/>
              <a:pathLst>
                <a:path h="9525" w="11049000">
                  <a:moveTo>
                    <a:pt x="0" y="0"/>
                  </a:moveTo>
                  <a:lnTo>
                    <a:pt x="11049000" y="0"/>
                  </a:lnTo>
                  <a:lnTo>
                    <a:pt x="11049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571500" y="6219825"/>
            <a:ext cx="11049000" cy="9525"/>
            <a:chOff x="0" y="0"/>
            <a:chExt cx="11049000" cy="952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049000" cy="9525"/>
            </a:xfrm>
            <a:custGeom>
              <a:avLst/>
              <a:gdLst/>
              <a:ahLst/>
              <a:cxnLst/>
              <a:rect r="r" b="b" t="t" l="l"/>
              <a:pathLst>
                <a:path h="9525" w="11049000">
                  <a:moveTo>
                    <a:pt x="0" y="0"/>
                  </a:moveTo>
                  <a:lnTo>
                    <a:pt x="11049000" y="0"/>
                  </a:lnTo>
                  <a:lnTo>
                    <a:pt x="11049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F5F5F5"/>
            </a:solid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9213847" y="2108197"/>
            <a:ext cx="2470147" cy="3746497"/>
          </a:xfrm>
          <a:custGeom>
            <a:avLst/>
            <a:gdLst/>
            <a:ahLst/>
            <a:cxnLst/>
            <a:rect r="r" b="b" t="t" l="l"/>
            <a:pathLst>
              <a:path h="3746497" w="2470147">
                <a:moveTo>
                  <a:pt x="0" y="0"/>
                </a:moveTo>
                <a:lnTo>
                  <a:pt x="2470147" y="0"/>
                </a:lnTo>
                <a:lnTo>
                  <a:pt x="2470147" y="3746497"/>
                </a:lnTo>
                <a:lnTo>
                  <a:pt x="0" y="37464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71500" y="486813"/>
            <a:ext cx="3636769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Module 3: Edit Task Logic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06493" y="3846652"/>
            <a:ext cx="179318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D1D1D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▶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007894" y="3846652"/>
            <a:ext cx="179318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D1D1D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▶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909294" y="3846652"/>
            <a:ext cx="179318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D1D1D1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▶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16026" y="3545157"/>
            <a:ext cx="1892332" cy="162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"/>
              </a:lnSpc>
            </a:pPr>
            <a:r>
              <a:rPr lang="en-US" b="true" sz="105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STEP 01</a:t>
            </a:r>
          </a:p>
          <a:p>
            <a:pPr algn="ctr">
              <a:lnSpc>
                <a:spcPts val="825"/>
              </a:lnSpc>
            </a:pPr>
            <a:r>
              <a:rPr lang="en-US" b="true" sz="165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Search</a:t>
            </a:r>
          </a:p>
          <a:p>
            <a:pPr algn="ctr">
              <a:lnSpc>
                <a:spcPts val="2025"/>
              </a:lnSpc>
            </a:pPr>
            <a:r>
              <a:rPr lang="en-US" sz="13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Targeted search by Task ID within the linked list structure for precise identification.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96891" y="3545157"/>
            <a:ext cx="1934261" cy="162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"/>
              </a:lnSpc>
            </a:pPr>
            <a:r>
              <a:rPr lang="en-US" b="true" sz="105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STEP 02</a:t>
            </a:r>
          </a:p>
          <a:p>
            <a:pPr algn="ctr">
              <a:lnSpc>
                <a:spcPts val="825"/>
              </a:lnSpc>
            </a:pPr>
            <a:r>
              <a:rPr lang="en-US" b="true" sz="165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Validate</a:t>
            </a:r>
          </a:p>
          <a:p>
            <a:pPr algn="ctr">
              <a:lnSpc>
                <a:spcPts val="2025"/>
              </a:lnSpc>
            </a:pPr>
            <a:r>
              <a:rPr lang="en-US" sz="13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Robust input validation for existing IDs to ensure data integrity and error handling.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84016" y="3545157"/>
            <a:ext cx="1759382" cy="162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"/>
              </a:lnSpc>
            </a:pPr>
            <a:r>
              <a:rPr lang="en-US" b="true" sz="105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STEP 03</a:t>
            </a:r>
          </a:p>
          <a:p>
            <a:pPr algn="ctr">
              <a:lnSpc>
                <a:spcPts val="825"/>
              </a:lnSpc>
            </a:pPr>
            <a:r>
              <a:rPr lang="en-US" b="true" sz="165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Modify</a:t>
            </a:r>
          </a:p>
          <a:p>
            <a:pPr algn="ctr">
              <a:lnSpc>
                <a:spcPts val="2025"/>
              </a:lnSpc>
            </a:pPr>
            <a:r>
              <a:rPr lang="en-US" sz="13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In-place string buffer updates using safe memory allocation and copy functions in C.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475737" y="3545157"/>
            <a:ext cx="1983181" cy="162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5"/>
              </a:lnSpc>
            </a:pPr>
            <a:r>
              <a:rPr lang="en-US" b="true" sz="105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STEP 04</a:t>
            </a:r>
          </a:p>
          <a:p>
            <a:pPr algn="ctr">
              <a:lnSpc>
                <a:spcPts val="825"/>
              </a:lnSpc>
            </a:pPr>
            <a:r>
              <a:rPr lang="en-US" b="true" sz="165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Confirm</a:t>
            </a:r>
          </a:p>
          <a:p>
            <a:pPr algn="ctr">
              <a:lnSpc>
                <a:spcPts val="2025"/>
              </a:lnSpc>
            </a:pPr>
            <a:r>
              <a:rPr lang="en-US" sz="1350">
                <a:solidFill>
                  <a:srgbClr val="555555"/>
                </a:solidFill>
                <a:latin typeface="Arial"/>
                <a:ea typeface="Arial"/>
                <a:cs typeface="Arial"/>
                <a:sym typeface="Arial"/>
              </a:rPr>
              <a:t>Final user confirmation and state synchronization upon successful data change.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1500" y="6310036"/>
            <a:ext cx="4077386" cy="18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C Programming Technical Specifications: Task Management Project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397138" y="6310036"/>
            <a:ext cx="1247727" cy="18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Academic Year 2026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1571625"/>
            <a:ext cx="114300" cy="114300"/>
            <a:chOff x="0" y="0"/>
            <a:chExt cx="114300" cy="1143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71500" y="2486025"/>
            <a:ext cx="114300" cy="114300"/>
            <a:chOff x="0" y="0"/>
            <a:chExt cx="114300" cy="1143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571500" y="3400425"/>
            <a:ext cx="114300" cy="114300"/>
            <a:chOff x="0" y="0"/>
            <a:chExt cx="114300" cy="114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71500" y="4314825"/>
            <a:ext cx="114300" cy="114300"/>
            <a:chOff x="0" y="0"/>
            <a:chExt cx="114300" cy="1143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4300" cy="114300"/>
            </a:xfrm>
            <a:custGeom>
              <a:avLst/>
              <a:gdLst/>
              <a:ahLst/>
              <a:cxnLst/>
              <a:rect r="r" b="b" t="t" l="l"/>
              <a:pathLst>
                <a:path h="114300" w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cubicBezTo>
                    <a:pt x="112395" y="72009"/>
                    <a:pt x="111379" y="75565"/>
                    <a:pt x="109855" y="78994"/>
                  </a:cubicBezTo>
                  <a:cubicBezTo>
                    <a:pt x="108331" y="82423"/>
                    <a:pt x="106680" y="85725"/>
                    <a:pt x="104521" y="88900"/>
                  </a:cubicBezTo>
                  <a:cubicBezTo>
                    <a:pt x="102362" y="92075"/>
                    <a:pt x="100076" y="94869"/>
                    <a:pt x="97409" y="97536"/>
                  </a:cubicBezTo>
                  <a:cubicBezTo>
                    <a:pt x="94742" y="100203"/>
                    <a:pt x="91821" y="102616"/>
                    <a:pt x="88773" y="104648"/>
                  </a:cubicBezTo>
                  <a:cubicBezTo>
                    <a:pt x="85725" y="106680"/>
                    <a:pt x="82296" y="108458"/>
                    <a:pt x="78867" y="109982"/>
                  </a:cubicBezTo>
                  <a:cubicBezTo>
                    <a:pt x="75438" y="111506"/>
                    <a:pt x="71882" y="112522"/>
                    <a:pt x="68199" y="113284"/>
                  </a:cubicBezTo>
                  <a:cubicBezTo>
                    <a:pt x="64516" y="114046"/>
                    <a:pt x="60960" y="114300"/>
                    <a:pt x="57150" y="114300"/>
                  </a:cubicBezTo>
                  <a:cubicBezTo>
                    <a:pt x="53340" y="114300"/>
                    <a:pt x="49657" y="113919"/>
                    <a:pt x="45974" y="113157"/>
                  </a:cubicBezTo>
                  <a:cubicBezTo>
                    <a:pt x="42291" y="112395"/>
                    <a:pt x="38735" y="111379"/>
                    <a:pt x="35306" y="109855"/>
                  </a:cubicBezTo>
                  <a:cubicBezTo>
                    <a:pt x="31877" y="108331"/>
                    <a:pt x="28575" y="106680"/>
                    <a:pt x="25400" y="104521"/>
                  </a:cubicBezTo>
                  <a:cubicBezTo>
                    <a:pt x="22225" y="102362"/>
                    <a:pt x="19431" y="100076"/>
                    <a:pt x="16764" y="97409"/>
                  </a:cubicBezTo>
                  <a:cubicBezTo>
                    <a:pt x="14097" y="94742"/>
                    <a:pt x="11684" y="92075"/>
                    <a:pt x="9652" y="88900"/>
                  </a:cubicBezTo>
                  <a:cubicBezTo>
                    <a:pt x="7620" y="85725"/>
                    <a:pt x="5842" y="82550"/>
                    <a:pt x="4318" y="78994"/>
                  </a:cubicBezTo>
                  <a:cubicBezTo>
                    <a:pt x="2794" y="75438"/>
                    <a:pt x="1778" y="72009"/>
                    <a:pt x="1143" y="68326"/>
                  </a:cubicBezTo>
                  <a:cubicBezTo>
                    <a:pt x="508" y="64643"/>
                    <a:pt x="0" y="60960"/>
                    <a:pt x="0" y="57150"/>
                  </a:cubicBez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493" y="28575"/>
                    <a:pt x="9652" y="25400"/>
                  </a:cubicBezTo>
                  <a:cubicBezTo>
                    <a:pt x="11811" y="22225"/>
                    <a:pt x="14097" y="19431"/>
                    <a:pt x="16764" y="16764"/>
                  </a:cubicBezTo>
                  <a:cubicBezTo>
                    <a:pt x="19431" y="14097"/>
                    <a:pt x="22352" y="11684"/>
                    <a:pt x="25400" y="9652"/>
                  </a:cubicBezTo>
                  <a:cubicBezTo>
                    <a:pt x="28448" y="7620"/>
                    <a:pt x="31877" y="5842"/>
                    <a:pt x="35306" y="4318"/>
                  </a:cubicBezTo>
                  <a:cubicBezTo>
                    <a:pt x="38735" y="2794"/>
                    <a:pt x="42291" y="1778"/>
                    <a:pt x="45974" y="1016"/>
                  </a:cubicBezTo>
                  <a:cubicBezTo>
                    <a:pt x="49657" y="254"/>
                    <a:pt x="53340" y="0"/>
                    <a:pt x="57150" y="0"/>
                  </a:cubicBezTo>
                  <a:cubicBezTo>
                    <a:pt x="60960" y="0"/>
                    <a:pt x="64643" y="381"/>
                    <a:pt x="68326" y="1143"/>
                  </a:cubicBezTo>
                  <a:cubicBezTo>
                    <a:pt x="72009" y="1905"/>
                    <a:pt x="75565" y="2921"/>
                    <a:pt x="78994" y="4445"/>
                  </a:cubicBezTo>
                  <a:cubicBezTo>
                    <a:pt x="82423" y="5969"/>
                    <a:pt x="85725" y="7620"/>
                    <a:pt x="88900" y="9779"/>
                  </a:cubicBezTo>
                  <a:cubicBezTo>
                    <a:pt x="92075" y="11938"/>
                    <a:pt x="94869" y="14224"/>
                    <a:pt x="97536" y="16891"/>
                  </a:cubicBezTo>
                  <a:cubicBezTo>
                    <a:pt x="100203" y="19558"/>
                    <a:pt x="102616" y="22479"/>
                    <a:pt x="104648" y="25527"/>
                  </a:cubicBezTo>
                  <a:cubicBezTo>
                    <a:pt x="106680" y="28575"/>
                    <a:pt x="108458" y="32004"/>
                    <a:pt x="109982" y="35433"/>
                  </a:cubicBezTo>
                  <a:cubicBezTo>
                    <a:pt x="111506" y="38862"/>
                    <a:pt x="112522" y="42418"/>
                    <a:pt x="113284" y="46101"/>
                  </a:cubicBezTo>
                  <a:cubicBezTo>
                    <a:pt x="114046" y="49784"/>
                    <a:pt x="114300" y="53340"/>
                    <a:pt x="114300" y="5715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71500" y="1085850"/>
            <a:ext cx="11049000" cy="9525"/>
            <a:chOff x="0" y="0"/>
            <a:chExt cx="11049000" cy="95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049000" cy="9525"/>
            </a:xfrm>
            <a:custGeom>
              <a:avLst/>
              <a:gdLst/>
              <a:ahLst/>
              <a:cxnLst/>
              <a:rect r="r" b="b" t="t" l="l"/>
              <a:pathLst>
                <a:path h="9525" w="11049000">
                  <a:moveTo>
                    <a:pt x="0" y="0"/>
                  </a:moveTo>
                  <a:lnTo>
                    <a:pt x="11049000" y="0"/>
                  </a:lnTo>
                  <a:lnTo>
                    <a:pt x="11049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614160" y="1383792"/>
            <a:ext cx="5135880" cy="3319272"/>
            <a:chOff x="0" y="0"/>
            <a:chExt cx="6847840" cy="442569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847840" cy="4425696"/>
            </a:xfrm>
            <a:custGeom>
              <a:avLst/>
              <a:gdLst/>
              <a:ahLst/>
              <a:cxnLst/>
              <a:rect r="r" b="b" t="t" l="l"/>
              <a:pathLst>
                <a:path h="4425696" w="6847840">
                  <a:moveTo>
                    <a:pt x="6624320" y="123444"/>
                  </a:moveTo>
                  <a:cubicBezTo>
                    <a:pt x="6638289" y="123444"/>
                    <a:pt x="6650355" y="128397"/>
                    <a:pt x="6660261" y="138303"/>
                  </a:cubicBezTo>
                  <a:cubicBezTo>
                    <a:pt x="6670167" y="148209"/>
                    <a:pt x="6675120" y="160147"/>
                    <a:pt x="6675120" y="174244"/>
                  </a:cubicBezTo>
                  <a:lnTo>
                    <a:pt x="6675120" y="4149344"/>
                  </a:lnTo>
                  <a:cubicBezTo>
                    <a:pt x="6675120" y="4163314"/>
                    <a:pt x="6670167" y="4175379"/>
                    <a:pt x="6660261" y="4185285"/>
                  </a:cubicBezTo>
                  <a:cubicBezTo>
                    <a:pt x="6650355" y="4195191"/>
                    <a:pt x="6638417" y="4200144"/>
                    <a:pt x="6624320" y="4200144"/>
                  </a:cubicBezTo>
                  <a:lnTo>
                    <a:pt x="223520" y="4200144"/>
                  </a:lnTo>
                  <a:cubicBezTo>
                    <a:pt x="209550" y="4200144"/>
                    <a:pt x="197485" y="4195191"/>
                    <a:pt x="187579" y="4185285"/>
                  </a:cubicBezTo>
                  <a:cubicBezTo>
                    <a:pt x="177673" y="4175379"/>
                    <a:pt x="172720" y="4163441"/>
                    <a:pt x="172720" y="4149344"/>
                  </a:cubicBezTo>
                  <a:lnTo>
                    <a:pt x="172720" y="174244"/>
                  </a:lnTo>
                  <a:cubicBezTo>
                    <a:pt x="172720" y="160274"/>
                    <a:pt x="177673" y="148209"/>
                    <a:pt x="187579" y="138303"/>
                  </a:cubicBezTo>
                  <a:cubicBezTo>
                    <a:pt x="197485" y="128397"/>
                    <a:pt x="209550" y="123444"/>
                    <a:pt x="223520" y="123444"/>
                  </a:cubicBezTo>
                  <a:close/>
                  <a:moveTo>
                    <a:pt x="0" y="0"/>
                  </a:moveTo>
                  <a:lnTo>
                    <a:pt x="0" y="4425696"/>
                  </a:lnTo>
                  <a:lnTo>
                    <a:pt x="6847840" y="4425696"/>
                  </a:lnTo>
                  <a:lnTo>
                    <a:pt x="684784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6550657" y="1320289"/>
            <a:ext cx="5262877" cy="3446269"/>
          </a:xfrm>
          <a:custGeom>
            <a:avLst/>
            <a:gdLst/>
            <a:ahLst/>
            <a:cxnLst/>
            <a:rect r="r" b="b" t="t" l="l"/>
            <a:pathLst>
              <a:path h="3446269" w="5262877">
                <a:moveTo>
                  <a:pt x="0" y="0"/>
                </a:moveTo>
                <a:lnTo>
                  <a:pt x="5262877" y="0"/>
                </a:lnTo>
                <a:lnTo>
                  <a:pt x="5262877" y="3446269"/>
                </a:lnTo>
                <a:lnTo>
                  <a:pt x="0" y="344626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6753225" y="1485900"/>
            <a:ext cx="4857750" cy="3038475"/>
            <a:chOff x="0" y="0"/>
            <a:chExt cx="6477000" cy="40513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477000" cy="4051300"/>
            </a:xfrm>
            <a:custGeom>
              <a:avLst/>
              <a:gdLst/>
              <a:ahLst/>
              <a:cxnLst/>
              <a:rect r="r" b="b" t="t" l="l"/>
              <a:pathLst>
                <a:path h="4051300" w="6477000">
                  <a:moveTo>
                    <a:pt x="38100" y="0"/>
                  </a:moveTo>
                  <a:cubicBezTo>
                    <a:pt x="27559" y="0"/>
                    <a:pt x="18542" y="3683"/>
                    <a:pt x="11176" y="11176"/>
                  </a:cubicBezTo>
                  <a:cubicBezTo>
                    <a:pt x="3810" y="18669"/>
                    <a:pt x="0" y="27559"/>
                    <a:pt x="0" y="38100"/>
                  </a:cubicBezTo>
                  <a:lnTo>
                    <a:pt x="0" y="4013200"/>
                  </a:lnTo>
                  <a:cubicBezTo>
                    <a:pt x="0" y="4023741"/>
                    <a:pt x="3683" y="4032758"/>
                    <a:pt x="11176" y="4040124"/>
                  </a:cubicBezTo>
                  <a:cubicBezTo>
                    <a:pt x="18669" y="4047490"/>
                    <a:pt x="27559" y="4051300"/>
                    <a:pt x="38100" y="4051300"/>
                  </a:cubicBezTo>
                  <a:lnTo>
                    <a:pt x="6438900" y="4051300"/>
                  </a:lnTo>
                  <a:cubicBezTo>
                    <a:pt x="6449441" y="4051300"/>
                    <a:pt x="6458458" y="4047617"/>
                    <a:pt x="6465824" y="4040124"/>
                  </a:cubicBezTo>
                  <a:cubicBezTo>
                    <a:pt x="6473190" y="4032631"/>
                    <a:pt x="6477000" y="4023741"/>
                    <a:pt x="6477000" y="4013200"/>
                  </a:cubicBezTo>
                  <a:lnTo>
                    <a:pt x="6477000" y="38100"/>
                  </a:lnTo>
                  <a:cubicBezTo>
                    <a:pt x="6477000" y="27559"/>
                    <a:pt x="6473317" y="18542"/>
                    <a:pt x="6465824" y="11176"/>
                  </a:cubicBezTo>
                  <a:cubicBezTo>
                    <a:pt x="6458331" y="3810"/>
                    <a:pt x="6449441" y="0"/>
                    <a:pt x="64389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571500" y="486813"/>
            <a:ext cx="3218012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Module 4: Delete Task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76300" y="1465726"/>
            <a:ext cx="5548303" cy="62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b="true" sz="165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Locates</a:t>
            </a: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the specific array </a:t>
            </a:r>
            <a:r>
              <a:rPr lang="en-US" b="true" sz="165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index</a:t>
            </a: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target based on the user- provided identifier or selection.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6300" y="2380126"/>
            <a:ext cx="5928751" cy="62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b="true" sz="165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Shifts</a:t>
            </a: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all subsequent elements to the </a:t>
            </a:r>
            <a:r>
              <a:rPr lang="en-US" b="true" sz="165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left</a:t>
            </a: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by one position to fill the void created by the removal.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6300" y="3294526"/>
            <a:ext cx="5869067" cy="62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b="true" sz="165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Decrements</a:t>
            </a: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the global task </a:t>
            </a:r>
            <a:r>
              <a:rPr lang="en-US" b="true" sz="165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counter</a:t>
            </a: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to reflect the new size of the active dataset.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876300" y="4208926"/>
            <a:ext cx="5796982" cy="6281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Maintains </a:t>
            </a:r>
            <a:r>
              <a:rPr lang="en-US" b="true" sz="165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contiguous</a:t>
            </a: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memory alignment, ensuring there are no "holes" or gaps in the C array structure.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1500" y="6092685"/>
            <a:ext cx="3443459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To-Do List Management System | Logic &amp; Flow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89869" y="6119536"/>
            <a:ext cx="2275227" cy="18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D1D1D1"/>
                </a:solidFill>
                <a:latin typeface="Arial"/>
                <a:ea typeface="Arial"/>
                <a:cs typeface="Arial"/>
                <a:sym typeface="Arial"/>
              </a:rPr>
              <a:t>© 2026 Academic Development Team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98497" y="3889372"/>
            <a:ext cx="5270497" cy="2031997"/>
          </a:xfrm>
          <a:custGeom>
            <a:avLst/>
            <a:gdLst/>
            <a:ahLst/>
            <a:cxnLst/>
            <a:rect r="r" b="b" t="t" l="l"/>
            <a:pathLst>
              <a:path h="2031997" w="5270497">
                <a:moveTo>
                  <a:pt x="0" y="0"/>
                </a:moveTo>
                <a:lnTo>
                  <a:pt x="5270497" y="0"/>
                </a:lnTo>
                <a:lnTo>
                  <a:pt x="5270497" y="2031997"/>
                </a:lnTo>
                <a:lnTo>
                  <a:pt x="0" y="20319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98497" y="1603372"/>
            <a:ext cx="5270497" cy="2031997"/>
          </a:xfrm>
          <a:custGeom>
            <a:avLst/>
            <a:gdLst/>
            <a:ahLst/>
            <a:cxnLst/>
            <a:rect r="r" b="b" t="t" l="l"/>
            <a:pathLst>
              <a:path h="2031997" w="5270497">
                <a:moveTo>
                  <a:pt x="0" y="0"/>
                </a:moveTo>
                <a:lnTo>
                  <a:pt x="5270497" y="0"/>
                </a:lnTo>
                <a:lnTo>
                  <a:pt x="5270497" y="2031997"/>
                </a:lnTo>
                <a:lnTo>
                  <a:pt x="0" y="20319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571500" y="1085850"/>
            <a:ext cx="11049000" cy="9525"/>
            <a:chOff x="0" y="0"/>
            <a:chExt cx="11049000" cy="952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049000" cy="9525"/>
            </a:xfrm>
            <a:custGeom>
              <a:avLst/>
              <a:gdLst/>
              <a:ahLst/>
              <a:cxnLst/>
              <a:rect r="r" b="b" t="t" l="l"/>
              <a:pathLst>
                <a:path h="9525" w="11049000">
                  <a:moveTo>
                    <a:pt x="0" y="0"/>
                  </a:moveTo>
                  <a:lnTo>
                    <a:pt x="11049000" y="0"/>
                  </a:lnTo>
                  <a:lnTo>
                    <a:pt x="11049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6222997" y="3889372"/>
            <a:ext cx="5270497" cy="2031997"/>
          </a:xfrm>
          <a:custGeom>
            <a:avLst/>
            <a:gdLst/>
            <a:ahLst/>
            <a:cxnLst/>
            <a:rect r="r" b="b" t="t" l="l"/>
            <a:pathLst>
              <a:path h="2031997" w="5270497">
                <a:moveTo>
                  <a:pt x="0" y="0"/>
                </a:moveTo>
                <a:lnTo>
                  <a:pt x="5270497" y="0"/>
                </a:lnTo>
                <a:lnTo>
                  <a:pt x="5270497" y="2031997"/>
                </a:lnTo>
                <a:lnTo>
                  <a:pt x="0" y="20319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222997" y="1603372"/>
            <a:ext cx="5270497" cy="2031997"/>
          </a:xfrm>
          <a:custGeom>
            <a:avLst/>
            <a:gdLst/>
            <a:ahLst/>
            <a:cxnLst/>
            <a:rect r="r" b="b" t="t" l="l"/>
            <a:pathLst>
              <a:path h="2031997" w="5270497">
                <a:moveTo>
                  <a:pt x="0" y="0"/>
                </a:moveTo>
                <a:lnTo>
                  <a:pt x="5270497" y="0"/>
                </a:lnTo>
                <a:lnTo>
                  <a:pt x="5270497" y="2031997"/>
                </a:lnTo>
                <a:lnTo>
                  <a:pt x="0" y="203199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71500" y="486813"/>
            <a:ext cx="3666820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Module 5: Complete Task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00225" y="4150414"/>
            <a:ext cx="3823297" cy="13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18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Visual Feedback</a:t>
            </a: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Provides immediate UI updates to reflect the task's new status, utilizing Teal color indicators for success.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800225" y="1864414"/>
            <a:ext cx="3628892" cy="13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18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Field Toggle Logic</a:t>
            </a: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Implements precise toggle functionality for specific task fields within the C structure, ensuring state consistency.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24725" y="4150414"/>
            <a:ext cx="3542462" cy="13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18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Data Integrity</a:t>
            </a: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Preserves all existing task metadata and timestamps during the status transition to maintain historical accuracy.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324725" y="1864414"/>
            <a:ext cx="3865331" cy="13387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b="true" sz="18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Status Flag Update</a:t>
            </a:r>
          </a:p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Programmatically updates the internal status variable to 'Completed' upon user verification and validation.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1500" y="6275289"/>
            <a:ext cx="4841053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 2026 To-Do List Management System | Technical Specification Slide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1466850"/>
            <a:ext cx="4953000" cy="5391150"/>
            <a:chOff x="0" y="0"/>
            <a:chExt cx="4953000" cy="5391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53000" cy="5391150"/>
            </a:xfrm>
            <a:custGeom>
              <a:avLst/>
              <a:gdLst/>
              <a:ahLst/>
              <a:cxnLst/>
              <a:rect r="r" b="b" t="t" l="l"/>
              <a:pathLst>
                <a:path h="5391150" w="4953000">
                  <a:moveTo>
                    <a:pt x="57150" y="0"/>
                  </a:moveTo>
                  <a:cubicBezTo>
                    <a:pt x="53340" y="0"/>
                    <a:pt x="49657" y="381"/>
                    <a:pt x="45974" y="1143"/>
                  </a:cubicBezTo>
                  <a:cubicBezTo>
                    <a:pt x="42291" y="1905"/>
                    <a:pt x="38735" y="2921"/>
                    <a:pt x="35306" y="4445"/>
                  </a:cubicBezTo>
                  <a:cubicBezTo>
                    <a:pt x="31877" y="5969"/>
                    <a:pt x="28575" y="7493"/>
                    <a:pt x="25400" y="9652"/>
                  </a:cubicBezTo>
                  <a:cubicBezTo>
                    <a:pt x="22225" y="11811"/>
                    <a:pt x="19431" y="14097"/>
                    <a:pt x="16764" y="16764"/>
                  </a:cubicBezTo>
                  <a:cubicBezTo>
                    <a:pt x="14097" y="19431"/>
                    <a:pt x="11684" y="22352"/>
                    <a:pt x="9652" y="25400"/>
                  </a:cubicBezTo>
                  <a:cubicBezTo>
                    <a:pt x="7620" y="28448"/>
                    <a:pt x="5842" y="31877"/>
                    <a:pt x="4318" y="35306"/>
                  </a:cubicBezTo>
                  <a:cubicBezTo>
                    <a:pt x="2794" y="38735"/>
                    <a:pt x="1778" y="42291"/>
                    <a:pt x="1016" y="45974"/>
                  </a:cubicBezTo>
                  <a:cubicBezTo>
                    <a:pt x="254" y="49657"/>
                    <a:pt x="0" y="53340"/>
                    <a:pt x="0" y="57150"/>
                  </a:cubicBezTo>
                  <a:lnTo>
                    <a:pt x="0" y="5391150"/>
                  </a:lnTo>
                  <a:lnTo>
                    <a:pt x="4953000" y="5391150"/>
                  </a:lnTo>
                  <a:lnTo>
                    <a:pt x="4953000" y="57150"/>
                  </a:lnTo>
                  <a:cubicBezTo>
                    <a:pt x="4953000" y="53340"/>
                    <a:pt x="4952619" y="49657"/>
                    <a:pt x="4951857" y="45974"/>
                  </a:cubicBezTo>
                  <a:cubicBezTo>
                    <a:pt x="4951095" y="42291"/>
                    <a:pt x="4950079" y="38735"/>
                    <a:pt x="4948555" y="35306"/>
                  </a:cubicBezTo>
                  <a:cubicBezTo>
                    <a:pt x="4947031" y="31877"/>
                    <a:pt x="4945380" y="28575"/>
                    <a:pt x="4943221" y="25400"/>
                  </a:cubicBezTo>
                  <a:cubicBezTo>
                    <a:pt x="4941062" y="22225"/>
                    <a:pt x="4938776" y="19431"/>
                    <a:pt x="4936109" y="16764"/>
                  </a:cubicBezTo>
                  <a:cubicBezTo>
                    <a:pt x="4933442" y="14097"/>
                    <a:pt x="4930521" y="11684"/>
                    <a:pt x="4927473" y="9652"/>
                  </a:cubicBezTo>
                  <a:cubicBezTo>
                    <a:pt x="4924425" y="7620"/>
                    <a:pt x="4920996" y="5842"/>
                    <a:pt x="4917567" y="4318"/>
                  </a:cubicBezTo>
                  <a:cubicBezTo>
                    <a:pt x="4914138" y="2794"/>
                    <a:pt x="4910582" y="1778"/>
                    <a:pt x="4906899" y="1016"/>
                  </a:cubicBezTo>
                  <a:cubicBezTo>
                    <a:pt x="4903216" y="254"/>
                    <a:pt x="4899660" y="0"/>
                    <a:pt x="4895850" y="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6191250" y="1466850"/>
            <a:ext cx="9525" cy="5391150"/>
            <a:chOff x="0" y="0"/>
            <a:chExt cx="9525" cy="53911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525" cy="5391150"/>
            </a:xfrm>
            <a:custGeom>
              <a:avLst/>
              <a:gdLst/>
              <a:ahLst/>
              <a:cxnLst/>
              <a:rect r="r" b="b" t="t" l="l"/>
              <a:pathLst>
                <a:path h="5391150" w="9525">
                  <a:moveTo>
                    <a:pt x="0" y="0"/>
                  </a:moveTo>
                  <a:lnTo>
                    <a:pt x="0" y="5391150"/>
                  </a:lnTo>
                  <a:lnTo>
                    <a:pt x="9525" y="5391150"/>
                  </a:lnTo>
                  <a:lnTo>
                    <a:pt x="9525" y="0"/>
                  </a:lnTo>
                  <a:close/>
                </a:path>
              </a:pathLst>
            </a:custGeom>
            <a:solidFill>
              <a:srgbClr val="E0E0E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190750" y="2247900"/>
            <a:ext cx="1714500" cy="914400"/>
            <a:chOff x="0" y="0"/>
            <a:chExt cx="2286000" cy="1219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60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286000">
                  <a:moveTo>
                    <a:pt x="0" y="0"/>
                  </a:moveTo>
                  <a:lnTo>
                    <a:pt x="2286000" y="0"/>
                  </a:lnTo>
                  <a:lnTo>
                    <a:pt x="2286000" y="1219200"/>
                  </a:lnTo>
                  <a:lnTo>
                    <a:pt x="0" y="1219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952500" y="4648200"/>
            <a:ext cx="66675" cy="66675"/>
            <a:chOff x="0" y="0"/>
            <a:chExt cx="66675" cy="666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675" cy="66675"/>
            </a:xfrm>
            <a:custGeom>
              <a:avLst/>
              <a:gdLst/>
              <a:ahLst/>
              <a:cxnLst/>
              <a:rect r="r" b="b" t="t" l="l"/>
              <a:pathLst>
                <a:path h="66675" w="66675">
                  <a:moveTo>
                    <a:pt x="0" y="0"/>
                  </a:moveTo>
                  <a:lnTo>
                    <a:pt x="66675" y="0"/>
                  </a:lnTo>
                  <a:lnTo>
                    <a:pt x="66675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52500" y="5734050"/>
            <a:ext cx="66675" cy="66675"/>
            <a:chOff x="0" y="0"/>
            <a:chExt cx="66675" cy="6667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6675" cy="66675"/>
            </a:xfrm>
            <a:custGeom>
              <a:avLst/>
              <a:gdLst/>
              <a:ahLst/>
              <a:cxnLst/>
              <a:rect r="r" b="b" t="t" l="l"/>
              <a:pathLst>
                <a:path h="66675" w="66675">
                  <a:moveTo>
                    <a:pt x="0" y="0"/>
                  </a:moveTo>
                  <a:lnTo>
                    <a:pt x="66675" y="0"/>
                  </a:lnTo>
                  <a:lnTo>
                    <a:pt x="66675" y="66675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952500" y="6819900"/>
            <a:ext cx="66675" cy="38100"/>
            <a:chOff x="0" y="0"/>
            <a:chExt cx="66675" cy="381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6675" cy="38100"/>
            </a:xfrm>
            <a:custGeom>
              <a:avLst/>
              <a:gdLst/>
              <a:ahLst/>
              <a:cxnLst/>
              <a:rect r="r" b="b" t="t" l="l"/>
              <a:pathLst>
                <a:path h="38100" w="66675">
                  <a:moveTo>
                    <a:pt x="0" y="0"/>
                  </a:moveTo>
                  <a:lnTo>
                    <a:pt x="0" y="38100"/>
                  </a:lnTo>
                  <a:lnTo>
                    <a:pt x="66675" y="38100"/>
                  </a:lnTo>
                  <a:lnTo>
                    <a:pt x="66675" y="0"/>
                  </a:lnTo>
                  <a:close/>
                </a:path>
              </a:pathLst>
            </a:custGeom>
            <a:solidFill>
              <a:srgbClr val="333333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867525" y="1524000"/>
            <a:ext cx="228600" cy="228600"/>
            <a:chOff x="0" y="0"/>
            <a:chExt cx="228600" cy="228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228600" y="114300"/>
                  </a:moveTo>
                  <a:cubicBezTo>
                    <a:pt x="228600" y="121793"/>
                    <a:pt x="227838" y="129286"/>
                    <a:pt x="226441" y="136652"/>
                  </a:cubicBezTo>
                  <a:cubicBezTo>
                    <a:pt x="225044" y="144018"/>
                    <a:pt x="222758" y="151130"/>
                    <a:pt x="219964" y="158115"/>
                  </a:cubicBezTo>
                  <a:cubicBezTo>
                    <a:pt x="217170" y="165100"/>
                    <a:pt x="213614" y="171577"/>
                    <a:pt x="209423" y="177927"/>
                  </a:cubicBezTo>
                  <a:cubicBezTo>
                    <a:pt x="205232" y="184277"/>
                    <a:pt x="200533" y="189992"/>
                    <a:pt x="195199" y="195199"/>
                  </a:cubicBezTo>
                  <a:cubicBezTo>
                    <a:pt x="189865" y="200406"/>
                    <a:pt x="184150" y="205232"/>
                    <a:pt x="177927" y="209423"/>
                  </a:cubicBezTo>
                  <a:cubicBezTo>
                    <a:pt x="171704" y="213614"/>
                    <a:pt x="165100" y="217170"/>
                    <a:pt x="158115" y="219964"/>
                  </a:cubicBezTo>
                  <a:cubicBezTo>
                    <a:pt x="151130" y="222758"/>
                    <a:pt x="144018" y="225044"/>
                    <a:pt x="136652" y="226441"/>
                  </a:cubicBezTo>
                  <a:cubicBezTo>
                    <a:pt x="129286" y="227838"/>
                    <a:pt x="121793" y="228600"/>
                    <a:pt x="114300" y="228600"/>
                  </a:cubicBezTo>
                  <a:cubicBezTo>
                    <a:pt x="106807" y="228600"/>
                    <a:pt x="99314" y="227838"/>
                    <a:pt x="91948" y="226441"/>
                  </a:cubicBezTo>
                  <a:cubicBezTo>
                    <a:pt x="84582" y="225044"/>
                    <a:pt x="77470" y="222758"/>
                    <a:pt x="70485" y="219964"/>
                  </a:cubicBezTo>
                  <a:cubicBezTo>
                    <a:pt x="63500" y="217170"/>
                    <a:pt x="57023" y="213614"/>
                    <a:pt x="50673" y="209423"/>
                  </a:cubicBezTo>
                  <a:cubicBezTo>
                    <a:pt x="44323" y="205232"/>
                    <a:pt x="38608" y="200533"/>
                    <a:pt x="33401" y="195199"/>
                  </a:cubicBezTo>
                  <a:cubicBezTo>
                    <a:pt x="28194" y="189865"/>
                    <a:pt x="23368" y="184150"/>
                    <a:pt x="19177" y="177927"/>
                  </a:cubicBezTo>
                  <a:cubicBezTo>
                    <a:pt x="14986" y="171704"/>
                    <a:pt x="11430" y="165100"/>
                    <a:pt x="8636" y="158115"/>
                  </a:cubicBezTo>
                  <a:cubicBezTo>
                    <a:pt x="5842" y="151130"/>
                    <a:pt x="3556" y="144018"/>
                    <a:pt x="2159" y="136652"/>
                  </a:cubicBezTo>
                  <a:cubicBezTo>
                    <a:pt x="762" y="129286"/>
                    <a:pt x="0" y="121793"/>
                    <a:pt x="0" y="114300"/>
                  </a:cubicBezTo>
                  <a:cubicBezTo>
                    <a:pt x="0" y="106807"/>
                    <a:pt x="762" y="99314"/>
                    <a:pt x="2159" y="91948"/>
                  </a:cubicBezTo>
                  <a:cubicBezTo>
                    <a:pt x="3556" y="84582"/>
                    <a:pt x="5842" y="77470"/>
                    <a:pt x="8763" y="70612"/>
                  </a:cubicBezTo>
                  <a:cubicBezTo>
                    <a:pt x="11684" y="63754"/>
                    <a:pt x="15113" y="57150"/>
                    <a:pt x="19304" y="50800"/>
                  </a:cubicBezTo>
                  <a:cubicBezTo>
                    <a:pt x="23495" y="44450"/>
                    <a:pt x="28194" y="38735"/>
                    <a:pt x="33528" y="33528"/>
                  </a:cubicBezTo>
                  <a:cubicBezTo>
                    <a:pt x="38862" y="28321"/>
                    <a:pt x="44577" y="23495"/>
                    <a:pt x="50800" y="19304"/>
                  </a:cubicBezTo>
                  <a:cubicBezTo>
                    <a:pt x="57023" y="15113"/>
                    <a:pt x="63627" y="11557"/>
                    <a:pt x="70612" y="8763"/>
                  </a:cubicBezTo>
                  <a:cubicBezTo>
                    <a:pt x="77597" y="5969"/>
                    <a:pt x="84582" y="3683"/>
                    <a:pt x="91948" y="2159"/>
                  </a:cubicBezTo>
                  <a:cubicBezTo>
                    <a:pt x="99314" y="635"/>
                    <a:pt x="106807" y="0"/>
                    <a:pt x="114300" y="0"/>
                  </a:cubicBezTo>
                  <a:cubicBezTo>
                    <a:pt x="121793" y="0"/>
                    <a:pt x="129286" y="762"/>
                    <a:pt x="136652" y="2159"/>
                  </a:cubicBezTo>
                  <a:cubicBezTo>
                    <a:pt x="144018" y="3556"/>
                    <a:pt x="151130" y="5842"/>
                    <a:pt x="158115" y="8636"/>
                  </a:cubicBezTo>
                  <a:cubicBezTo>
                    <a:pt x="165100" y="11430"/>
                    <a:pt x="171577" y="14986"/>
                    <a:pt x="177927" y="19177"/>
                  </a:cubicBezTo>
                  <a:cubicBezTo>
                    <a:pt x="184277" y="23368"/>
                    <a:pt x="189992" y="28067"/>
                    <a:pt x="195199" y="33401"/>
                  </a:cubicBezTo>
                  <a:cubicBezTo>
                    <a:pt x="200406" y="38735"/>
                    <a:pt x="205232" y="44450"/>
                    <a:pt x="209423" y="50673"/>
                  </a:cubicBezTo>
                  <a:cubicBezTo>
                    <a:pt x="213614" y="56896"/>
                    <a:pt x="217170" y="63500"/>
                    <a:pt x="219964" y="70485"/>
                  </a:cubicBezTo>
                  <a:cubicBezTo>
                    <a:pt x="222758" y="77470"/>
                    <a:pt x="225044" y="84582"/>
                    <a:pt x="226441" y="91948"/>
                  </a:cubicBezTo>
                  <a:cubicBezTo>
                    <a:pt x="227838" y="99314"/>
                    <a:pt x="228600" y="106807"/>
                    <a:pt x="228600" y="11430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867525" y="3343275"/>
            <a:ext cx="228600" cy="228600"/>
            <a:chOff x="0" y="0"/>
            <a:chExt cx="228600" cy="228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228600" y="114300"/>
                  </a:moveTo>
                  <a:cubicBezTo>
                    <a:pt x="228600" y="121793"/>
                    <a:pt x="227838" y="129286"/>
                    <a:pt x="226441" y="136652"/>
                  </a:cubicBezTo>
                  <a:cubicBezTo>
                    <a:pt x="225044" y="144018"/>
                    <a:pt x="222758" y="151130"/>
                    <a:pt x="219964" y="158115"/>
                  </a:cubicBezTo>
                  <a:cubicBezTo>
                    <a:pt x="217170" y="165100"/>
                    <a:pt x="213614" y="171577"/>
                    <a:pt x="209423" y="177927"/>
                  </a:cubicBezTo>
                  <a:cubicBezTo>
                    <a:pt x="205232" y="184277"/>
                    <a:pt x="200533" y="189992"/>
                    <a:pt x="195199" y="195199"/>
                  </a:cubicBezTo>
                  <a:cubicBezTo>
                    <a:pt x="189865" y="200406"/>
                    <a:pt x="184150" y="205232"/>
                    <a:pt x="177927" y="209423"/>
                  </a:cubicBezTo>
                  <a:cubicBezTo>
                    <a:pt x="171704" y="213614"/>
                    <a:pt x="165100" y="217170"/>
                    <a:pt x="158115" y="219964"/>
                  </a:cubicBezTo>
                  <a:cubicBezTo>
                    <a:pt x="151130" y="222758"/>
                    <a:pt x="144018" y="225044"/>
                    <a:pt x="136652" y="226441"/>
                  </a:cubicBezTo>
                  <a:cubicBezTo>
                    <a:pt x="129286" y="227838"/>
                    <a:pt x="121793" y="228600"/>
                    <a:pt x="114300" y="228600"/>
                  </a:cubicBezTo>
                  <a:cubicBezTo>
                    <a:pt x="106807" y="228600"/>
                    <a:pt x="99314" y="227838"/>
                    <a:pt x="91948" y="226441"/>
                  </a:cubicBezTo>
                  <a:cubicBezTo>
                    <a:pt x="84582" y="225044"/>
                    <a:pt x="77470" y="222758"/>
                    <a:pt x="70485" y="219964"/>
                  </a:cubicBezTo>
                  <a:cubicBezTo>
                    <a:pt x="63500" y="217170"/>
                    <a:pt x="57023" y="213614"/>
                    <a:pt x="50673" y="209423"/>
                  </a:cubicBezTo>
                  <a:cubicBezTo>
                    <a:pt x="44323" y="205232"/>
                    <a:pt x="38608" y="200533"/>
                    <a:pt x="33401" y="195199"/>
                  </a:cubicBezTo>
                  <a:cubicBezTo>
                    <a:pt x="28194" y="189865"/>
                    <a:pt x="23368" y="184150"/>
                    <a:pt x="19177" y="177927"/>
                  </a:cubicBezTo>
                  <a:cubicBezTo>
                    <a:pt x="14986" y="171704"/>
                    <a:pt x="11430" y="165100"/>
                    <a:pt x="8636" y="158115"/>
                  </a:cubicBezTo>
                  <a:cubicBezTo>
                    <a:pt x="5842" y="151130"/>
                    <a:pt x="3556" y="144018"/>
                    <a:pt x="2159" y="136652"/>
                  </a:cubicBezTo>
                  <a:cubicBezTo>
                    <a:pt x="762" y="129286"/>
                    <a:pt x="0" y="121793"/>
                    <a:pt x="0" y="114300"/>
                  </a:cubicBezTo>
                  <a:cubicBezTo>
                    <a:pt x="0" y="106807"/>
                    <a:pt x="762" y="99314"/>
                    <a:pt x="2159" y="91948"/>
                  </a:cubicBezTo>
                  <a:cubicBezTo>
                    <a:pt x="3556" y="84582"/>
                    <a:pt x="5842" y="77470"/>
                    <a:pt x="8763" y="70612"/>
                  </a:cubicBezTo>
                  <a:cubicBezTo>
                    <a:pt x="11684" y="63754"/>
                    <a:pt x="15113" y="57150"/>
                    <a:pt x="19304" y="50800"/>
                  </a:cubicBezTo>
                  <a:cubicBezTo>
                    <a:pt x="23495" y="44450"/>
                    <a:pt x="28194" y="38735"/>
                    <a:pt x="33528" y="33528"/>
                  </a:cubicBezTo>
                  <a:cubicBezTo>
                    <a:pt x="38862" y="28321"/>
                    <a:pt x="44577" y="23495"/>
                    <a:pt x="50800" y="19304"/>
                  </a:cubicBezTo>
                  <a:cubicBezTo>
                    <a:pt x="57023" y="15113"/>
                    <a:pt x="63627" y="11557"/>
                    <a:pt x="70612" y="8763"/>
                  </a:cubicBezTo>
                  <a:cubicBezTo>
                    <a:pt x="77597" y="5969"/>
                    <a:pt x="84582" y="3683"/>
                    <a:pt x="91948" y="2159"/>
                  </a:cubicBezTo>
                  <a:cubicBezTo>
                    <a:pt x="99314" y="635"/>
                    <a:pt x="106807" y="0"/>
                    <a:pt x="114300" y="0"/>
                  </a:cubicBezTo>
                  <a:cubicBezTo>
                    <a:pt x="121793" y="0"/>
                    <a:pt x="129286" y="762"/>
                    <a:pt x="136652" y="2159"/>
                  </a:cubicBezTo>
                  <a:cubicBezTo>
                    <a:pt x="144018" y="3556"/>
                    <a:pt x="151130" y="5842"/>
                    <a:pt x="158115" y="8636"/>
                  </a:cubicBezTo>
                  <a:cubicBezTo>
                    <a:pt x="165100" y="11430"/>
                    <a:pt x="171577" y="14986"/>
                    <a:pt x="177927" y="19177"/>
                  </a:cubicBezTo>
                  <a:cubicBezTo>
                    <a:pt x="184277" y="23368"/>
                    <a:pt x="189992" y="28067"/>
                    <a:pt x="195199" y="33401"/>
                  </a:cubicBezTo>
                  <a:cubicBezTo>
                    <a:pt x="200406" y="38735"/>
                    <a:pt x="205232" y="44450"/>
                    <a:pt x="209423" y="50673"/>
                  </a:cubicBezTo>
                  <a:cubicBezTo>
                    <a:pt x="213614" y="56896"/>
                    <a:pt x="217170" y="63500"/>
                    <a:pt x="219964" y="70485"/>
                  </a:cubicBezTo>
                  <a:cubicBezTo>
                    <a:pt x="222758" y="77470"/>
                    <a:pt x="225044" y="84582"/>
                    <a:pt x="226441" y="91948"/>
                  </a:cubicBezTo>
                  <a:cubicBezTo>
                    <a:pt x="227838" y="99314"/>
                    <a:pt x="228600" y="106807"/>
                    <a:pt x="228600" y="11430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6867525" y="5153025"/>
            <a:ext cx="228600" cy="228600"/>
            <a:chOff x="0" y="0"/>
            <a:chExt cx="228600" cy="2286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228600" y="114300"/>
                  </a:moveTo>
                  <a:cubicBezTo>
                    <a:pt x="228600" y="121793"/>
                    <a:pt x="227838" y="129286"/>
                    <a:pt x="226441" y="136652"/>
                  </a:cubicBezTo>
                  <a:cubicBezTo>
                    <a:pt x="225044" y="144018"/>
                    <a:pt x="222758" y="151130"/>
                    <a:pt x="219964" y="158115"/>
                  </a:cubicBezTo>
                  <a:cubicBezTo>
                    <a:pt x="217170" y="165100"/>
                    <a:pt x="213614" y="171577"/>
                    <a:pt x="209423" y="177927"/>
                  </a:cubicBezTo>
                  <a:cubicBezTo>
                    <a:pt x="205232" y="184277"/>
                    <a:pt x="200533" y="189992"/>
                    <a:pt x="195199" y="195199"/>
                  </a:cubicBezTo>
                  <a:cubicBezTo>
                    <a:pt x="189865" y="200406"/>
                    <a:pt x="184150" y="205232"/>
                    <a:pt x="177927" y="209423"/>
                  </a:cubicBezTo>
                  <a:cubicBezTo>
                    <a:pt x="171704" y="213614"/>
                    <a:pt x="165100" y="217170"/>
                    <a:pt x="158115" y="219964"/>
                  </a:cubicBezTo>
                  <a:cubicBezTo>
                    <a:pt x="151130" y="222758"/>
                    <a:pt x="144018" y="225044"/>
                    <a:pt x="136652" y="226441"/>
                  </a:cubicBezTo>
                  <a:cubicBezTo>
                    <a:pt x="129286" y="227838"/>
                    <a:pt x="121793" y="228600"/>
                    <a:pt x="114300" y="228600"/>
                  </a:cubicBezTo>
                  <a:cubicBezTo>
                    <a:pt x="106807" y="228600"/>
                    <a:pt x="99314" y="227838"/>
                    <a:pt x="91948" y="226441"/>
                  </a:cubicBezTo>
                  <a:cubicBezTo>
                    <a:pt x="84582" y="225044"/>
                    <a:pt x="77470" y="222758"/>
                    <a:pt x="70485" y="219964"/>
                  </a:cubicBezTo>
                  <a:cubicBezTo>
                    <a:pt x="63500" y="217170"/>
                    <a:pt x="57023" y="213614"/>
                    <a:pt x="50673" y="209423"/>
                  </a:cubicBezTo>
                  <a:cubicBezTo>
                    <a:pt x="44323" y="205232"/>
                    <a:pt x="38608" y="200533"/>
                    <a:pt x="33401" y="195199"/>
                  </a:cubicBezTo>
                  <a:cubicBezTo>
                    <a:pt x="28194" y="189865"/>
                    <a:pt x="23368" y="184150"/>
                    <a:pt x="19177" y="177927"/>
                  </a:cubicBezTo>
                  <a:cubicBezTo>
                    <a:pt x="14986" y="171704"/>
                    <a:pt x="11430" y="165100"/>
                    <a:pt x="8636" y="158115"/>
                  </a:cubicBezTo>
                  <a:cubicBezTo>
                    <a:pt x="5842" y="151130"/>
                    <a:pt x="3556" y="144018"/>
                    <a:pt x="2159" y="136652"/>
                  </a:cubicBezTo>
                  <a:cubicBezTo>
                    <a:pt x="762" y="129286"/>
                    <a:pt x="0" y="121793"/>
                    <a:pt x="0" y="114300"/>
                  </a:cubicBezTo>
                  <a:cubicBezTo>
                    <a:pt x="0" y="106807"/>
                    <a:pt x="762" y="99314"/>
                    <a:pt x="2159" y="91948"/>
                  </a:cubicBezTo>
                  <a:cubicBezTo>
                    <a:pt x="3556" y="84582"/>
                    <a:pt x="5842" y="77470"/>
                    <a:pt x="8763" y="70612"/>
                  </a:cubicBezTo>
                  <a:cubicBezTo>
                    <a:pt x="11684" y="63754"/>
                    <a:pt x="15113" y="57150"/>
                    <a:pt x="19304" y="50800"/>
                  </a:cubicBezTo>
                  <a:cubicBezTo>
                    <a:pt x="23495" y="44450"/>
                    <a:pt x="28194" y="38735"/>
                    <a:pt x="33528" y="33528"/>
                  </a:cubicBezTo>
                  <a:cubicBezTo>
                    <a:pt x="38862" y="28321"/>
                    <a:pt x="44577" y="23495"/>
                    <a:pt x="50800" y="19304"/>
                  </a:cubicBezTo>
                  <a:cubicBezTo>
                    <a:pt x="57023" y="15113"/>
                    <a:pt x="63627" y="11557"/>
                    <a:pt x="70612" y="8763"/>
                  </a:cubicBezTo>
                  <a:cubicBezTo>
                    <a:pt x="77597" y="5969"/>
                    <a:pt x="84582" y="3683"/>
                    <a:pt x="91948" y="2159"/>
                  </a:cubicBezTo>
                  <a:cubicBezTo>
                    <a:pt x="99314" y="635"/>
                    <a:pt x="106807" y="0"/>
                    <a:pt x="114300" y="0"/>
                  </a:cubicBezTo>
                  <a:cubicBezTo>
                    <a:pt x="121793" y="0"/>
                    <a:pt x="129286" y="762"/>
                    <a:pt x="136652" y="2159"/>
                  </a:cubicBezTo>
                  <a:cubicBezTo>
                    <a:pt x="144018" y="3556"/>
                    <a:pt x="151130" y="5842"/>
                    <a:pt x="158115" y="8636"/>
                  </a:cubicBezTo>
                  <a:cubicBezTo>
                    <a:pt x="165100" y="11430"/>
                    <a:pt x="171577" y="14986"/>
                    <a:pt x="177927" y="19177"/>
                  </a:cubicBezTo>
                  <a:cubicBezTo>
                    <a:pt x="184277" y="23368"/>
                    <a:pt x="189992" y="28067"/>
                    <a:pt x="195199" y="33401"/>
                  </a:cubicBezTo>
                  <a:cubicBezTo>
                    <a:pt x="200406" y="38735"/>
                    <a:pt x="205232" y="44450"/>
                    <a:pt x="209423" y="50673"/>
                  </a:cubicBezTo>
                  <a:cubicBezTo>
                    <a:pt x="213614" y="56896"/>
                    <a:pt x="217170" y="63500"/>
                    <a:pt x="219964" y="70485"/>
                  </a:cubicBezTo>
                  <a:cubicBezTo>
                    <a:pt x="222758" y="77470"/>
                    <a:pt x="225044" y="84582"/>
                    <a:pt x="226441" y="91948"/>
                  </a:cubicBezTo>
                  <a:cubicBezTo>
                    <a:pt x="227838" y="99314"/>
                    <a:pt x="228600" y="106807"/>
                    <a:pt x="228600" y="114300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71500" y="486813"/>
            <a:ext cx="3385376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Beneﬁts &amp; Applica ons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157708" y="3776939"/>
            <a:ext cx="1816170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BCD4"/>
                </a:solidFill>
                <a:latin typeface="Carlito Bold"/>
                <a:ea typeface="Carlito Bold"/>
                <a:cs typeface="Carlito Bold"/>
                <a:sym typeface="Carlito Bold"/>
              </a:rPr>
              <a:t>Target Audience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43000" y="4504201"/>
            <a:ext cx="3718970" cy="20283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75"/>
              </a:lnSpc>
            </a:pPr>
            <a:r>
              <a:rPr lang="en-US" b="true" sz="1650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Students:</a:t>
            </a: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Managing academic assignments and project deadlines efficiently.</a:t>
            </a:r>
          </a:p>
          <a:p>
            <a:pPr algn="l">
              <a:lnSpc>
                <a:spcPts val="4125"/>
              </a:lnSpc>
            </a:pPr>
            <a:r>
              <a:rPr lang="en-US" b="true" sz="1650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Professionals:</a:t>
            </a: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Organizing daily tasks</a:t>
            </a:r>
          </a:p>
          <a:p>
            <a:pPr algn="l">
              <a:lnSpc>
                <a:spcPts val="82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without the overhead of heavy software</a:t>
            </a:r>
          </a:p>
          <a:p>
            <a:pPr algn="l">
              <a:lnSpc>
                <a:spcPts val="4125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suites.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286625" y="3262093"/>
            <a:ext cx="2720645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High Speed &amp; Portability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181576" y="3634064"/>
            <a:ext cx="53988" cy="27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286625" y="1442818"/>
            <a:ext cx="3135982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Zero External Dependencies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57205" y="1814789"/>
            <a:ext cx="53988" cy="27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7286625" y="5071843"/>
            <a:ext cx="3200305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Distraction-Free Productivity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403173" y="5443814"/>
            <a:ext cx="53988" cy="27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286625" y="3634064"/>
            <a:ext cx="3758213" cy="27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Minimalist architectureensures near-instant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7286625" y="3910289"/>
            <a:ext cx="3874056" cy="567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execution. The compiled binary can be easily moved across systems.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286625" y="1814789"/>
            <a:ext cx="3196819" cy="27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Builtpurely in C,requiring no runtime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286625" y="2091014"/>
            <a:ext cx="4255179" cy="567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environments, frameworks, or internet connection to function perfectly.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286625" y="5443814"/>
            <a:ext cx="4385262" cy="2722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Aclean text-basedinterface focusespurely on task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7286625" y="5720039"/>
            <a:ext cx="3953370" cy="567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5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management, eliminating the notifications and clutter of modern apps.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282408" y="6283185"/>
            <a:ext cx="43186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853640" y="6283185"/>
            <a:ext cx="2822124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To-DoListManagementSystem | 2026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07997" y="1412872"/>
            <a:ext cx="5460997" cy="2727322"/>
          </a:xfrm>
          <a:custGeom>
            <a:avLst/>
            <a:gdLst/>
            <a:ahLst/>
            <a:cxnLst/>
            <a:rect r="r" b="b" t="t" l="l"/>
            <a:pathLst>
              <a:path h="2727322" w="5460997">
                <a:moveTo>
                  <a:pt x="0" y="0"/>
                </a:moveTo>
                <a:lnTo>
                  <a:pt x="5460997" y="0"/>
                </a:lnTo>
                <a:lnTo>
                  <a:pt x="5460997" y="2727322"/>
                </a:lnTo>
                <a:lnTo>
                  <a:pt x="0" y="27273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71500" y="1085850"/>
            <a:ext cx="11049000" cy="9525"/>
            <a:chOff x="0" y="0"/>
            <a:chExt cx="11049000" cy="952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049000" cy="9525"/>
            </a:xfrm>
            <a:custGeom>
              <a:avLst/>
              <a:gdLst/>
              <a:ahLst/>
              <a:cxnLst/>
              <a:rect r="r" b="b" t="t" l="l"/>
              <a:pathLst>
                <a:path h="9525" w="11049000">
                  <a:moveTo>
                    <a:pt x="0" y="0"/>
                  </a:moveTo>
                  <a:lnTo>
                    <a:pt x="11049000" y="0"/>
                  </a:lnTo>
                  <a:lnTo>
                    <a:pt x="11049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BCD4">
                <a:alpha val="14902"/>
              </a:srgbClr>
            </a:solid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6222997" y="1412872"/>
            <a:ext cx="5460997" cy="2727322"/>
          </a:xfrm>
          <a:custGeom>
            <a:avLst/>
            <a:gdLst/>
            <a:ahLst/>
            <a:cxnLst/>
            <a:rect r="r" b="b" t="t" l="l"/>
            <a:pathLst>
              <a:path h="2727322" w="5460997">
                <a:moveTo>
                  <a:pt x="0" y="0"/>
                </a:moveTo>
                <a:lnTo>
                  <a:pt x="5460997" y="0"/>
                </a:lnTo>
                <a:lnTo>
                  <a:pt x="5460997" y="2727322"/>
                </a:lnTo>
                <a:lnTo>
                  <a:pt x="0" y="272732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603497" y="5032372"/>
            <a:ext cx="9270997" cy="1508122"/>
          </a:xfrm>
          <a:custGeom>
            <a:avLst/>
            <a:gdLst/>
            <a:ahLst/>
            <a:cxnLst/>
            <a:rect r="r" b="b" t="t" l="l"/>
            <a:pathLst>
              <a:path h="1508122" w="9270997">
                <a:moveTo>
                  <a:pt x="0" y="0"/>
                </a:moveTo>
                <a:lnTo>
                  <a:pt x="9270997" y="0"/>
                </a:lnTo>
                <a:lnTo>
                  <a:pt x="9270997" y="1508122"/>
                </a:lnTo>
                <a:lnTo>
                  <a:pt x="0" y="15081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15000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420225" y="5124450"/>
            <a:ext cx="2381250" cy="1343025"/>
            <a:chOff x="0" y="0"/>
            <a:chExt cx="3175000" cy="17907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175000" cy="1790700"/>
            </a:xfrm>
            <a:custGeom>
              <a:avLst/>
              <a:gdLst/>
              <a:ahLst/>
              <a:cxnLst/>
              <a:rect r="r" b="b" t="t" l="l"/>
              <a:pathLst>
                <a:path h="1790700" w="3175000">
                  <a:moveTo>
                    <a:pt x="38100" y="0"/>
                  </a:moveTo>
                  <a:cubicBezTo>
                    <a:pt x="27559" y="0"/>
                    <a:pt x="18542" y="3683"/>
                    <a:pt x="11176" y="11176"/>
                  </a:cubicBezTo>
                  <a:cubicBezTo>
                    <a:pt x="3810" y="18669"/>
                    <a:pt x="0" y="27559"/>
                    <a:pt x="0" y="38100"/>
                  </a:cubicBezTo>
                  <a:lnTo>
                    <a:pt x="0" y="1752600"/>
                  </a:lnTo>
                  <a:cubicBezTo>
                    <a:pt x="0" y="1763141"/>
                    <a:pt x="3683" y="1772158"/>
                    <a:pt x="11176" y="1779524"/>
                  </a:cubicBezTo>
                  <a:cubicBezTo>
                    <a:pt x="18669" y="1786890"/>
                    <a:pt x="27559" y="1790700"/>
                    <a:pt x="38100" y="1790700"/>
                  </a:cubicBezTo>
                  <a:lnTo>
                    <a:pt x="3136900" y="1790700"/>
                  </a:lnTo>
                  <a:cubicBezTo>
                    <a:pt x="3147441" y="1790700"/>
                    <a:pt x="3156458" y="1787017"/>
                    <a:pt x="3163824" y="1779524"/>
                  </a:cubicBezTo>
                  <a:cubicBezTo>
                    <a:pt x="3171190" y="1772031"/>
                    <a:pt x="3175000" y="1763141"/>
                    <a:pt x="3175000" y="1752600"/>
                  </a:cubicBezTo>
                  <a:lnTo>
                    <a:pt x="3175000" y="38100"/>
                  </a:lnTo>
                  <a:cubicBezTo>
                    <a:pt x="3175000" y="27559"/>
                    <a:pt x="3171317" y="18542"/>
                    <a:pt x="3163824" y="11176"/>
                  </a:cubicBezTo>
                  <a:cubicBezTo>
                    <a:pt x="3156331" y="3810"/>
                    <a:pt x="3147441" y="0"/>
                    <a:pt x="3136900" y="0"/>
                  </a:cubicBezTo>
                  <a:close/>
                </a:path>
              </a:pathLst>
            </a:custGeom>
            <a:blipFill>
              <a:blip r:embed="rId8">
                <a:alphaModFix amt="15000"/>
              </a:blip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571500" y="486813"/>
            <a:ext cx="3779539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Challenges &amp; Future Work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4875" y="1690964"/>
            <a:ext cx="2190617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Current Constraints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19875" y="1690964"/>
            <a:ext cx="2628557" cy="392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BCD4"/>
                </a:solidFill>
                <a:latin typeface="Carlito Bold"/>
                <a:ea typeface="Carlito Bold"/>
                <a:cs typeface="Carlito Bold"/>
                <a:sym typeface="Carlito Bold"/>
              </a:rPr>
              <a:t>Planned Improvements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4875" y="2133800"/>
            <a:ext cx="74828" cy="146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74"/>
              </a:lnSpc>
            </a:pPr>
            <a:r>
              <a:rPr lang="en-US" b="true" sz="165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• • •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19875" y="2133800"/>
            <a:ext cx="74828" cy="146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74"/>
              </a:lnSpc>
            </a:pPr>
            <a:r>
              <a:rPr lang="en-US" b="true" sz="165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• • •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14425" y="2122951"/>
            <a:ext cx="4122868" cy="146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Static memory limit: 100 task capacity Volatile data: No permanent file persistence Linear search complexity for task lookups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829425" y="2122951"/>
            <a:ext cx="4193515" cy="1466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4"/>
              </a:lnSpc>
            </a:pPr>
            <a:r>
              <a:rPr lang="en-US" sz="165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Implement File I/O for automatic data saving Shift to Dynamic Linked Lists for scalability Integration of sorting &amp; filtering algorithms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71500" y="4680052"/>
            <a:ext cx="2332263" cy="307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System Capacity Roadmap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1500" y="5173104"/>
            <a:ext cx="1771850" cy="821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b="true" sz="1350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Current (Static Array)</a:t>
            </a:r>
          </a:p>
          <a:p>
            <a:pPr algn="l" rtl="true">
              <a:lnSpc>
                <a:spcPts val="1575"/>
              </a:lnSpc>
            </a:pPr>
          </a:p>
          <a:p>
            <a:pPr algn="l">
              <a:lnSpc>
                <a:spcPts val="1575"/>
              </a:lnSpc>
            </a:pPr>
            <a:r>
              <a:rPr lang="en-US" b="true" sz="1350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Future (Dynamic Allocation)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809875" y="5149710"/>
            <a:ext cx="1180967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Fixed 100 Tasks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809875" y="5664060"/>
            <a:ext cx="1891713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>
                <a:solidFill>
                  <a:srgbClr val="FFFFFF"/>
                </a:solidFill>
                <a:latin typeface="Arial Bold"/>
                <a:ea typeface="Arial Bold"/>
                <a:cs typeface="Arial Bold"/>
                <a:sym typeface="Arial Bold"/>
              </a:rPr>
              <a:t>Scalable / Memory Bound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71500" y="6275289"/>
            <a:ext cx="5673395" cy="2178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20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 2026 Management System Technical Specification | Academic Project Roadmap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71500" y="1085850"/>
            <a:ext cx="952500" cy="19050"/>
            <a:chOff x="0" y="0"/>
            <a:chExt cx="952500" cy="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52500" cy="19050"/>
            </a:xfrm>
            <a:custGeom>
              <a:avLst/>
              <a:gdLst/>
              <a:ahLst/>
              <a:cxnLst/>
              <a:rect r="r" b="b" t="t" l="l"/>
              <a:pathLst>
                <a:path h="19050" w="952500">
                  <a:moveTo>
                    <a:pt x="0" y="0"/>
                  </a:moveTo>
                  <a:lnTo>
                    <a:pt x="952500" y="0"/>
                  </a:lnTo>
                  <a:lnTo>
                    <a:pt x="9525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507997" y="1517647"/>
            <a:ext cx="5508622" cy="2336797"/>
            <a:chOff x="0" y="0"/>
            <a:chExt cx="5508625" cy="2336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5381752" cy="2210054"/>
            </a:xfrm>
            <a:custGeom>
              <a:avLst/>
              <a:gdLst/>
              <a:ahLst/>
              <a:cxnLst/>
              <a:rect r="r" b="b" t="t" l="l"/>
              <a:pathLst>
                <a:path h="2210054" w="5381752">
                  <a:moveTo>
                    <a:pt x="0" y="2152650"/>
                  </a:moveTo>
                  <a:lnTo>
                    <a:pt x="0" y="57150"/>
                  </a:ln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620" y="28575"/>
                    <a:pt x="9779" y="25400"/>
                  </a:cubicBezTo>
                  <a:cubicBezTo>
                    <a:pt x="11938" y="22225"/>
                    <a:pt x="14224" y="19431"/>
                    <a:pt x="16891" y="16764"/>
                  </a:cubicBezTo>
                  <a:cubicBezTo>
                    <a:pt x="19558" y="14097"/>
                    <a:pt x="22479" y="11684"/>
                    <a:pt x="25527" y="9652"/>
                  </a:cubicBezTo>
                  <a:cubicBezTo>
                    <a:pt x="28575" y="7620"/>
                    <a:pt x="32004" y="5842"/>
                    <a:pt x="35433" y="4318"/>
                  </a:cubicBezTo>
                  <a:cubicBezTo>
                    <a:pt x="38862" y="2794"/>
                    <a:pt x="42418" y="1778"/>
                    <a:pt x="46101" y="1016"/>
                  </a:cubicBezTo>
                  <a:cubicBezTo>
                    <a:pt x="49784" y="254"/>
                    <a:pt x="53340" y="0"/>
                    <a:pt x="57150" y="0"/>
                  </a:cubicBezTo>
                  <a:lnTo>
                    <a:pt x="5324475" y="0"/>
                  </a:lnTo>
                  <a:cubicBezTo>
                    <a:pt x="5328285" y="0"/>
                    <a:pt x="5331968" y="381"/>
                    <a:pt x="5335651" y="1143"/>
                  </a:cubicBezTo>
                  <a:cubicBezTo>
                    <a:pt x="5339334" y="1905"/>
                    <a:pt x="5342890" y="2921"/>
                    <a:pt x="5346319" y="4445"/>
                  </a:cubicBezTo>
                  <a:cubicBezTo>
                    <a:pt x="5349748" y="5969"/>
                    <a:pt x="5353050" y="7620"/>
                    <a:pt x="5356225" y="9779"/>
                  </a:cubicBezTo>
                  <a:cubicBezTo>
                    <a:pt x="5359400" y="11938"/>
                    <a:pt x="5362194" y="14224"/>
                    <a:pt x="5364861" y="16891"/>
                  </a:cubicBezTo>
                  <a:cubicBezTo>
                    <a:pt x="5367528" y="19558"/>
                    <a:pt x="5369941" y="22479"/>
                    <a:pt x="5371973" y="25527"/>
                  </a:cubicBezTo>
                  <a:cubicBezTo>
                    <a:pt x="5374005" y="28575"/>
                    <a:pt x="5375783" y="32004"/>
                    <a:pt x="5377307" y="35433"/>
                  </a:cubicBezTo>
                  <a:cubicBezTo>
                    <a:pt x="5378831" y="38862"/>
                    <a:pt x="5379847" y="42418"/>
                    <a:pt x="5380609" y="46101"/>
                  </a:cubicBezTo>
                  <a:cubicBezTo>
                    <a:pt x="5381371" y="49784"/>
                    <a:pt x="5381752" y="53467"/>
                    <a:pt x="5381752" y="57277"/>
                  </a:cubicBezTo>
                  <a:lnTo>
                    <a:pt x="5381752" y="2152777"/>
                  </a:lnTo>
                  <a:cubicBezTo>
                    <a:pt x="5381752" y="2156587"/>
                    <a:pt x="5381371" y="2160270"/>
                    <a:pt x="5380609" y="2163953"/>
                  </a:cubicBezTo>
                  <a:cubicBezTo>
                    <a:pt x="5379847" y="2167636"/>
                    <a:pt x="5378831" y="2171192"/>
                    <a:pt x="5377307" y="2174621"/>
                  </a:cubicBezTo>
                  <a:cubicBezTo>
                    <a:pt x="5375783" y="2178050"/>
                    <a:pt x="5374132" y="2181352"/>
                    <a:pt x="5371973" y="2184527"/>
                  </a:cubicBezTo>
                  <a:cubicBezTo>
                    <a:pt x="5369814" y="2187702"/>
                    <a:pt x="5367528" y="2190496"/>
                    <a:pt x="5364861" y="2193163"/>
                  </a:cubicBezTo>
                  <a:cubicBezTo>
                    <a:pt x="5362194" y="2195830"/>
                    <a:pt x="5359273" y="2198243"/>
                    <a:pt x="5356225" y="2200275"/>
                  </a:cubicBezTo>
                  <a:cubicBezTo>
                    <a:pt x="5353177" y="2202307"/>
                    <a:pt x="5349875" y="2204085"/>
                    <a:pt x="5346319" y="2205609"/>
                  </a:cubicBezTo>
                  <a:cubicBezTo>
                    <a:pt x="5342763" y="2207133"/>
                    <a:pt x="5339334" y="2208149"/>
                    <a:pt x="5335651" y="2208911"/>
                  </a:cubicBezTo>
                  <a:cubicBezTo>
                    <a:pt x="5331968" y="2209673"/>
                    <a:pt x="5328285" y="2210054"/>
                    <a:pt x="5324475" y="2210054"/>
                  </a:cubicBezTo>
                  <a:lnTo>
                    <a:pt x="57150" y="2210054"/>
                  </a:lnTo>
                  <a:cubicBezTo>
                    <a:pt x="53340" y="2210054"/>
                    <a:pt x="49657" y="2209673"/>
                    <a:pt x="45974" y="2208911"/>
                  </a:cubicBezTo>
                  <a:cubicBezTo>
                    <a:pt x="42291" y="2208149"/>
                    <a:pt x="38735" y="2207133"/>
                    <a:pt x="35306" y="2205609"/>
                  </a:cubicBezTo>
                  <a:cubicBezTo>
                    <a:pt x="31877" y="2204085"/>
                    <a:pt x="28575" y="2202434"/>
                    <a:pt x="25400" y="2200275"/>
                  </a:cubicBezTo>
                  <a:cubicBezTo>
                    <a:pt x="22225" y="2198116"/>
                    <a:pt x="19431" y="2195830"/>
                    <a:pt x="16764" y="2193163"/>
                  </a:cubicBezTo>
                  <a:cubicBezTo>
                    <a:pt x="14097" y="2190496"/>
                    <a:pt x="11684" y="2187575"/>
                    <a:pt x="9652" y="2184527"/>
                  </a:cubicBezTo>
                  <a:cubicBezTo>
                    <a:pt x="7620" y="2181479"/>
                    <a:pt x="5842" y="2178050"/>
                    <a:pt x="4318" y="2174621"/>
                  </a:cubicBezTo>
                  <a:cubicBezTo>
                    <a:pt x="2794" y="2171192"/>
                    <a:pt x="1778" y="2167636"/>
                    <a:pt x="1016" y="2163953"/>
                  </a:cubicBezTo>
                  <a:cubicBezTo>
                    <a:pt x="254" y="2160270"/>
                    <a:pt x="0" y="2156460"/>
                    <a:pt x="0" y="215265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444500" y="444500"/>
              <a:ext cx="514350" cy="514350"/>
            </a:xfrm>
            <a:custGeom>
              <a:avLst/>
              <a:gdLst/>
              <a:ahLst/>
              <a:cxnLst/>
              <a:rect r="r" b="b" t="t" l="l"/>
              <a:pathLst>
                <a:path h="514350" w="514350">
                  <a:moveTo>
                    <a:pt x="0" y="476250"/>
                  </a:moveTo>
                  <a:lnTo>
                    <a:pt x="0" y="38100"/>
                  </a:lnTo>
                  <a:lnTo>
                    <a:pt x="9525" y="38100"/>
                  </a:ln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lnTo>
                    <a:pt x="11684" y="27178"/>
                  </a:lnTo>
                  <a:lnTo>
                    <a:pt x="2921" y="23495"/>
                  </a:lnTo>
                  <a:cubicBezTo>
                    <a:pt x="4826" y="18796"/>
                    <a:pt x="7620" y="14732"/>
                    <a:pt x="11176" y="11176"/>
                  </a:cubicBezTo>
                  <a:lnTo>
                    <a:pt x="17907" y="17907"/>
                  </a:lnTo>
                  <a:lnTo>
                    <a:pt x="11176" y="11176"/>
                  </a:lnTo>
                  <a:cubicBezTo>
                    <a:pt x="14732" y="7620"/>
                    <a:pt x="18923" y="4826"/>
                    <a:pt x="23495" y="2921"/>
                  </a:cubicBezTo>
                  <a:lnTo>
                    <a:pt x="27178" y="11684"/>
                  </a:lnTo>
                  <a:lnTo>
                    <a:pt x="23495" y="2921"/>
                  </a:lnTo>
                  <a:cubicBezTo>
                    <a:pt x="28194" y="1016"/>
                    <a:pt x="33020" y="0"/>
                    <a:pt x="38100" y="0"/>
                  </a:cubicBezTo>
                  <a:lnTo>
                    <a:pt x="38100" y="9525"/>
                  </a:lnTo>
                  <a:lnTo>
                    <a:pt x="38100" y="0"/>
                  </a:lnTo>
                  <a:lnTo>
                    <a:pt x="476250" y="0"/>
                  </a:lnTo>
                  <a:lnTo>
                    <a:pt x="476250" y="9525"/>
                  </a:lnTo>
                  <a:lnTo>
                    <a:pt x="476250" y="0"/>
                  </a:lnTo>
                  <a:cubicBezTo>
                    <a:pt x="481330" y="0"/>
                    <a:pt x="486156" y="1016"/>
                    <a:pt x="490855" y="2921"/>
                  </a:cubicBezTo>
                  <a:lnTo>
                    <a:pt x="487172" y="11684"/>
                  </a:lnTo>
                  <a:lnTo>
                    <a:pt x="490855" y="2921"/>
                  </a:lnTo>
                  <a:cubicBezTo>
                    <a:pt x="495554" y="4826"/>
                    <a:pt x="499618" y="7620"/>
                    <a:pt x="503174" y="11176"/>
                  </a:cubicBezTo>
                  <a:lnTo>
                    <a:pt x="496443" y="17907"/>
                  </a:lnTo>
                  <a:lnTo>
                    <a:pt x="503174" y="11176"/>
                  </a:lnTo>
                  <a:cubicBezTo>
                    <a:pt x="506730" y="14732"/>
                    <a:pt x="509524" y="18923"/>
                    <a:pt x="511429" y="23495"/>
                  </a:cubicBezTo>
                  <a:cubicBezTo>
                    <a:pt x="513334" y="28194"/>
                    <a:pt x="514350" y="33020"/>
                    <a:pt x="514350" y="38100"/>
                  </a:cubicBezTo>
                  <a:lnTo>
                    <a:pt x="514350" y="476250"/>
                  </a:lnTo>
                  <a:cubicBezTo>
                    <a:pt x="514350" y="481330"/>
                    <a:pt x="513334" y="486156"/>
                    <a:pt x="511429" y="490855"/>
                  </a:cubicBezTo>
                  <a:cubicBezTo>
                    <a:pt x="509524" y="495554"/>
                    <a:pt x="506730" y="499618"/>
                    <a:pt x="503174" y="503174"/>
                  </a:cubicBezTo>
                  <a:cubicBezTo>
                    <a:pt x="499618" y="506730"/>
                    <a:pt x="495427" y="509524"/>
                    <a:pt x="490855" y="511429"/>
                  </a:cubicBezTo>
                  <a:cubicBezTo>
                    <a:pt x="486156" y="513334"/>
                    <a:pt x="481330" y="514350"/>
                    <a:pt x="476250" y="514350"/>
                  </a:cubicBezTo>
                  <a:lnTo>
                    <a:pt x="38100" y="514350"/>
                  </a:lnTo>
                  <a:cubicBezTo>
                    <a:pt x="33020" y="514350"/>
                    <a:pt x="28194" y="513334"/>
                    <a:pt x="23495" y="511429"/>
                  </a:cubicBezTo>
                  <a:lnTo>
                    <a:pt x="27178" y="502666"/>
                  </a:lnTo>
                  <a:lnTo>
                    <a:pt x="23495" y="511429"/>
                  </a:lnTo>
                  <a:cubicBezTo>
                    <a:pt x="18796" y="509524"/>
                    <a:pt x="14732" y="506730"/>
                    <a:pt x="11176" y="503174"/>
                  </a:cubicBezTo>
                  <a:lnTo>
                    <a:pt x="17907" y="496443"/>
                  </a:lnTo>
                  <a:lnTo>
                    <a:pt x="11176" y="503174"/>
                  </a:lnTo>
                  <a:cubicBezTo>
                    <a:pt x="7620" y="499618"/>
                    <a:pt x="4826" y="495427"/>
                    <a:pt x="2921" y="490855"/>
                  </a:cubicBezTo>
                  <a:cubicBezTo>
                    <a:pt x="1016" y="486156"/>
                    <a:pt x="0" y="481330"/>
                    <a:pt x="0" y="476250"/>
                  </a:cubicBezTo>
                  <a:lnTo>
                    <a:pt x="9525" y="476250"/>
                  </a:lnTo>
                  <a:lnTo>
                    <a:pt x="0" y="476250"/>
                  </a:lnTo>
                  <a:moveTo>
                    <a:pt x="19050" y="476250"/>
                  </a:moveTo>
                  <a:cubicBezTo>
                    <a:pt x="19050" y="478790"/>
                    <a:pt x="19558" y="481203"/>
                    <a:pt x="20447" y="483489"/>
                  </a:cubicBezTo>
                  <a:lnTo>
                    <a:pt x="11684" y="487172"/>
                  </a:lnTo>
                  <a:lnTo>
                    <a:pt x="20447" y="483489"/>
                  </a:lnTo>
                  <a:cubicBezTo>
                    <a:pt x="21463" y="485775"/>
                    <a:pt x="22733" y="487934"/>
                    <a:pt x="24638" y="489712"/>
                  </a:cubicBezTo>
                  <a:cubicBezTo>
                    <a:pt x="26416" y="491490"/>
                    <a:pt x="28448" y="492887"/>
                    <a:pt x="30861" y="493903"/>
                  </a:cubicBezTo>
                  <a:cubicBezTo>
                    <a:pt x="33274" y="494919"/>
                    <a:pt x="35560" y="495300"/>
                    <a:pt x="38100" y="495300"/>
                  </a:cubicBezTo>
                  <a:lnTo>
                    <a:pt x="38100" y="504825"/>
                  </a:lnTo>
                  <a:lnTo>
                    <a:pt x="38100" y="495300"/>
                  </a:lnTo>
                  <a:lnTo>
                    <a:pt x="476250" y="495300"/>
                  </a:lnTo>
                  <a:lnTo>
                    <a:pt x="476250" y="504825"/>
                  </a:lnTo>
                  <a:lnTo>
                    <a:pt x="476250" y="495300"/>
                  </a:lnTo>
                  <a:cubicBezTo>
                    <a:pt x="478790" y="495300"/>
                    <a:pt x="481203" y="494792"/>
                    <a:pt x="483489" y="493903"/>
                  </a:cubicBezTo>
                  <a:lnTo>
                    <a:pt x="487172" y="502666"/>
                  </a:lnTo>
                  <a:lnTo>
                    <a:pt x="483489" y="493903"/>
                  </a:lnTo>
                  <a:cubicBezTo>
                    <a:pt x="485775" y="492887"/>
                    <a:pt x="487934" y="491617"/>
                    <a:pt x="489712" y="489712"/>
                  </a:cubicBezTo>
                  <a:lnTo>
                    <a:pt x="496443" y="496443"/>
                  </a:lnTo>
                  <a:lnTo>
                    <a:pt x="489712" y="489712"/>
                  </a:lnTo>
                  <a:cubicBezTo>
                    <a:pt x="491490" y="487934"/>
                    <a:pt x="492887" y="485902"/>
                    <a:pt x="493903" y="483489"/>
                  </a:cubicBezTo>
                  <a:lnTo>
                    <a:pt x="502666" y="487172"/>
                  </a:lnTo>
                  <a:lnTo>
                    <a:pt x="493903" y="483489"/>
                  </a:lnTo>
                  <a:cubicBezTo>
                    <a:pt x="494919" y="481203"/>
                    <a:pt x="495300" y="478790"/>
                    <a:pt x="495300" y="476250"/>
                  </a:cubicBezTo>
                  <a:lnTo>
                    <a:pt x="504825" y="476250"/>
                  </a:lnTo>
                  <a:lnTo>
                    <a:pt x="495300" y="476250"/>
                  </a:lnTo>
                  <a:lnTo>
                    <a:pt x="495300" y="38100"/>
                  </a:lnTo>
                  <a:lnTo>
                    <a:pt x="504825" y="38100"/>
                  </a:lnTo>
                  <a:lnTo>
                    <a:pt x="495300" y="38100"/>
                  </a:lnTo>
                  <a:cubicBezTo>
                    <a:pt x="495300" y="35560"/>
                    <a:pt x="494792" y="33147"/>
                    <a:pt x="493903" y="30861"/>
                  </a:cubicBezTo>
                  <a:lnTo>
                    <a:pt x="502666" y="27178"/>
                  </a:lnTo>
                  <a:lnTo>
                    <a:pt x="493903" y="30861"/>
                  </a:lnTo>
                  <a:cubicBezTo>
                    <a:pt x="492887" y="28575"/>
                    <a:pt x="491617" y="26416"/>
                    <a:pt x="489712" y="24638"/>
                  </a:cubicBezTo>
                  <a:cubicBezTo>
                    <a:pt x="487934" y="22860"/>
                    <a:pt x="485902" y="21463"/>
                    <a:pt x="483489" y="20447"/>
                  </a:cubicBezTo>
                  <a:cubicBezTo>
                    <a:pt x="481203" y="19431"/>
                    <a:pt x="478790" y="19050"/>
                    <a:pt x="476250" y="19050"/>
                  </a:cubicBezTo>
                  <a:lnTo>
                    <a:pt x="38100" y="19050"/>
                  </a:lnTo>
                  <a:cubicBezTo>
                    <a:pt x="35560" y="19050"/>
                    <a:pt x="33147" y="19558"/>
                    <a:pt x="30861" y="20447"/>
                  </a:cubicBezTo>
                  <a:cubicBezTo>
                    <a:pt x="28575" y="21463"/>
                    <a:pt x="26416" y="22733"/>
                    <a:pt x="24638" y="24638"/>
                  </a:cubicBezTo>
                  <a:cubicBezTo>
                    <a:pt x="22860" y="26416"/>
                    <a:pt x="21463" y="28448"/>
                    <a:pt x="20447" y="30861"/>
                  </a:cubicBezTo>
                  <a:cubicBezTo>
                    <a:pt x="19431" y="33274"/>
                    <a:pt x="19050" y="35560"/>
                    <a:pt x="19050" y="38100"/>
                  </a:cubicBezTo>
                  <a:lnTo>
                    <a:pt x="19050" y="476250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10235" y="621665"/>
              <a:ext cx="193294" cy="200406"/>
            </a:xfrm>
            <a:custGeom>
              <a:avLst/>
              <a:gdLst/>
              <a:ahLst/>
              <a:cxnLst/>
              <a:rect r="r" b="b" t="t" l="l"/>
              <a:pathLst>
                <a:path h="200406" w="193294">
                  <a:moveTo>
                    <a:pt x="108077" y="160020"/>
                  </a:moveTo>
                  <a:lnTo>
                    <a:pt x="108077" y="105283"/>
                  </a:lnTo>
                  <a:lnTo>
                    <a:pt x="166497" y="105283"/>
                  </a:lnTo>
                  <a:lnTo>
                    <a:pt x="166497" y="160020"/>
                  </a:lnTo>
                  <a:lnTo>
                    <a:pt x="108077" y="160020"/>
                  </a:lnTo>
                  <a:close/>
                  <a:moveTo>
                    <a:pt x="26289" y="105283"/>
                  </a:moveTo>
                  <a:lnTo>
                    <a:pt x="81661" y="105283"/>
                  </a:lnTo>
                  <a:lnTo>
                    <a:pt x="81661" y="160020"/>
                  </a:lnTo>
                  <a:lnTo>
                    <a:pt x="26162" y="160020"/>
                  </a:lnTo>
                  <a:lnTo>
                    <a:pt x="26162" y="105283"/>
                  </a:lnTo>
                  <a:close/>
                  <a:moveTo>
                    <a:pt x="81534" y="25908"/>
                  </a:moveTo>
                  <a:lnTo>
                    <a:pt x="81534" y="78867"/>
                  </a:lnTo>
                  <a:lnTo>
                    <a:pt x="26162" y="78867"/>
                  </a:lnTo>
                  <a:lnTo>
                    <a:pt x="26162" y="25908"/>
                  </a:lnTo>
                  <a:lnTo>
                    <a:pt x="81534" y="25908"/>
                  </a:lnTo>
                  <a:close/>
                  <a:moveTo>
                    <a:pt x="166370" y="78867"/>
                  </a:moveTo>
                  <a:lnTo>
                    <a:pt x="107950" y="78867"/>
                  </a:lnTo>
                  <a:lnTo>
                    <a:pt x="107950" y="25908"/>
                  </a:lnTo>
                  <a:lnTo>
                    <a:pt x="166370" y="25908"/>
                  </a:lnTo>
                  <a:lnTo>
                    <a:pt x="166370" y="78867"/>
                  </a:lnTo>
                  <a:close/>
                  <a:moveTo>
                    <a:pt x="0" y="0"/>
                  </a:moveTo>
                  <a:lnTo>
                    <a:pt x="0" y="200406"/>
                  </a:lnTo>
                  <a:lnTo>
                    <a:pt x="26162" y="200406"/>
                  </a:lnTo>
                  <a:lnTo>
                    <a:pt x="26162" y="186436"/>
                  </a:lnTo>
                  <a:lnTo>
                    <a:pt x="166370" y="186436"/>
                  </a:lnTo>
                  <a:lnTo>
                    <a:pt x="166370" y="200406"/>
                  </a:lnTo>
                  <a:lnTo>
                    <a:pt x="193294" y="200406"/>
                  </a:lnTo>
                  <a:lnTo>
                    <a:pt x="19329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07997" y="4013197"/>
            <a:ext cx="11175997" cy="2336797"/>
            <a:chOff x="0" y="0"/>
            <a:chExt cx="11176000" cy="2336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0" y="63500"/>
              <a:ext cx="5381752" cy="2210054"/>
            </a:xfrm>
            <a:custGeom>
              <a:avLst/>
              <a:gdLst/>
              <a:ahLst/>
              <a:cxnLst/>
              <a:rect r="r" b="b" t="t" l="l"/>
              <a:pathLst>
                <a:path h="2210054" w="5381752">
                  <a:moveTo>
                    <a:pt x="0" y="2152650"/>
                  </a:moveTo>
                  <a:lnTo>
                    <a:pt x="0" y="57150"/>
                  </a:ln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620" y="28575"/>
                    <a:pt x="9779" y="25400"/>
                  </a:cubicBezTo>
                  <a:cubicBezTo>
                    <a:pt x="11938" y="22225"/>
                    <a:pt x="14224" y="19431"/>
                    <a:pt x="16891" y="16764"/>
                  </a:cubicBezTo>
                  <a:cubicBezTo>
                    <a:pt x="19558" y="14097"/>
                    <a:pt x="22479" y="11684"/>
                    <a:pt x="25527" y="9652"/>
                  </a:cubicBezTo>
                  <a:cubicBezTo>
                    <a:pt x="28575" y="7620"/>
                    <a:pt x="32004" y="5842"/>
                    <a:pt x="35433" y="4318"/>
                  </a:cubicBezTo>
                  <a:cubicBezTo>
                    <a:pt x="38862" y="2794"/>
                    <a:pt x="42418" y="1778"/>
                    <a:pt x="46101" y="1016"/>
                  </a:cubicBezTo>
                  <a:cubicBezTo>
                    <a:pt x="49784" y="254"/>
                    <a:pt x="53340" y="0"/>
                    <a:pt x="57150" y="0"/>
                  </a:cubicBezTo>
                  <a:lnTo>
                    <a:pt x="5324475" y="0"/>
                  </a:lnTo>
                  <a:cubicBezTo>
                    <a:pt x="5328285" y="0"/>
                    <a:pt x="5331968" y="381"/>
                    <a:pt x="5335651" y="1143"/>
                  </a:cubicBezTo>
                  <a:cubicBezTo>
                    <a:pt x="5339334" y="1905"/>
                    <a:pt x="5342890" y="2921"/>
                    <a:pt x="5346319" y="4445"/>
                  </a:cubicBezTo>
                  <a:cubicBezTo>
                    <a:pt x="5349748" y="5969"/>
                    <a:pt x="5353050" y="7620"/>
                    <a:pt x="5356225" y="9779"/>
                  </a:cubicBezTo>
                  <a:cubicBezTo>
                    <a:pt x="5359400" y="11938"/>
                    <a:pt x="5362194" y="14224"/>
                    <a:pt x="5364861" y="16891"/>
                  </a:cubicBezTo>
                  <a:cubicBezTo>
                    <a:pt x="5367528" y="19558"/>
                    <a:pt x="5369941" y="22479"/>
                    <a:pt x="5371973" y="25527"/>
                  </a:cubicBezTo>
                  <a:cubicBezTo>
                    <a:pt x="5374005" y="28575"/>
                    <a:pt x="5375783" y="32004"/>
                    <a:pt x="5377307" y="35433"/>
                  </a:cubicBezTo>
                  <a:cubicBezTo>
                    <a:pt x="5378831" y="38862"/>
                    <a:pt x="5379847" y="42418"/>
                    <a:pt x="5380609" y="46101"/>
                  </a:cubicBezTo>
                  <a:cubicBezTo>
                    <a:pt x="5381371" y="49784"/>
                    <a:pt x="5381752" y="53467"/>
                    <a:pt x="5381752" y="57277"/>
                  </a:cubicBezTo>
                  <a:lnTo>
                    <a:pt x="5381752" y="2152777"/>
                  </a:lnTo>
                  <a:cubicBezTo>
                    <a:pt x="5381752" y="2156587"/>
                    <a:pt x="5381371" y="2160270"/>
                    <a:pt x="5380609" y="2163953"/>
                  </a:cubicBezTo>
                  <a:cubicBezTo>
                    <a:pt x="5379847" y="2167636"/>
                    <a:pt x="5378831" y="2171192"/>
                    <a:pt x="5377307" y="2174621"/>
                  </a:cubicBezTo>
                  <a:cubicBezTo>
                    <a:pt x="5375783" y="2178050"/>
                    <a:pt x="5374132" y="2181352"/>
                    <a:pt x="5371973" y="2184527"/>
                  </a:cubicBezTo>
                  <a:cubicBezTo>
                    <a:pt x="5369814" y="2187702"/>
                    <a:pt x="5367528" y="2190496"/>
                    <a:pt x="5364861" y="2193163"/>
                  </a:cubicBezTo>
                  <a:cubicBezTo>
                    <a:pt x="5362194" y="2195830"/>
                    <a:pt x="5359273" y="2198243"/>
                    <a:pt x="5356225" y="2200275"/>
                  </a:cubicBezTo>
                  <a:cubicBezTo>
                    <a:pt x="5353177" y="2202307"/>
                    <a:pt x="5349875" y="2204085"/>
                    <a:pt x="5346319" y="2205609"/>
                  </a:cubicBezTo>
                  <a:cubicBezTo>
                    <a:pt x="5342763" y="2207133"/>
                    <a:pt x="5339334" y="2208149"/>
                    <a:pt x="5335651" y="2208911"/>
                  </a:cubicBezTo>
                  <a:cubicBezTo>
                    <a:pt x="5331968" y="2209673"/>
                    <a:pt x="5328285" y="2210054"/>
                    <a:pt x="5324475" y="2210054"/>
                  </a:cubicBezTo>
                  <a:lnTo>
                    <a:pt x="57150" y="2210054"/>
                  </a:lnTo>
                  <a:cubicBezTo>
                    <a:pt x="53340" y="2210054"/>
                    <a:pt x="49657" y="2209673"/>
                    <a:pt x="45974" y="2208911"/>
                  </a:cubicBezTo>
                  <a:cubicBezTo>
                    <a:pt x="42291" y="2208149"/>
                    <a:pt x="38735" y="2207133"/>
                    <a:pt x="35306" y="2205609"/>
                  </a:cubicBezTo>
                  <a:cubicBezTo>
                    <a:pt x="31877" y="2204085"/>
                    <a:pt x="28575" y="2202434"/>
                    <a:pt x="25400" y="2200275"/>
                  </a:cubicBezTo>
                  <a:cubicBezTo>
                    <a:pt x="22225" y="2198116"/>
                    <a:pt x="19431" y="2195830"/>
                    <a:pt x="16764" y="2193163"/>
                  </a:cubicBezTo>
                  <a:cubicBezTo>
                    <a:pt x="14097" y="2190496"/>
                    <a:pt x="11684" y="2187575"/>
                    <a:pt x="9652" y="2184527"/>
                  </a:cubicBezTo>
                  <a:cubicBezTo>
                    <a:pt x="7620" y="2181479"/>
                    <a:pt x="5842" y="2178050"/>
                    <a:pt x="4318" y="2174621"/>
                  </a:cubicBezTo>
                  <a:cubicBezTo>
                    <a:pt x="2794" y="2171192"/>
                    <a:pt x="1778" y="2167636"/>
                    <a:pt x="1016" y="2163953"/>
                  </a:cubicBezTo>
                  <a:cubicBezTo>
                    <a:pt x="254" y="2160270"/>
                    <a:pt x="0" y="2156460"/>
                    <a:pt x="0" y="215265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5730748" y="63373"/>
              <a:ext cx="5381879" cy="2210054"/>
            </a:xfrm>
            <a:custGeom>
              <a:avLst/>
              <a:gdLst/>
              <a:ahLst/>
              <a:cxnLst/>
              <a:rect r="r" b="b" t="t" l="l"/>
              <a:pathLst>
                <a:path h="2210054" w="5381879">
                  <a:moveTo>
                    <a:pt x="127" y="2152777"/>
                  </a:moveTo>
                  <a:lnTo>
                    <a:pt x="127" y="57277"/>
                  </a:lnTo>
                  <a:cubicBezTo>
                    <a:pt x="127" y="53467"/>
                    <a:pt x="508" y="49784"/>
                    <a:pt x="1270" y="46101"/>
                  </a:cubicBezTo>
                  <a:cubicBezTo>
                    <a:pt x="2032" y="42418"/>
                    <a:pt x="3048" y="38862"/>
                    <a:pt x="4572" y="35433"/>
                  </a:cubicBezTo>
                  <a:cubicBezTo>
                    <a:pt x="6096" y="32004"/>
                    <a:pt x="7747" y="28702"/>
                    <a:pt x="9906" y="25527"/>
                  </a:cubicBezTo>
                  <a:cubicBezTo>
                    <a:pt x="12065" y="22352"/>
                    <a:pt x="14351" y="19558"/>
                    <a:pt x="17018" y="16891"/>
                  </a:cubicBezTo>
                  <a:cubicBezTo>
                    <a:pt x="19685" y="14224"/>
                    <a:pt x="22606" y="11811"/>
                    <a:pt x="25654" y="9779"/>
                  </a:cubicBezTo>
                  <a:cubicBezTo>
                    <a:pt x="28702" y="7747"/>
                    <a:pt x="32131" y="5969"/>
                    <a:pt x="35560" y="4445"/>
                  </a:cubicBezTo>
                  <a:cubicBezTo>
                    <a:pt x="38989" y="2921"/>
                    <a:pt x="42545" y="1905"/>
                    <a:pt x="46228" y="1143"/>
                  </a:cubicBezTo>
                  <a:cubicBezTo>
                    <a:pt x="49911" y="381"/>
                    <a:pt x="53594" y="0"/>
                    <a:pt x="57404" y="0"/>
                  </a:cubicBezTo>
                  <a:lnTo>
                    <a:pt x="5324602" y="0"/>
                  </a:lnTo>
                  <a:cubicBezTo>
                    <a:pt x="5328412" y="0"/>
                    <a:pt x="5332095" y="381"/>
                    <a:pt x="5335778" y="1143"/>
                  </a:cubicBezTo>
                  <a:cubicBezTo>
                    <a:pt x="5339461" y="1905"/>
                    <a:pt x="5343017" y="2921"/>
                    <a:pt x="5346446" y="4445"/>
                  </a:cubicBezTo>
                  <a:cubicBezTo>
                    <a:pt x="5349875" y="5969"/>
                    <a:pt x="5353177" y="7620"/>
                    <a:pt x="5356352" y="9779"/>
                  </a:cubicBezTo>
                  <a:cubicBezTo>
                    <a:pt x="5359527" y="11938"/>
                    <a:pt x="5362321" y="14224"/>
                    <a:pt x="5364988" y="16891"/>
                  </a:cubicBezTo>
                  <a:cubicBezTo>
                    <a:pt x="5367655" y="19558"/>
                    <a:pt x="5370068" y="22479"/>
                    <a:pt x="5372100" y="25527"/>
                  </a:cubicBezTo>
                  <a:cubicBezTo>
                    <a:pt x="5374132" y="28575"/>
                    <a:pt x="5375910" y="32004"/>
                    <a:pt x="5377434" y="35433"/>
                  </a:cubicBezTo>
                  <a:cubicBezTo>
                    <a:pt x="5378958" y="38862"/>
                    <a:pt x="5379974" y="42418"/>
                    <a:pt x="5380736" y="46101"/>
                  </a:cubicBezTo>
                  <a:cubicBezTo>
                    <a:pt x="5381498" y="49784"/>
                    <a:pt x="5381879" y="53467"/>
                    <a:pt x="5381879" y="57277"/>
                  </a:cubicBezTo>
                  <a:lnTo>
                    <a:pt x="5381879" y="2152777"/>
                  </a:lnTo>
                  <a:cubicBezTo>
                    <a:pt x="5381879" y="2156587"/>
                    <a:pt x="5381498" y="2160270"/>
                    <a:pt x="5380736" y="2163953"/>
                  </a:cubicBezTo>
                  <a:cubicBezTo>
                    <a:pt x="5379974" y="2167636"/>
                    <a:pt x="5378958" y="2171192"/>
                    <a:pt x="5377434" y="2174621"/>
                  </a:cubicBezTo>
                  <a:cubicBezTo>
                    <a:pt x="5375910" y="2178050"/>
                    <a:pt x="5374259" y="2181352"/>
                    <a:pt x="5372100" y="2184527"/>
                  </a:cubicBezTo>
                  <a:cubicBezTo>
                    <a:pt x="5369941" y="2187702"/>
                    <a:pt x="5367655" y="2190496"/>
                    <a:pt x="5364988" y="2193163"/>
                  </a:cubicBezTo>
                  <a:cubicBezTo>
                    <a:pt x="5362321" y="2195830"/>
                    <a:pt x="5359400" y="2198243"/>
                    <a:pt x="5356352" y="2200275"/>
                  </a:cubicBezTo>
                  <a:cubicBezTo>
                    <a:pt x="5353304" y="2202307"/>
                    <a:pt x="5350002" y="2204085"/>
                    <a:pt x="5346446" y="2205609"/>
                  </a:cubicBezTo>
                  <a:cubicBezTo>
                    <a:pt x="5342890" y="2207133"/>
                    <a:pt x="5339461" y="2208149"/>
                    <a:pt x="5335778" y="2208911"/>
                  </a:cubicBezTo>
                  <a:cubicBezTo>
                    <a:pt x="5332095" y="2209673"/>
                    <a:pt x="5328412" y="2210054"/>
                    <a:pt x="5324602" y="2210054"/>
                  </a:cubicBezTo>
                  <a:lnTo>
                    <a:pt x="57277" y="2210054"/>
                  </a:lnTo>
                  <a:cubicBezTo>
                    <a:pt x="53467" y="2210054"/>
                    <a:pt x="49784" y="2209673"/>
                    <a:pt x="46101" y="2208911"/>
                  </a:cubicBezTo>
                  <a:cubicBezTo>
                    <a:pt x="42418" y="2208149"/>
                    <a:pt x="38862" y="2207133"/>
                    <a:pt x="35433" y="2205609"/>
                  </a:cubicBezTo>
                  <a:cubicBezTo>
                    <a:pt x="32004" y="2204085"/>
                    <a:pt x="28702" y="2202434"/>
                    <a:pt x="25527" y="2200275"/>
                  </a:cubicBezTo>
                  <a:cubicBezTo>
                    <a:pt x="22352" y="2198116"/>
                    <a:pt x="19558" y="2195830"/>
                    <a:pt x="16891" y="2193163"/>
                  </a:cubicBezTo>
                  <a:cubicBezTo>
                    <a:pt x="14224" y="2190496"/>
                    <a:pt x="11811" y="2187575"/>
                    <a:pt x="9779" y="2184527"/>
                  </a:cubicBezTo>
                  <a:cubicBezTo>
                    <a:pt x="7747" y="2181479"/>
                    <a:pt x="5969" y="2178050"/>
                    <a:pt x="4445" y="2174621"/>
                  </a:cubicBezTo>
                  <a:cubicBezTo>
                    <a:pt x="2921" y="2171192"/>
                    <a:pt x="1905" y="2167636"/>
                    <a:pt x="1143" y="2163953"/>
                  </a:cubicBezTo>
                  <a:cubicBezTo>
                    <a:pt x="381" y="2160270"/>
                    <a:pt x="0" y="2156587"/>
                    <a:pt x="0" y="2152777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444500" y="444500"/>
              <a:ext cx="514350" cy="514350"/>
            </a:xfrm>
            <a:custGeom>
              <a:avLst/>
              <a:gdLst/>
              <a:ahLst/>
              <a:cxnLst/>
              <a:rect r="r" b="b" t="t" l="l"/>
              <a:pathLst>
                <a:path h="514350" w="514350">
                  <a:moveTo>
                    <a:pt x="0" y="476250"/>
                  </a:moveTo>
                  <a:lnTo>
                    <a:pt x="0" y="38100"/>
                  </a:lnTo>
                  <a:lnTo>
                    <a:pt x="9525" y="38100"/>
                  </a:ln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lnTo>
                    <a:pt x="11684" y="27178"/>
                  </a:lnTo>
                  <a:lnTo>
                    <a:pt x="2921" y="23495"/>
                  </a:lnTo>
                  <a:cubicBezTo>
                    <a:pt x="4826" y="18796"/>
                    <a:pt x="7620" y="14732"/>
                    <a:pt x="11176" y="11176"/>
                  </a:cubicBezTo>
                  <a:lnTo>
                    <a:pt x="17907" y="17907"/>
                  </a:lnTo>
                  <a:lnTo>
                    <a:pt x="11176" y="11176"/>
                  </a:lnTo>
                  <a:cubicBezTo>
                    <a:pt x="14732" y="7620"/>
                    <a:pt x="18923" y="4826"/>
                    <a:pt x="23495" y="2921"/>
                  </a:cubicBezTo>
                  <a:cubicBezTo>
                    <a:pt x="28194" y="1016"/>
                    <a:pt x="33020" y="0"/>
                    <a:pt x="38100" y="0"/>
                  </a:cubicBezTo>
                  <a:lnTo>
                    <a:pt x="38100" y="9525"/>
                  </a:lnTo>
                  <a:lnTo>
                    <a:pt x="38100" y="0"/>
                  </a:lnTo>
                  <a:lnTo>
                    <a:pt x="476250" y="0"/>
                  </a:lnTo>
                  <a:lnTo>
                    <a:pt x="476250" y="9525"/>
                  </a:lnTo>
                  <a:lnTo>
                    <a:pt x="476250" y="0"/>
                  </a:lnTo>
                  <a:cubicBezTo>
                    <a:pt x="481330" y="0"/>
                    <a:pt x="486156" y="1016"/>
                    <a:pt x="490855" y="2921"/>
                  </a:cubicBezTo>
                  <a:cubicBezTo>
                    <a:pt x="495554" y="4826"/>
                    <a:pt x="499618" y="7620"/>
                    <a:pt x="503174" y="11176"/>
                  </a:cubicBezTo>
                  <a:cubicBezTo>
                    <a:pt x="506730" y="14732"/>
                    <a:pt x="509524" y="18923"/>
                    <a:pt x="511429" y="23495"/>
                  </a:cubicBezTo>
                  <a:cubicBezTo>
                    <a:pt x="513334" y="28194"/>
                    <a:pt x="514350" y="33020"/>
                    <a:pt x="514350" y="38100"/>
                  </a:cubicBezTo>
                  <a:lnTo>
                    <a:pt x="514350" y="476250"/>
                  </a:lnTo>
                  <a:cubicBezTo>
                    <a:pt x="514350" y="481330"/>
                    <a:pt x="513334" y="486156"/>
                    <a:pt x="511429" y="490855"/>
                  </a:cubicBezTo>
                  <a:cubicBezTo>
                    <a:pt x="509524" y="495554"/>
                    <a:pt x="506730" y="499618"/>
                    <a:pt x="503174" y="503174"/>
                  </a:cubicBezTo>
                  <a:cubicBezTo>
                    <a:pt x="499618" y="506730"/>
                    <a:pt x="495427" y="509524"/>
                    <a:pt x="490855" y="511429"/>
                  </a:cubicBezTo>
                  <a:lnTo>
                    <a:pt x="487172" y="502666"/>
                  </a:lnTo>
                  <a:lnTo>
                    <a:pt x="490855" y="511429"/>
                  </a:lnTo>
                  <a:cubicBezTo>
                    <a:pt x="486156" y="513334"/>
                    <a:pt x="481330" y="514350"/>
                    <a:pt x="476250" y="514350"/>
                  </a:cubicBezTo>
                  <a:lnTo>
                    <a:pt x="38100" y="514350"/>
                  </a:lnTo>
                  <a:cubicBezTo>
                    <a:pt x="33020" y="514350"/>
                    <a:pt x="28194" y="513334"/>
                    <a:pt x="23495" y="511429"/>
                  </a:cubicBezTo>
                  <a:lnTo>
                    <a:pt x="27178" y="502666"/>
                  </a:lnTo>
                  <a:lnTo>
                    <a:pt x="23495" y="511429"/>
                  </a:lnTo>
                  <a:cubicBezTo>
                    <a:pt x="18796" y="509524"/>
                    <a:pt x="14732" y="506730"/>
                    <a:pt x="11176" y="503174"/>
                  </a:cubicBezTo>
                  <a:lnTo>
                    <a:pt x="17907" y="496443"/>
                  </a:lnTo>
                  <a:lnTo>
                    <a:pt x="11176" y="503174"/>
                  </a:lnTo>
                  <a:cubicBezTo>
                    <a:pt x="7620" y="499618"/>
                    <a:pt x="4826" y="495427"/>
                    <a:pt x="2921" y="490855"/>
                  </a:cubicBezTo>
                  <a:lnTo>
                    <a:pt x="11684" y="487172"/>
                  </a:lnTo>
                  <a:lnTo>
                    <a:pt x="2921" y="490855"/>
                  </a:lnTo>
                  <a:cubicBezTo>
                    <a:pt x="1016" y="486156"/>
                    <a:pt x="0" y="481330"/>
                    <a:pt x="0" y="476250"/>
                  </a:cubicBezTo>
                  <a:lnTo>
                    <a:pt x="9525" y="476250"/>
                  </a:lnTo>
                  <a:lnTo>
                    <a:pt x="0" y="476250"/>
                  </a:lnTo>
                  <a:moveTo>
                    <a:pt x="19050" y="476250"/>
                  </a:moveTo>
                  <a:cubicBezTo>
                    <a:pt x="19050" y="478790"/>
                    <a:pt x="19558" y="481203"/>
                    <a:pt x="20447" y="483489"/>
                  </a:cubicBezTo>
                  <a:cubicBezTo>
                    <a:pt x="21463" y="485775"/>
                    <a:pt x="22733" y="487934"/>
                    <a:pt x="24638" y="489712"/>
                  </a:cubicBezTo>
                  <a:cubicBezTo>
                    <a:pt x="26416" y="491490"/>
                    <a:pt x="28448" y="492887"/>
                    <a:pt x="30861" y="493903"/>
                  </a:cubicBezTo>
                  <a:cubicBezTo>
                    <a:pt x="33147" y="494919"/>
                    <a:pt x="35560" y="495300"/>
                    <a:pt x="38100" y="495300"/>
                  </a:cubicBezTo>
                  <a:lnTo>
                    <a:pt x="38100" y="504825"/>
                  </a:lnTo>
                  <a:lnTo>
                    <a:pt x="38100" y="495300"/>
                  </a:lnTo>
                  <a:lnTo>
                    <a:pt x="476250" y="495300"/>
                  </a:lnTo>
                  <a:lnTo>
                    <a:pt x="476250" y="504825"/>
                  </a:lnTo>
                  <a:lnTo>
                    <a:pt x="476250" y="495300"/>
                  </a:lnTo>
                  <a:cubicBezTo>
                    <a:pt x="478790" y="495300"/>
                    <a:pt x="481203" y="494792"/>
                    <a:pt x="483489" y="493903"/>
                  </a:cubicBezTo>
                  <a:cubicBezTo>
                    <a:pt x="485775" y="492887"/>
                    <a:pt x="487934" y="491617"/>
                    <a:pt x="489712" y="489712"/>
                  </a:cubicBezTo>
                  <a:lnTo>
                    <a:pt x="496443" y="496443"/>
                  </a:lnTo>
                  <a:lnTo>
                    <a:pt x="489712" y="489712"/>
                  </a:lnTo>
                  <a:cubicBezTo>
                    <a:pt x="491490" y="487934"/>
                    <a:pt x="492887" y="485902"/>
                    <a:pt x="493903" y="483489"/>
                  </a:cubicBezTo>
                  <a:lnTo>
                    <a:pt x="502666" y="487172"/>
                  </a:lnTo>
                  <a:lnTo>
                    <a:pt x="493903" y="483489"/>
                  </a:lnTo>
                  <a:cubicBezTo>
                    <a:pt x="494919" y="481203"/>
                    <a:pt x="495300" y="478790"/>
                    <a:pt x="495300" y="476250"/>
                  </a:cubicBezTo>
                  <a:lnTo>
                    <a:pt x="504825" y="476250"/>
                  </a:lnTo>
                  <a:lnTo>
                    <a:pt x="495300" y="476250"/>
                  </a:lnTo>
                  <a:lnTo>
                    <a:pt x="495300" y="38100"/>
                  </a:lnTo>
                  <a:lnTo>
                    <a:pt x="504825" y="38100"/>
                  </a:lnTo>
                  <a:lnTo>
                    <a:pt x="495300" y="38100"/>
                  </a:lnTo>
                  <a:cubicBezTo>
                    <a:pt x="495300" y="35560"/>
                    <a:pt x="494792" y="33147"/>
                    <a:pt x="493903" y="30861"/>
                  </a:cubicBezTo>
                  <a:lnTo>
                    <a:pt x="502666" y="27178"/>
                  </a:lnTo>
                  <a:lnTo>
                    <a:pt x="493903" y="30861"/>
                  </a:lnTo>
                  <a:cubicBezTo>
                    <a:pt x="492887" y="28575"/>
                    <a:pt x="491617" y="26416"/>
                    <a:pt x="489712" y="24638"/>
                  </a:cubicBezTo>
                  <a:lnTo>
                    <a:pt x="496443" y="17907"/>
                  </a:lnTo>
                  <a:lnTo>
                    <a:pt x="489712" y="24638"/>
                  </a:lnTo>
                  <a:cubicBezTo>
                    <a:pt x="487934" y="22860"/>
                    <a:pt x="485902" y="21463"/>
                    <a:pt x="483489" y="20447"/>
                  </a:cubicBezTo>
                  <a:lnTo>
                    <a:pt x="487172" y="11684"/>
                  </a:lnTo>
                  <a:lnTo>
                    <a:pt x="483489" y="20447"/>
                  </a:lnTo>
                  <a:cubicBezTo>
                    <a:pt x="481203" y="19431"/>
                    <a:pt x="478790" y="19050"/>
                    <a:pt x="476250" y="19050"/>
                  </a:cubicBezTo>
                  <a:lnTo>
                    <a:pt x="38100" y="19050"/>
                  </a:lnTo>
                  <a:cubicBezTo>
                    <a:pt x="35560" y="19050"/>
                    <a:pt x="33147" y="19558"/>
                    <a:pt x="30861" y="20447"/>
                  </a:cubicBezTo>
                  <a:lnTo>
                    <a:pt x="27178" y="11684"/>
                  </a:lnTo>
                  <a:lnTo>
                    <a:pt x="30861" y="20447"/>
                  </a:lnTo>
                  <a:cubicBezTo>
                    <a:pt x="28575" y="21463"/>
                    <a:pt x="26416" y="22733"/>
                    <a:pt x="24638" y="24638"/>
                  </a:cubicBezTo>
                  <a:cubicBezTo>
                    <a:pt x="22860" y="26416"/>
                    <a:pt x="21463" y="28448"/>
                    <a:pt x="20447" y="30861"/>
                  </a:cubicBezTo>
                  <a:cubicBezTo>
                    <a:pt x="19431" y="33274"/>
                    <a:pt x="19050" y="35560"/>
                    <a:pt x="19050" y="38100"/>
                  </a:cubicBezTo>
                  <a:lnTo>
                    <a:pt x="19050" y="476250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111875" y="444500"/>
              <a:ext cx="514350" cy="514350"/>
            </a:xfrm>
            <a:custGeom>
              <a:avLst/>
              <a:gdLst/>
              <a:ahLst/>
              <a:cxnLst/>
              <a:rect r="r" b="b" t="t" l="l"/>
              <a:pathLst>
                <a:path h="514350" w="514350">
                  <a:moveTo>
                    <a:pt x="0" y="476250"/>
                  </a:moveTo>
                  <a:lnTo>
                    <a:pt x="0" y="38100"/>
                  </a:lnTo>
                  <a:lnTo>
                    <a:pt x="9525" y="38100"/>
                  </a:ln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lnTo>
                    <a:pt x="11684" y="27178"/>
                  </a:lnTo>
                  <a:lnTo>
                    <a:pt x="2921" y="23495"/>
                  </a:lnTo>
                  <a:cubicBezTo>
                    <a:pt x="4826" y="18796"/>
                    <a:pt x="7620" y="14732"/>
                    <a:pt x="11176" y="11176"/>
                  </a:cubicBezTo>
                  <a:lnTo>
                    <a:pt x="17907" y="17907"/>
                  </a:lnTo>
                  <a:lnTo>
                    <a:pt x="11176" y="11176"/>
                  </a:lnTo>
                  <a:cubicBezTo>
                    <a:pt x="14732" y="7620"/>
                    <a:pt x="18923" y="4826"/>
                    <a:pt x="23495" y="2921"/>
                  </a:cubicBezTo>
                  <a:lnTo>
                    <a:pt x="27178" y="11684"/>
                  </a:lnTo>
                  <a:lnTo>
                    <a:pt x="23495" y="2921"/>
                  </a:lnTo>
                  <a:cubicBezTo>
                    <a:pt x="28194" y="1016"/>
                    <a:pt x="33020" y="0"/>
                    <a:pt x="38100" y="0"/>
                  </a:cubicBezTo>
                  <a:lnTo>
                    <a:pt x="38100" y="9525"/>
                  </a:lnTo>
                  <a:lnTo>
                    <a:pt x="38100" y="0"/>
                  </a:lnTo>
                  <a:lnTo>
                    <a:pt x="476250" y="0"/>
                  </a:lnTo>
                  <a:lnTo>
                    <a:pt x="476250" y="9525"/>
                  </a:lnTo>
                  <a:lnTo>
                    <a:pt x="476250" y="0"/>
                  </a:lnTo>
                  <a:cubicBezTo>
                    <a:pt x="481330" y="0"/>
                    <a:pt x="486156" y="1016"/>
                    <a:pt x="490855" y="2921"/>
                  </a:cubicBezTo>
                  <a:lnTo>
                    <a:pt x="487172" y="11684"/>
                  </a:lnTo>
                  <a:lnTo>
                    <a:pt x="490855" y="2921"/>
                  </a:lnTo>
                  <a:cubicBezTo>
                    <a:pt x="495554" y="4826"/>
                    <a:pt x="499618" y="7620"/>
                    <a:pt x="503174" y="11176"/>
                  </a:cubicBezTo>
                  <a:lnTo>
                    <a:pt x="496443" y="17907"/>
                  </a:lnTo>
                  <a:lnTo>
                    <a:pt x="503174" y="11176"/>
                  </a:lnTo>
                  <a:cubicBezTo>
                    <a:pt x="506730" y="14732"/>
                    <a:pt x="509524" y="18923"/>
                    <a:pt x="511429" y="23495"/>
                  </a:cubicBezTo>
                  <a:lnTo>
                    <a:pt x="502666" y="27178"/>
                  </a:lnTo>
                  <a:lnTo>
                    <a:pt x="511429" y="23495"/>
                  </a:lnTo>
                  <a:cubicBezTo>
                    <a:pt x="513334" y="28194"/>
                    <a:pt x="514350" y="33020"/>
                    <a:pt x="514350" y="38100"/>
                  </a:cubicBezTo>
                  <a:lnTo>
                    <a:pt x="514350" y="476250"/>
                  </a:lnTo>
                  <a:cubicBezTo>
                    <a:pt x="514350" y="481330"/>
                    <a:pt x="513334" y="486156"/>
                    <a:pt x="511429" y="490855"/>
                  </a:cubicBezTo>
                  <a:lnTo>
                    <a:pt x="502666" y="487172"/>
                  </a:lnTo>
                  <a:lnTo>
                    <a:pt x="511429" y="490855"/>
                  </a:lnTo>
                  <a:cubicBezTo>
                    <a:pt x="509524" y="495554"/>
                    <a:pt x="506730" y="499618"/>
                    <a:pt x="503174" y="503174"/>
                  </a:cubicBezTo>
                  <a:lnTo>
                    <a:pt x="496443" y="496443"/>
                  </a:lnTo>
                  <a:lnTo>
                    <a:pt x="503174" y="503174"/>
                  </a:lnTo>
                  <a:cubicBezTo>
                    <a:pt x="499618" y="506730"/>
                    <a:pt x="495427" y="509524"/>
                    <a:pt x="490855" y="511429"/>
                  </a:cubicBezTo>
                  <a:lnTo>
                    <a:pt x="487172" y="502666"/>
                  </a:lnTo>
                  <a:lnTo>
                    <a:pt x="490855" y="511429"/>
                  </a:lnTo>
                  <a:cubicBezTo>
                    <a:pt x="486156" y="513334"/>
                    <a:pt x="481330" y="514350"/>
                    <a:pt x="476250" y="514350"/>
                  </a:cubicBezTo>
                  <a:lnTo>
                    <a:pt x="38100" y="514350"/>
                  </a:lnTo>
                  <a:cubicBezTo>
                    <a:pt x="33020" y="514350"/>
                    <a:pt x="28194" y="513334"/>
                    <a:pt x="23495" y="511429"/>
                  </a:cubicBezTo>
                  <a:lnTo>
                    <a:pt x="27178" y="502666"/>
                  </a:lnTo>
                  <a:lnTo>
                    <a:pt x="23495" y="511429"/>
                  </a:lnTo>
                  <a:cubicBezTo>
                    <a:pt x="18796" y="509524"/>
                    <a:pt x="14732" y="506730"/>
                    <a:pt x="11176" y="503174"/>
                  </a:cubicBezTo>
                  <a:lnTo>
                    <a:pt x="17907" y="496443"/>
                  </a:lnTo>
                  <a:lnTo>
                    <a:pt x="11176" y="503174"/>
                  </a:lnTo>
                  <a:cubicBezTo>
                    <a:pt x="7620" y="499618"/>
                    <a:pt x="4826" y="495427"/>
                    <a:pt x="2921" y="490855"/>
                  </a:cubicBezTo>
                  <a:lnTo>
                    <a:pt x="11684" y="487172"/>
                  </a:lnTo>
                  <a:lnTo>
                    <a:pt x="2921" y="490855"/>
                  </a:lnTo>
                  <a:cubicBezTo>
                    <a:pt x="1016" y="486156"/>
                    <a:pt x="0" y="481330"/>
                    <a:pt x="0" y="476250"/>
                  </a:cubicBezTo>
                  <a:lnTo>
                    <a:pt x="9525" y="476250"/>
                  </a:lnTo>
                  <a:lnTo>
                    <a:pt x="0" y="476250"/>
                  </a:lnTo>
                  <a:moveTo>
                    <a:pt x="19050" y="476250"/>
                  </a:moveTo>
                  <a:cubicBezTo>
                    <a:pt x="19050" y="478790"/>
                    <a:pt x="19558" y="481203"/>
                    <a:pt x="20447" y="483489"/>
                  </a:cubicBezTo>
                  <a:cubicBezTo>
                    <a:pt x="21463" y="485775"/>
                    <a:pt x="22733" y="487934"/>
                    <a:pt x="24638" y="489712"/>
                  </a:cubicBezTo>
                  <a:cubicBezTo>
                    <a:pt x="26543" y="491490"/>
                    <a:pt x="28448" y="492887"/>
                    <a:pt x="30861" y="493903"/>
                  </a:cubicBezTo>
                  <a:cubicBezTo>
                    <a:pt x="33147" y="494919"/>
                    <a:pt x="35560" y="495300"/>
                    <a:pt x="38100" y="495300"/>
                  </a:cubicBezTo>
                  <a:lnTo>
                    <a:pt x="38100" y="504825"/>
                  </a:lnTo>
                  <a:lnTo>
                    <a:pt x="38100" y="495300"/>
                  </a:lnTo>
                  <a:lnTo>
                    <a:pt x="476250" y="495300"/>
                  </a:lnTo>
                  <a:lnTo>
                    <a:pt x="476250" y="504825"/>
                  </a:lnTo>
                  <a:lnTo>
                    <a:pt x="476250" y="495300"/>
                  </a:lnTo>
                  <a:cubicBezTo>
                    <a:pt x="478790" y="495300"/>
                    <a:pt x="481203" y="494792"/>
                    <a:pt x="483489" y="493903"/>
                  </a:cubicBezTo>
                  <a:cubicBezTo>
                    <a:pt x="485775" y="492887"/>
                    <a:pt x="487934" y="491617"/>
                    <a:pt x="489712" y="489712"/>
                  </a:cubicBezTo>
                  <a:cubicBezTo>
                    <a:pt x="491490" y="487807"/>
                    <a:pt x="492887" y="485902"/>
                    <a:pt x="493903" y="483489"/>
                  </a:cubicBezTo>
                  <a:cubicBezTo>
                    <a:pt x="494919" y="481203"/>
                    <a:pt x="495300" y="478790"/>
                    <a:pt x="495300" y="476250"/>
                  </a:cubicBezTo>
                  <a:lnTo>
                    <a:pt x="504825" y="476250"/>
                  </a:lnTo>
                  <a:lnTo>
                    <a:pt x="495300" y="476250"/>
                  </a:lnTo>
                  <a:lnTo>
                    <a:pt x="495300" y="38100"/>
                  </a:lnTo>
                  <a:lnTo>
                    <a:pt x="504825" y="38100"/>
                  </a:lnTo>
                  <a:lnTo>
                    <a:pt x="495300" y="38100"/>
                  </a:lnTo>
                  <a:cubicBezTo>
                    <a:pt x="495300" y="35560"/>
                    <a:pt x="494792" y="33147"/>
                    <a:pt x="493903" y="30861"/>
                  </a:cubicBezTo>
                  <a:cubicBezTo>
                    <a:pt x="492887" y="28575"/>
                    <a:pt x="491617" y="26416"/>
                    <a:pt x="489712" y="24638"/>
                  </a:cubicBezTo>
                  <a:cubicBezTo>
                    <a:pt x="487807" y="22860"/>
                    <a:pt x="485902" y="21463"/>
                    <a:pt x="483489" y="20447"/>
                  </a:cubicBezTo>
                  <a:cubicBezTo>
                    <a:pt x="481076" y="19431"/>
                    <a:pt x="478790" y="19050"/>
                    <a:pt x="476250" y="19050"/>
                  </a:cubicBezTo>
                  <a:lnTo>
                    <a:pt x="38100" y="19050"/>
                  </a:lnTo>
                  <a:cubicBezTo>
                    <a:pt x="35560" y="19050"/>
                    <a:pt x="33147" y="19558"/>
                    <a:pt x="30861" y="20447"/>
                  </a:cubicBezTo>
                  <a:cubicBezTo>
                    <a:pt x="28575" y="21463"/>
                    <a:pt x="26416" y="22733"/>
                    <a:pt x="24638" y="24638"/>
                  </a:cubicBezTo>
                  <a:cubicBezTo>
                    <a:pt x="22860" y="26543"/>
                    <a:pt x="21463" y="28448"/>
                    <a:pt x="20447" y="30861"/>
                  </a:cubicBezTo>
                  <a:cubicBezTo>
                    <a:pt x="19431" y="33274"/>
                    <a:pt x="19050" y="35560"/>
                    <a:pt x="19050" y="38100"/>
                  </a:cubicBezTo>
                  <a:lnTo>
                    <a:pt x="19050" y="476250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3500" y="2263775"/>
              <a:ext cx="11049000" cy="9525"/>
            </a:xfrm>
            <a:custGeom>
              <a:avLst/>
              <a:gdLst/>
              <a:ahLst/>
              <a:cxnLst/>
              <a:rect r="r" b="b" t="t" l="l"/>
              <a:pathLst>
                <a:path h="9525" w="11049000">
                  <a:moveTo>
                    <a:pt x="0" y="0"/>
                  </a:moveTo>
                  <a:lnTo>
                    <a:pt x="11049000" y="0"/>
                  </a:lnTo>
                  <a:lnTo>
                    <a:pt x="11049000" y="9525"/>
                  </a:lnTo>
                  <a:lnTo>
                    <a:pt x="0" y="9525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6175372" y="1517647"/>
            <a:ext cx="5508622" cy="2336797"/>
            <a:chOff x="0" y="0"/>
            <a:chExt cx="5508625" cy="2336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63500" y="63500"/>
              <a:ext cx="5381752" cy="2210054"/>
            </a:xfrm>
            <a:custGeom>
              <a:avLst/>
              <a:gdLst/>
              <a:ahLst/>
              <a:cxnLst/>
              <a:rect r="r" b="b" t="t" l="l"/>
              <a:pathLst>
                <a:path h="2210054" w="5381752">
                  <a:moveTo>
                    <a:pt x="0" y="2152650"/>
                  </a:moveTo>
                  <a:lnTo>
                    <a:pt x="0" y="57150"/>
                  </a:lnTo>
                  <a:cubicBezTo>
                    <a:pt x="0" y="53340"/>
                    <a:pt x="381" y="49657"/>
                    <a:pt x="1143" y="45974"/>
                  </a:cubicBezTo>
                  <a:cubicBezTo>
                    <a:pt x="1905" y="42291"/>
                    <a:pt x="2921" y="38735"/>
                    <a:pt x="4445" y="35306"/>
                  </a:cubicBezTo>
                  <a:cubicBezTo>
                    <a:pt x="5969" y="31877"/>
                    <a:pt x="7620" y="28575"/>
                    <a:pt x="9779" y="25400"/>
                  </a:cubicBezTo>
                  <a:cubicBezTo>
                    <a:pt x="11938" y="22225"/>
                    <a:pt x="14224" y="19431"/>
                    <a:pt x="16891" y="16764"/>
                  </a:cubicBezTo>
                  <a:cubicBezTo>
                    <a:pt x="19558" y="14097"/>
                    <a:pt x="22479" y="11684"/>
                    <a:pt x="25527" y="9652"/>
                  </a:cubicBezTo>
                  <a:cubicBezTo>
                    <a:pt x="28575" y="7620"/>
                    <a:pt x="32004" y="5842"/>
                    <a:pt x="35433" y="4318"/>
                  </a:cubicBezTo>
                  <a:cubicBezTo>
                    <a:pt x="38862" y="2794"/>
                    <a:pt x="42418" y="1778"/>
                    <a:pt x="46101" y="1016"/>
                  </a:cubicBezTo>
                  <a:cubicBezTo>
                    <a:pt x="49784" y="254"/>
                    <a:pt x="53340" y="0"/>
                    <a:pt x="57150" y="0"/>
                  </a:cubicBezTo>
                  <a:lnTo>
                    <a:pt x="5324475" y="0"/>
                  </a:lnTo>
                  <a:cubicBezTo>
                    <a:pt x="5328285" y="0"/>
                    <a:pt x="5331968" y="381"/>
                    <a:pt x="5335651" y="1143"/>
                  </a:cubicBezTo>
                  <a:cubicBezTo>
                    <a:pt x="5339334" y="1905"/>
                    <a:pt x="5342890" y="2921"/>
                    <a:pt x="5346319" y="4445"/>
                  </a:cubicBezTo>
                  <a:cubicBezTo>
                    <a:pt x="5349748" y="5969"/>
                    <a:pt x="5353050" y="7620"/>
                    <a:pt x="5356225" y="9779"/>
                  </a:cubicBezTo>
                  <a:cubicBezTo>
                    <a:pt x="5359400" y="11938"/>
                    <a:pt x="5362194" y="14224"/>
                    <a:pt x="5364861" y="16891"/>
                  </a:cubicBezTo>
                  <a:cubicBezTo>
                    <a:pt x="5367528" y="19558"/>
                    <a:pt x="5369941" y="22479"/>
                    <a:pt x="5371973" y="25527"/>
                  </a:cubicBezTo>
                  <a:cubicBezTo>
                    <a:pt x="5374005" y="28575"/>
                    <a:pt x="5375783" y="32004"/>
                    <a:pt x="5377307" y="35433"/>
                  </a:cubicBezTo>
                  <a:cubicBezTo>
                    <a:pt x="5378831" y="38862"/>
                    <a:pt x="5379847" y="42418"/>
                    <a:pt x="5380609" y="46101"/>
                  </a:cubicBezTo>
                  <a:cubicBezTo>
                    <a:pt x="5381371" y="49784"/>
                    <a:pt x="5381752" y="53467"/>
                    <a:pt x="5381752" y="57277"/>
                  </a:cubicBezTo>
                  <a:lnTo>
                    <a:pt x="5381752" y="2152777"/>
                  </a:lnTo>
                  <a:cubicBezTo>
                    <a:pt x="5381752" y="2156587"/>
                    <a:pt x="5381371" y="2160270"/>
                    <a:pt x="5380609" y="2163953"/>
                  </a:cubicBezTo>
                  <a:cubicBezTo>
                    <a:pt x="5379847" y="2167636"/>
                    <a:pt x="5378831" y="2171192"/>
                    <a:pt x="5377307" y="2174621"/>
                  </a:cubicBezTo>
                  <a:cubicBezTo>
                    <a:pt x="5375783" y="2178050"/>
                    <a:pt x="5374132" y="2181352"/>
                    <a:pt x="5371973" y="2184527"/>
                  </a:cubicBezTo>
                  <a:cubicBezTo>
                    <a:pt x="5369814" y="2187702"/>
                    <a:pt x="5367528" y="2190496"/>
                    <a:pt x="5364861" y="2193163"/>
                  </a:cubicBezTo>
                  <a:cubicBezTo>
                    <a:pt x="5362194" y="2195830"/>
                    <a:pt x="5359273" y="2198243"/>
                    <a:pt x="5356225" y="2200275"/>
                  </a:cubicBezTo>
                  <a:cubicBezTo>
                    <a:pt x="5353177" y="2202307"/>
                    <a:pt x="5349875" y="2204085"/>
                    <a:pt x="5346319" y="2205609"/>
                  </a:cubicBezTo>
                  <a:cubicBezTo>
                    <a:pt x="5342763" y="2207133"/>
                    <a:pt x="5339334" y="2208149"/>
                    <a:pt x="5335651" y="2208911"/>
                  </a:cubicBezTo>
                  <a:cubicBezTo>
                    <a:pt x="5331968" y="2209673"/>
                    <a:pt x="5328285" y="2210054"/>
                    <a:pt x="5324475" y="2210054"/>
                  </a:cubicBezTo>
                  <a:lnTo>
                    <a:pt x="57150" y="2210054"/>
                  </a:lnTo>
                  <a:cubicBezTo>
                    <a:pt x="53340" y="2210054"/>
                    <a:pt x="49657" y="2209673"/>
                    <a:pt x="45974" y="2208911"/>
                  </a:cubicBezTo>
                  <a:cubicBezTo>
                    <a:pt x="42291" y="2208149"/>
                    <a:pt x="38735" y="2207133"/>
                    <a:pt x="35306" y="2205609"/>
                  </a:cubicBezTo>
                  <a:cubicBezTo>
                    <a:pt x="31877" y="2204085"/>
                    <a:pt x="28575" y="2202434"/>
                    <a:pt x="25400" y="2200275"/>
                  </a:cubicBezTo>
                  <a:cubicBezTo>
                    <a:pt x="22225" y="2198116"/>
                    <a:pt x="19431" y="2195830"/>
                    <a:pt x="16764" y="2193163"/>
                  </a:cubicBezTo>
                  <a:cubicBezTo>
                    <a:pt x="14097" y="2190496"/>
                    <a:pt x="11684" y="2187575"/>
                    <a:pt x="9652" y="2184527"/>
                  </a:cubicBezTo>
                  <a:cubicBezTo>
                    <a:pt x="7620" y="2181479"/>
                    <a:pt x="5842" y="2178050"/>
                    <a:pt x="4318" y="2174621"/>
                  </a:cubicBezTo>
                  <a:cubicBezTo>
                    <a:pt x="2794" y="2171192"/>
                    <a:pt x="1778" y="2167636"/>
                    <a:pt x="1016" y="2163953"/>
                  </a:cubicBezTo>
                  <a:cubicBezTo>
                    <a:pt x="254" y="2160270"/>
                    <a:pt x="0" y="2156460"/>
                    <a:pt x="0" y="2152650"/>
                  </a:cubicBezTo>
                  <a:close/>
                </a:path>
              </a:pathLst>
            </a:custGeom>
            <a:solidFill>
              <a:srgbClr val="F5F5F5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444500" y="444500"/>
              <a:ext cx="514350" cy="514350"/>
            </a:xfrm>
            <a:custGeom>
              <a:avLst/>
              <a:gdLst/>
              <a:ahLst/>
              <a:cxnLst/>
              <a:rect r="r" b="b" t="t" l="l"/>
              <a:pathLst>
                <a:path h="514350" w="514350">
                  <a:moveTo>
                    <a:pt x="0" y="476250"/>
                  </a:moveTo>
                  <a:lnTo>
                    <a:pt x="0" y="38100"/>
                  </a:lnTo>
                  <a:lnTo>
                    <a:pt x="9525" y="38100"/>
                  </a:lnTo>
                  <a:lnTo>
                    <a:pt x="0" y="38100"/>
                  </a:lnTo>
                  <a:cubicBezTo>
                    <a:pt x="0" y="33020"/>
                    <a:pt x="1016" y="28194"/>
                    <a:pt x="2921" y="23495"/>
                  </a:cubicBezTo>
                  <a:lnTo>
                    <a:pt x="11684" y="27178"/>
                  </a:lnTo>
                  <a:lnTo>
                    <a:pt x="2921" y="23495"/>
                  </a:lnTo>
                  <a:cubicBezTo>
                    <a:pt x="4826" y="18796"/>
                    <a:pt x="7620" y="14732"/>
                    <a:pt x="11176" y="11176"/>
                  </a:cubicBezTo>
                  <a:lnTo>
                    <a:pt x="17907" y="17907"/>
                  </a:lnTo>
                  <a:lnTo>
                    <a:pt x="11176" y="11176"/>
                  </a:lnTo>
                  <a:cubicBezTo>
                    <a:pt x="14732" y="7620"/>
                    <a:pt x="18923" y="4826"/>
                    <a:pt x="23495" y="2921"/>
                  </a:cubicBezTo>
                  <a:lnTo>
                    <a:pt x="27178" y="11684"/>
                  </a:lnTo>
                  <a:lnTo>
                    <a:pt x="23495" y="2921"/>
                  </a:lnTo>
                  <a:cubicBezTo>
                    <a:pt x="28194" y="1016"/>
                    <a:pt x="33020" y="0"/>
                    <a:pt x="38100" y="0"/>
                  </a:cubicBezTo>
                  <a:lnTo>
                    <a:pt x="38100" y="9525"/>
                  </a:lnTo>
                  <a:lnTo>
                    <a:pt x="38100" y="0"/>
                  </a:lnTo>
                  <a:lnTo>
                    <a:pt x="476250" y="0"/>
                  </a:lnTo>
                  <a:lnTo>
                    <a:pt x="476250" y="9525"/>
                  </a:lnTo>
                  <a:lnTo>
                    <a:pt x="476250" y="0"/>
                  </a:lnTo>
                  <a:cubicBezTo>
                    <a:pt x="481330" y="0"/>
                    <a:pt x="486156" y="1016"/>
                    <a:pt x="490855" y="2921"/>
                  </a:cubicBezTo>
                  <a:lnTo>
                    <a:pt x="487172" y="11684"/>
                  </a:lnTo>
                  <a:lnTo>
                    <a:pt x="490855" y="2921"/>
                  </a:lnTo>
                  <a:cubicBezTo>
                    <a:pt x="495554" y="4826"/>
                    <a:pt x="499618" y="7620"/>
                    <a:pt x="503174" y="11176"/>
                  </a:cubicBezTo>
                  <a:lnTo>
                    <a:pt x="496443" y="17907"/>
                  </a:lnTo>
                  <a:lnTo>
                    <a:pt x="503174" y="11176"/>
                  </a:lnTo>
                  <a:cubicBezTo>
                    <a:pt x="506730" y="14732"/>
                    <a:pt x="509524" y="18923"/>
                    <a:pt x="511429" y="23495"/>
                  </a:cubicBezTo>
                  <a:lnTo>
                    <a:pt x="502666" y="27178"/>
                  </a:lnTo>
                  <a:lnTo>
                    <a:pt x="511429" y="23495"/>
                  </a:lnTo>
                  <a:cubicBezTo>
                    <a:pt x="513334" y="28194"/>
                    <a:pt x="514350" y="33020"/>
                    <a:pt x="514350" y="38100"/>
                  </a:cubicBezTo>
                  <a:lnTo>
                    <a:pt x="514350" y="476250"/>
                  </a:lnTo>
                  <a:cubicBezTo>
                    <a:pt x="514350" y="481330"/>
                    <a:pt x="513334" y="486156"/>
                    <a:pt x="511429" y="490855"/>
                  </a:cubicBezTo>
                  <a:lnTo>
                    <a:pt x="502666" y="487172"/>
                  </a:lnTo>
                  <a:lnTo>
                    <a:pt x="511429" y="490855"/>
                  </a:lnTo>
                  <a:cubicBezTo>
                    <a:pt x="509524" y="495554"/>
                    <a:pt x="506730" y="499618"/>
                    <a:pt x="503174" y="503174"/>
                  </a:cubicBezTo>
                  <a:lnTo>
                    <a:pt x="496443" y="496443"/>
                  </a:lnTo>
                  <a:lnTo>
                    <a:pt x="503174" y="503174"/>
                  </a:lnTo>
                  <a:cubicBezTo>
                    <a:pt x="499618" y="506730"/>
                    <a:pt x="495427" y="509524"/>
                    <a:pt x="490855" y="511429"/>
                  </a:cubicBezTo>
                  <a:lnTo>
                    <a:pt x="487172" y="502666"/>
                  </a:lnTo>
                  <a:lnTo>
                    <a:pt x="490855" y="511429"/>
                  </a:lnTo>
                  <a:cubicBezTo>
                    <a:pt x="486156" y="513334"/>
                    <a:pt x="481330" y="514350"/>
                    <a:pt x="476250" y="514350"/>
                  </a:cubicBezTo>
                  <a:lnTo>
                    <a:pt x="38100" y="514350"/>
                  </a:lnTo>
                  <a:cubicBezTo>
                    <a:pt x="33020" y="514350"/>
                    <a:pt x="28194" y="513334"/>
                    <a:pt x="23495" y="511429"/>
                  </a:cubicBezTo>
                  <a:lnTo>
                    <a:pt x="27178" y="502666"/>
                  </a:lnTo>
                  <a:lnTo>
                    <a:pt x="23495" y="511429"/>
                  </a:lnTo>
                  <a:cubicBezTo>
                    <a:pt x="18796" y="509524"/>
                    <a:pt x="14732" y="506730"/>
                    <a:pt x="11176" y="503174"/>
                  </a:cubicBezTo>
                  <a:lnTo>
                    <a:pt x="17907" y="496443"/>
                  </a:lnTo>
                  <a:lnTo>
                    <a:pt x="11176" y="503174"/>
                  </a:lnTo>
                  <a:cubicBezTo>
                    <a:pt x="7620" y="499618"/>
                    <a:pt x="4826" y="495427"/>
                    <a:pt x="2921" y="490855"/>
                  </a:cubicBezTo>
                  <a:cubicBezTo>
                    <a:pt x="1016" y="486156"/>
                    <a:pt x="0" y="481330"/>
                    <a:pt x="0" y="476250"/>
                  </a:cubicBezTo>
                  <a:lnTo>
                    <a:pt x="9525" y="476250"/>
                  </a:lnTo>
                  <a:lnTo>
                    <a:pt x="0" y="476250"/>
                  </a:lnTo>
                  <a:moveTo>
                    <a:pt x="19050" y="476250"/>
                  </a:moveTo>
                  <a:cubicBezTo>
                    <a:pt x="19050" y="478790"/>
                    <a:pt x="19558" y="481203"/>
                    <a:pt x="20447" y="483489"/>
                  </a:cubicBezTo>
                  <a:lnTo>
                    <a:pt x="11684" y="487172"/>
                  </a:lnTo>
                  <a:lnTo>
                    <a:pt x="20447" y="483489"/>
                  </a:lnTo>
                  <a:cubicBezTo>
                    <a:pt x="21463" y="485775"/>
                    <a:pt x="22733" y="487934"/>
                    <a:pt x="24638" y="489712"/>
                  </a:cubicBezTo>
                  <a:cubicBezTo>
                    <a:pt x="26543" y="491490"/>
                    <a:pt x="28448" y="492887"/>
                    <a:pt x="30861" y="493903"/>
                  </a:cubicBezTo>
                  <a:cubicBezTo>
                    <a:pt x="33147" y="494919"/>
                    <a:pt x="35560" y="495300"/>
                    <a:pt x="38100" y="495300"/>
                  </a:cubicBezTo>
                  <a:lnTo>
                    <a:pt x="38100" y="504825"/>
                  </a:lnTo>
                  <a:lnTo>
                    <a:pt x="38100" y="495300"/>
                  </a:lnTo>
                  <a:lnTo>
                    <a:pt x="476250" y="495300"/>
                  </a:lnTo>
                  <a:lnTo>
                    <a:pt x="476250" y="504825"/>
                  </a:lnTo>
                  <a:lnTo>
                    <a:pt x="476250" y="495300"/>
                  </a:lnTo>
                  <a:cubicBezTo>
                    <a:pt x="478790" y="495300"/>
                    <a:pt x="481203" y="494792"/>
                    <a:pt x="483489" y="493903"/>
                  </a:cubicBezTo>
                  <a:cubicBezTo>
                    <a:pt x="485775" y="493014"/>
                    <a:pt x="487934" y="491617"/>
                    <a:pt x="489712" y="489712"/>
                  </a:cubicBezTo>
                  <a:cubicBezTo>
                    <a:pt x="491490" y="487807"/>
                    <a:pt x="492887" y="485902"/>
                    <a:pt x="493903" y="483489"/>
                  </a:cubicBezTo>
                  <a:cubicBezTo>
                    <a:pt x="494919" y="481203"/>
                    <a:pt x="495300" y="478790"/>
                    <a:pt x="495300" y="476250"/>
                  </a:cubicBezTo>
                  <a:lnTo>
                    <a:pt x="504825" y="476250"/>
                  </a:lnTo>
                  <a:lnTo>
                    <a:pt x="495300" y="476250"/>
                  </a:lnTo>
                  <a:lnTo>
                    <a:pt x="495300" y="38100"/>
                  </a:lnTo>
                  <a:lnTo>
                    <a:pt x="504825" y="38100"/>
                  </a:lnTo>
                  <a:lnTo>
                    <a:pt x="495300" y="38100"/>
                  </a:lnTo>
                  <a:cubicBezTo>
                    <a:pt x="495300" y="35560"/>
                    <a:pt x="494792" y="33147"/>
                    <a:pt x="493903" y="30861"/>
                  </a:cubicBezTo>
                  <a:cubicBezTo>
                    <a:pt x="492887" y="28575"/>
                    <a:pt x="491617" y="26416"/>
                    <a:pt x="489712" y="24638"/>
                  </a:cubicBezTo>
                  <a:cubicBezTo>
                    <a:pt x="487934" y="22860"/>
                    <a:pt x="485902" y="21463"/>
                    <a:pt x="483489" y="20447"/>
                  </a:cubicBezTo>
                  <a:cubicBezTo>
                    <a:pt x="481203" y="19431"/>
                    <a:pt x="478790" y="19050"/>
                    <a:pt x="476250" y="19050"/>
                  </a:cubicBezTo>
                  <a:lnTo>
                    <a:pt x="38100" y="19050"/>
                  </a:lnTo>
                  <a:cubicBezTo>
                    <a:pt x="35560" y="19050"/>
                    <a:pt x="33147" y="19558"/>
                    <a:pt x="30861" y="20447"/>
                  </a:cubicBezTo>
                  <a:cubicBezTo>
                    <a:pt x="28575" y="21463"/>
                    <a:pt x="26416" y="22733"/>
                    <a:pt x="24638" y="24638"/>
                  </a:cubicBezTo>
                  <a:cubicBezTo>
                    <a:pt x="22860" y="26416"/>
                    <a:pt x="21463" y="28448"/>
                    <a:pt x="20447" y="30861"/>
                  </a:cubicBezTo>
                  <a:cubicBezTo>
                    <a:pt x="19431" y="33274"/>
                    <a:pt x="19050" y="35560"/>
                    <a:pt x="19050" y="38100"/>
                  </a:cubicBezTo>
                  <a:lnTo>
                    <a:pt x="19050" y="476250"/>
                  </a:lnTo>
                  <a:close/>
                </a:path>
              </a:pathLst>
            </a:custGeom>
            <a:solidFill>
              <a:srgbClr val="00BCD4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04012" y="600329"/>
              <a:ext cx="200025" cy="188341"/>
            </a:xfrm>
            <a:custGeom>
              <a:avLst/>
              <a:gdLst/>
              <a:ahLst/>
              <a:cxnLst/>
              <a:rect r="r" b="b" t="t" l="l"/>
              <a:pathLst>
                <a:path h="188341" w="200025">
                  <a:moveTo>
                    <a:pt x="143383" y="51435"/>
                  </a:moveTo>
                  <a:lnTo>
                    <a:pt x="168656" y="26162"/>
                  </a:lnTo>
                  <a:cubicBezTo>
                    <a:pt x="180467" y="38354"/>
                    <a:pt x="188722" y="49784"/>
                    <a:pt x="193167" y="60452"/>
                  </a:cubicBezTo>
                  <a:cubicBezTo>
                    <a:pt x="197739" y="71628"/>
                    <a:pt x="200025" y="83439"/>
                    <a:pt x="200025" y="96139"/>
                  </a:cubicBezTo>
                  <a:cubicBezTo>
                    <a:pt x="200025" y="108458"/>
                    <a:pt x="197739" y="120269"/>
                    <a:pt x="193167" y="131318"/>
                  </a:cubicBezTo>
                  <a:cubicBezTo>
                    <a:pt x="188468" y="142494"/>
                    <a:pt x="181610" y="152527"/>
                    <a:pt x="172847" y="161417"/>
                  </a:cubicBezTo>
                  <a:cubicBezTo>
                    <a:pt x="164084" y="170053"/>
                    <a:pt x="154178" y="176784"/>
                    <a:pt x="143002" y="181483"/>
                  </a:cubicBezTo>
                  <a:cubicBezTo>
                    <a:pt x="132207" y="186055"/>
                    <a:pt x="120523" y="188341"/>
                    <a:pt x="107823" y="188341"/>
                  </a:cubicBezTo>
                  <a:cubicBezTo>
                    <a:pt x="94615" y="188341"/>
                    <a:pt x="82804" y="186055"/>
                    <a:pt x="72390" y="181483"/>
                  </a:cubicBezTo>
                  <a:cubicBezTo>
                    <a:pt x="60960" y="176276"/>
                    <a:pt x="51054" y="169672"/>
                    <a:pt x="42799" y="161417"/>
                  </a:cubicBezTo>
                  <a:cubicBezTo>
                    <a:pt x="33909" y="152527"/>
                    <a:pt x="27178" y="142621"/>
                    <a:pt x="22479" y="131318"/>
                  </a:cubicBezTo>
                  <a:cubicBezTo>
                    <a:pt x="17907" y="120142"/>
                    <a:pt x="15621" y="108458"/>
                    <a:pt x="15621" y="96139"/>
                  </a:cubicBezTo>
                  <a:cubicBezTo>
                    <a:pt x="15621" y="83566"/>
                    <a:pt x="17907" y="71628"/>
                    <a:pt x="22479" y="60452"/>
                  </a:cubicBezTo>
                  <a:cubicBezTo>
                    <a:pt x="27178" y="49276"/>
                    <a:pt x="34036" y="39370"/>
                    <a:pt x="42926" y="30353"/>
                  </a:cubicBezTo>
                  <a:lnTo>
                    <a:pt x="45085" y="32512"/>
                  </a:lnTo>
                  <a:lnTo>
                    <a:pt x="0" y="35560"/>
                  </a:lnTo>
                  <a:lnTo>
                    <a:pt x="0" y="0"/>
                  </a:lnTo>
                  <a:lnTo>
                    <a:pt x="85979" y="0"/>
                  </a:lnTo>
                  <a:lnTo>
                    <a:pt x="98425" y="12446"/>
                  </a:lnTo>
                  <a:lnTo>
                    <a:pt x="98425" y="98425"/>
                  </a:lnTo>
                  <a:lnTo>
                    <a:pt x="62865" y="98425"/>
                  </a:lnTo>
                  <a:lnTo>
                    <a:pt x="65913" y="53340"/>
                  </a:lnTo>
                  <a:lnTo>
                    <a:pt x="68072" y="55499"/>
                  </a:lnTo>
                  <a:cubicBezTo>
                    <a:pt x="62484" y="61087"/>
                    <a:pt x="58293" y="67310"/>
                    <a:pt x="55499" y="74041"/>
                  </a:cubicBezTo>
                  <a:cubicBezTo>
                    <a:pt x="52705" y="80772"/>
                    <a:pt x="51308" y="88265"/>
                    <a:pt x="51308" y="96139"/>
                  </a:cubicBezTo>
                  <a:cubicBezTo>
                    <a:pt x="51308" y="103759"/>
                    <a:pt x="52705" y="110871"/>
                    <a:pt x="55372" y="117729"/>
                  </a:cubicBezTo>
                  <a:cubicBezTo>
                    <a:pt x="58039" y="124587"/>
                    <a:pt x="62357" y="130683"/>
                    <a:pt x="67945" y="136271"/>
                  </a:cubicBezTo>
                  <a:cubicBezTo>
                    <a:pt x="73279" y="141605"/>
                    <a:pt x="79502" y="145669"/>
                    <a:pt x="86487" y="148717"/>
                  </a:cubicBezTo>
                  <a:cubicBezTo>
                    <a:pt x="92964" y="151511"/>
                    <a:pt x="100203" y="152781"/>
                    <a:pt x="108204" y="152781"/>
                  </a:cubicBezTo>
                  <a:cubicBezTo>
                    <a:pt x="116205" y="152781"/>
                    <a:pt x="123317" y="151384"/>
                    <a:pt x="129413" y="148717"/>
                  </a:cubicBezTo>
                  <a:cubicBezTo>
                    <a:pt x="136779" y="145415"/>
                    <a:pt x="143002" y="141224"/>
                    <a:pt x="148082" y="136271"/>
                  </a:cubicBezTo>
                  <a:cubicBezTo>
                    <a:pt x="153670" y="130683"/>
                    <a:pt x="157861" y="124460"/>
                    <a:pt x="160528" y="117729"/>
                  </a:cubicBezTo>
                  <a:cubicBezTo>
                    <a:pt x="163195" y="110998"/>
                    <a:pt x="164719" y="103632"/>
                    <a:pt x="164719" y="96139"/>
                  </a:cubicBezTo>
                  <a:cubicBezTo>
                    <a:pt x="164719" y="88265"/>
                    <a:pt x="163322" y="80899"/>
                    <a:pt x="160528" y="74041"/>
                  </a:cubicBezTo>
                  <a:cubicBezTo>
                    <a:pt x="157861" y="67310"/>
                    <a:pt x="152273" y="59690"/>
                    <a:pt x="143637" y="51308"/>
                  </a:cubicBezTo>
                  <a:close/>
                </a:path>
              </a:pathLst>
            </a:custGeom>
            <a:solidFill>
              <a:srgbClr val="00BCD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571500" y="486813"/>
            <a:ext cx="1581941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Conclusion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139869" y="4471768"/>
            <a:ext cx="64780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04975" y="4783788"/>
            <a:ext cx="3733028" cy="6886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concepts applied including memory management and structured design.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04975" y="1945338"/>
            <a:ext cx="3875570" cy="103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Successful </a:t>
            </a:r>
            <a:r>
              <a:rPr lang="en-US" b="true" sz="180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modular C </a:t>
            </a:r>
            <a:r>
              <a:rPr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implementation ensuring codebase maintainability and logical separation.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72350" y="1945338"/>
            <a:ext cx="3663048" cy="103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Efficient </a:t>
            </a:r>
            <a:r>
              <a:rPr lang="en-US" b="true" sz="180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CRUD logic</a:t>
            </a:r>
            <a:r>
              <a:rPr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demonstrated through optimized pointer manipulation and data handling.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372350" y="4440888"/>
            <a:ext cx="3732266" cy="1031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00"/>
              </a:lnSpc>
            </a:pPr>
            <a:r>
              <a:rPr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System architecture is </a:t>
            </a:r>
            <a:r>
              <a:rPr lang="en-US" b="true" sz="180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ready for expansion</a:t>
            </a:r>
            <a:r>
              <a:rPr lang="en-US" sz="18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 with hooks for persistent storage and UI integration.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04975" y="4471768"/>
            <a:ext cx="3031122" cy="326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Foundational</a:t>
            </a:r>
            <a:r>
              <a:rPr lang="en-US" b="true" sz="18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 </a:t>
            </a:r>
            <a:r>
              <a:rPr lang="en-US" b="true" sz="1800">
                <a:solidFill>
                  <a:srgbClr val="1A237E"/>
                </a:solidFill>
                <a:latin typeface="Arial Bold"/>
                <a:ea typeface="Arial Bold"/>
                <a:cs typeface="Arial Bold"/>
                <a:sym typeface="Arial Bold"/>
              </a:rPr>
              <a:t>programming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95375" y="2046199"/>
            <a:ext cx="233172" cy="312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⽥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57245" y="2062744"/>
            <a:ext cx="244211" cy="397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000000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↻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107129" y="4580077"/>
            <a:ext cx="209036" cy="3198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00BCD4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★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765284" y="4562380"/>
            <a:ext cx="227933" cy="37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00BCD4"/>
                </a:solidFill>
                <a:latin typeface="DejaVu Sans Light"/>
                <a:ea typeface="DejaVu Sans Light"/>
                <a:cs typeface="DejaVu Sans Light"/>
                <a:sym typeface="DejaVu Sans Light"/>
              </a:rPr>
              <a:t>➜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458352" y="6357661"/>
            <a:ext cx="3225289" cy="18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 2026 To-Do Management System Project | Slide 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43500" y="1438275"/>
            <a:ext cx="1905000" cy="19050"/>
            <a:chOff x="0" y="0"/>
            <a:chExt cx="1905000" cy="19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05000" cy="19050"/>
            </a:xfrm>
            <a:custGeom>
              <a:avLst/>
              <a:gdLst/>
              <a:ahLst/>
              <a:cxnLst/>
              <a:rect r="r" b="b" t="t" l="l"/>
              <a:pathLst>
                <a:path h="1905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19050"/>
                  </a:lnTo>
                  <a:lnTo>
                    <a:pt x="0" y="19050"/>
                  </a:lnTo>
                  <a:close/>
                </a:path>
              </a:pathLst>
            </a:custGeom>
            <a:solidFill>
              <a:srgbClr val="00BCD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575304" y="2679192"/>
            <a:ext cx="1423416" cy="1423416"/>
            <a:chOff x="0" y="0"/>
            <a:chExt cx="1897888" cy="18978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97888" cy="1897888"/>
            </a:xfrm>
            <a:custGeom>
              <a:avLst/>
              <a:gdLst/>
              <a:ahLst/>
              <a:cxnLst/>
              <a:rect r="r" b="b" t="t" l="l"/>
              <a:pathLst>
                <a:path h="1897888" w="1897888">
                  <a:moveTo>
                    <a:pt x="1671828" y="47244"/>
                  </a:moveTo>
                  <a:cubicBezTo>
                    <a:pt x="1685798" y="47244"/>
                    <a:pt x="1697863" y="52197"/>
                    <a:pt x="1707769" y="62103"/>
                  </a:cubicBezTo>
                  <a:cubicBezTo>
                    <a:pt x="1717675" y="72009"/>
                    <a:pt x="1722628" y="83947"/>
                    <a:pt x="1722628" y="98044"/>
                  </a:cubicBezTo>
                  <a:lnTo>
                    <a:pt x="1722628" y="1545844"/>
                  </a:lnTo>
                  <a:cubicBezTo>
                    <a:pt x="1722628" y="1559814"/>
                    <a:pt x="1717675" y="1571879"/>
                    <a:pt x="1707769" y="1581785"/>
                  </a:cubicBezTo>
                  <a:cubicBezTo>
                    <a:pt x="1697863" y="1591691"/>
                    <a:pt x="1685925" y="1596644"/>
                    <a:pt x="1671828" y="1596644"/>
                  </a:cubicBezTo>
                  <a:lnTo>
                    <a:pt x="224028" y="1596644"/>
                  </a:lnTo>
                  <a:cubicBezTo>
                    <a:pt x="210058" y="1596644"/>
                    <a:pt x="197993" y="1591691"/>
                    <a:pt x="188087" y="1581785"/>
                  </a:cubicBezTo>
                  <a:cubicBezTo>
                    <a:pt x="178181" y="1571879"/>
                    <a:pt x="173228" y="1559941"/>
                    <a:pt x="173228" y="1545844"/>
                  </a:cubicBezTo>
                  <a:lnTo>
                    <a:pt x="173228" y="98044"/>
                  </a:lnTo>
                  <a:cubicBezTo>
                    <a:pt x="173228" y="84074"/>
                    <a:pt x="178181" y="72009"/>
                    <a:pt x="188087" y="62103"/>
                  </a:cubicBezTo>
                  <a:cubicBezTo>
                    <a:pt x="197993" y="52197"/>
                    <a:pt x="209931" y="47244"/>
                    <a:pt x="224028" y="47244"/>
                  </a:cubicBezTo>
                  <a:close/>
                  <a:moveTo>
                    <a:pt x="0" y="0"/>
                  </a:moveTo>
                  <a:lnTo>
                    <a:pt x="0" y="1897888"/>
                  </a:lnTo>
                  <a:lnTo>
                    <a:pt x="1897888" y="1897888"/>
                  </a:lnTo>
                  <a:lnTo>
                    <a:pt x="1897888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511801" y="2615689"/>
            <a:ext cx="1550413" cy="1550413"/>
          </a:xfrm>
          <a:custGeom>
            <a:avLst/>
            <a:gdLst/>
            <a:ahLst/>
            <a:cxnLst/>
            <a:rect r="r" b="b" t="t" l="l"/>
            <a:pathLst>
              <a:path h="1550413" w="1550413">
                <a:moveTo>
                  <a:pt x="0" y="0"/>
                </a:moveTo>
                <a:lnTo>
                  <a:pt x="1550413" y="0"/>
                </a:lnTo>
                <a:lnTo>
                  <a:pt x="1550413" y="1550413"/>
                </a:lnTo>
                <a:lnTo>
                  <a:pt x="0" y="155041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714750" y="2724150"/>
            <a:ext cx="1143000" cy="1143000"/>
            <a:chOff x="0" y="0"/>
            <a:chExt cx="1524000" cy="152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38100" y="0"/>
                  </a:moveTo>
                  <a:cubicBezTo>
                    <a:pt x="27559" y="0"/>
                    <a:pt x="18542" y="3683"/>
                    <a:pt x="11176" y="11176"/>
                  </a:cubicBezTo>
                  <a:cubicBezTo>
                    <a:pt x="3810" y="18669"/>
                    <a:pt x="0" y="27559"/>
                    <a:pt x="0" y="37973"/>
                  </a:cubicBezTo>
                  <a:lnTo>
                    <a:pt x="0" y="1485900"/>
                  </a:lnTo>
                  <a:cubicBezTo>
                    <a:pt x="0" y="1496441"/>
                    <a:pt x="3683" y="1505458"/>
                    <a:pt x="11176" y="1512824"/>
                  </a:cubicBezTo>
                  <a:cubicBezTo>
                    <a:pt x="18669" y="1520190"/>
                    <a:pt x="27559" y="1524000"/>
                    <a:pt x="38100" y="1524000"/>
                  </a:cubicBezTo>
                  <a:lnTo>
                    <a:pt x="1485900" y="1524000"/>
                  </a:lnTo>
                  <a:cubicBezTo>
                    <a:pt x="1496441" y="1524000"/>
                    <a:pt x="1505458" y="1520317"/>
                    <a:pt x="1512824" y="1512824"/>
                  </a:cubicBezTo>
                  <a:cubicBezTo>
                    <a:pt x="1520190" y="1505331"/>
                    <a:pt x="1524000" y="1496441"/>
                    <a:pt x="1524000" y="1485900"/>
                  </a:cubicBezTo>
                  <a:lnTo>
                    <a:pt x="1524000" y="38100"/>
                  </a:lnTo>
                  <a:cubicBezTo>
                    <a:pt x="1524000" y="27559"/>
                    <a:pt x="1520317" y="18542"/>
                    <a:pt x="1512824" y="11176"/>
                  </a:cubicBezTo>
                  <a:cubicBezTo>
                    <a:pt x="1505331" y="3810"/>
                    <a:pt x="1496441" y="0"/>
                    <a:pt x="1485900" y="0"/>
                  </a:cubicBezTo>
                  <a:close/>
                </a:path>
              </a:pathLst>
            </a:custGeom>
            <a:blipFill>
              <a:blip r:embed="rId5"/>
              <a:stretch>
                <a:fillRect l="-125" t="0" r="-12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7193280" y="2679192"/>
            <a:ext cx="1423416" cy="1423416"/>
            <a:chOff x="0" y="0"/>
            <a:chExt cx="1897888" cy="18978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97888" cy="1897888"/>
            </a:xfrm>
            <a:custGeom>
              <a:avLst/>
              <a:gdLst/>
              <a:ahLst/>
              <a:cxnLst/>
              <a:rect r="r" b="b" t="t" l="l"/>
              <a:pathLst>
                <a:path h="1897888" w="1897888">
                  <a:moveTo>
                    <a:pt x="1673860" y="47244"/>
                  </a:moveTo>
                  <a:cubicBezTo>
                    <a:pt x="1687830" y="47244"/>
                    <a:pt x="1699895" y="52197"/>
                    <a:pt x="1709801" y="62103"/>
                  </a:cubicBezTo>
                  <a:cubicBezTo>
                    <a:pt x="1719707" y="72009"/>
                    <a:pt x="1724660" y="83947"/>
                    <a:pt x="1724660" y="98044"/>
                  </a:cubicBezTo>
                  <a:lnTo>
                    <a:pt x="1724660" y="1545844"/>
                  </a:lnTo>
                  <a:cubicBezTo>
                    <a:pt x="1724660" y="1559814"/>
                    <a:pt x="1719707" y="1571879"/>
                    <a:pt x="1709801" y="1581785"/>
                  </a:cubicBezTo>
                  <a:cubicBezTo>
                    <a:pt x="1699895" y="1591691"/>
                    <a:pt x="1687957" y="1596644"/>
                    <a:pt x="1673860" y="1596644"/>
                  </a:cubicBezTo>
                  <a:lnTo>
                    <a:pt x="226060" y="1596644"/>
                  </a:lnTo>
                  <a:cubicBezTo>
                    <a:pt x="212090" y="1596644"/>
                    <a:pt x="200025" y="1591691"/>
                    <a:pt x="190119" y="1581785"/>
                  </a:cubicBezTo>
                  <a:cubicBezTo>
                    <a:pt x="180213" y="1571879"/>
                    <a:pt x="175260" y="1559941"/>
                    <a:pt x="175260" y="1545844"/>
                  </a:cubicBezTo>
                  <a:lnTo>
                    <a:pt x="175260" y="98044"/>
                  </a:lnTo>
                  <a:cubicBezTo>
                    <a:pt x="175260" y="84074"/>
                    <a:pt x="180213" y="72009"/>
                    <a:pt x="190119" y="62103"/>
                  </a:cubicBezTo>
                  <a:cubicBezTo>
                    <a:pt x="200025" y="52197"/>
                    <a:pt x="212090" y="47244"/>
                    <a:pt x="226060" y="47244"/>
                  </a:cubicBezTo>
                  <a:close/>
                  <a:moveTo>
                    <a:pt x="0" y="0"/>
                  </a:moveTo>
                  <a:lnTo>
                    <a:pt x="0" y="1897888"/>
                  </a:lnTo>
                  <a:lnTo>
                    <a:pt x="1897888" y="1897888"/>
                  </a:lnTo>
                  <a:lnTo>
                    <a:pt x="1897888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7129777" y="2615689"/>
            <a:ext cx="1550413" cy="1550413"/>
          </a:xfrm>
          <a:custGeom>
            <a:avLst/>
            <a:gdLst/>
            <a:ahLst/>
            <a:cxnLst/>
            <a:rect r="r" b="b" t="t" l="l"/>
            <a:pathLst>
              <a:path h="1550413" w="1550413">
                <a:moveTo>
                  <a:pt x="0" y="0"/>
                </a:moveTo>
                <a:lnTo>
                  <a:pt x="1550413" y="0"/>
                </a:lnTo>
                <a:lnTo>
                  <a:pt x="1550413" y="1550413"/>
                </a:lnTo>
                <a:lnTo>
                  <a:pt x="0" y="155041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7334250" y="2724150"/>
            <a:ext cx="1143000" cy="1143000"/>
            <a:chOff x="0" y="0"/>
            <a:chExt cx="1524000" cy="1524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524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524000">
                  <a:moveTo>
                    <a:pt x="37973" y="0"/>
                  </a:moveTo>
                  <a:cubicBezTo>
                    <a:pt x="27559" y="0"/>
                    <a:pt x="18542" y="3683"/>
                    <a:pt x="11176" y="11176"/>
                  </a:cubicBezTo>
                  <a:cubicBezTo>
                    <a:pt x="3810" y="18669"/>
                    <a:pt x="0" y="27559"/>
                    <a:pt x="0" y="37973"/>
                  </a:cubicBezTo>
                  <a:lnTo>
                    <a:pt x="0" y="1485900"/>
                  </a:lnTo>
                  <a:cubicBezTo>
                    <a:pt x="0" y="1496441"/>
                    <a:pt x="3683" y="1505458"/>
                    <a:pt x="11176" y="1512824"/>
                  </a:cubicBezTo>
                  <a:cubicBezTo>
                    <a:pt x="18669" y="1520190"/>
                    <a:pt x="27559" y="1524000"/>
                    <a:pt x="38100" y="1524000"/>
                  </a:cubicBezTo>
                  <a:lnTo>
                    <a:pt x="1485900" y="1524000"/>
                  </a:lnTo>
                  <a:cubicBezTo>
                    <a:pt x="1496441" y="1524000"/>
                    <a:pt x="1505458" y="1520317"/>
                    <a:pt x="1512824" y="1512824"/>
                  </a:cubicBezTo>
                  <a:cubicBezTo>
                    <a:pt x="1520190" y="1505331"/>
                    <a:pt x="1524000" y="1496441"/>
                    <a:pt x="1524000" y="1485900"/>
                  </a:cubicBezTo>
                  <a:lnTo>
                    <a:pt x="1524000" y="38100"/>
                  </a:lnTo>
                  <a:cubicBezTo>
                    <a:pt x="1524000" y="27559"/>
                    <a:pt x="1520317" y="18542"/>
                    <a:pt x="1512824" y="11176"/>
                  </a:cubicBezTo>
                  <a:cubicBezTo>
                    <a:pt x="1505331" y="3810"/>
                    <a:pt x="1496441" y="0"/>
                    <a:pt x="1486027" y="0"/>
                  </a:cubicBezTo>
                  <a:close/>
                </a:path>
              </a:pathLst>
            </a:custGeom>
            <a:blipFill>
              <a:blip r:embed="rId9"/>
              <a:stretch>
                <a:fillRect l="-67" t="0" r="-67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0" y="6810375"/>
            <a:ext cx="12192000" cy="47625"/>
            <a:chOff x="0" y="0"/>
            <a:chExt cx="12192000" cy="4762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192000" cy="47625"/>
            </a:xfrm>
            <a:custGeom>
              <a:avLst/>
              <a:gdLst/>
              <a:ahLst/>
              <a:cxnLst/>
              <a:rect r="r" b="b" t="t" l="l"/>
              <a:pathLst>
                <a:path h="47625" w="12192000">
                  <a:moveTo>
                    <a:pt x="0" y="0"/>
                  </a:moveTo>
                  <a:lnTo>
                    <a:pt x="0" y="47625"/>
                  </a:lnTo>
                  <a:lnTo>
                    <a:pt x="12192000" y="47625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1A237E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4289079" y="839238"/>
            <a:ext cx="3686118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A237E"/>
                </a:solidFill>
                <a:latin typeface="Carlito Bold"/>
                <a:ea typeface="Carlito Bold"/>
                <a:cs typeface="Carlito Bold"/>
                <a:sym typeface="Carlito Bold"/>
              </a:rPr>
              <a:t>Ques ons and Discussion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435526" y="1999688"/>
            <a:ext cx="3387271" cy="3621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A237E"/>
                </a:solidFill>
                <a:latin typeface="Arial"/>
                <a:ea typeface="Arial"/>
                <a:cs typeface="Arial"/>
                <a:sym typeface="Arial"/>
              </a:rPr>
              <a:t>Thank you for your attention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640484" y="4170264"/>
            <a:ext cx="1307573" cy="80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spc="74">
                <a:solidFill>
                  <a:srgbClr val="00BCD4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</a:p>
          <a:p>
            <a:pPr algn="ctr">
              <a:lnSpc>
                <a:spcPts val="825"/>
              </a:lnSpc>
            </a:pPr>
            <a:r>
              <a:rPr lang="en-US" b="true" sz="1650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Harshitha &amp;</a:t>
            </a:r>
          </a:p>
          <a:p>
            <a:pPr algn="ctr" rtl="true">
              <a:lnSpc>
                <a:spcPts val="825"/>
              </a:lnSpc>
            </a:pPr>
          </a:p>
          <a:p>
            <a:pPr algn="ctr" rtl="true">
              <a:lnSpc>
                <a:spcPts val="825"/>
              </a:lnSpc>
            </a:pPr>
          </a:p>
          <a:p>
            <a:pPr algn="ctr">
              <a:lnSpc>
                <a:spcPts val="825"/>
              </a:lnSpc>
            </a:pPr>
            <a:r>
              <a:rPr lang="en-US" b="true" sz="1650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Hashini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7166077" y="4170264"/>
            <a:ext cx="1508922" cy="809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0"/>
              </a:lnSpc>
            </a:pPr>
            <a:r>
              <a:rPr lang="en-US" sz="1200" spc="74">
                <a:solidFill>
                  <a:srgbClr val="00BCD4"/>
                </a:solidFill>
                <a:latin typeface="Arial"/>
                <a:ea typeface="Arial"/>
                <a:cs typeface="Arial"/>
                <a:sym typeface="Arial"/>
              </a:rPr>
              <a:t>PRESENTED BY</a:t>
            </a:r>
          </a:p>
          <a:p>
            <a:pPr algn="ctr">
              <a:lnSpc>
                <a:spcPts val="825"/>
              </a:lnSpc>
            </a:pPr>
            <a:r>
              <a:rPr lang="en-US" b="true" sz="1650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Jayavarshini &amp;</a:t>
            </a:r>
          </a:p>
          <a:p>
            <a:pPr algn="ctr" rtl="true">
              <a:lnSpc>
                <a:spcPts val="825"/>
              </a:lnSpc>
            </a:pPr>
          </a:p>
          <a:p>
            <a:pPr algn="ctr" rtl="true">
              <a:lnSpc>
                <a:spcPts val="825"/>
              </a:lnSpc>
            </a:pPr>
          </a:p>
          <a:p>
            <a:pPr algn="ctr">
              <a:lnSpc>
                <a:spcPts val="825"/>
              </a:lnSpc>
            </a:pPr>
            <a:r>
              <a:rPr lang="en-US" b="true" sz="1650">
                <a:solidFill>
                  <a:srgbClr val="333333"/>
                </a:solidFill>
                <a:latin typeface="Arial Bold"/>
                <a:ea typeface="Arial Bold"/>
                <a:cs typeface="Arial Bold"/>
                <a:sym typeface="Arial Bold"/>
              </a:rPr>
              <a:t>Abinaya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659211" y="5725554"/>
            <a:ext cx="2930757" cy="240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b="true" sz="1350">
                <a:solidFill>
                  <a:srgbClr val="00BCD4"/>
                </a:solidFill>
                <a:latin typeface="Arial Bold"/>
                <a:ea typeface="Arial Bold"/>
                <a:cs typeface="Arial Bold"/>
                <a:sym typeface="Arial Bold"/>
              </a:rPr>
              <a:t>Email contact: team@example.com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507554" y="6500536"/>
            <a:ext cx="3240234" cy="1858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© 2026 To-Do List Management System Project Team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DAHOwwTZnII</dc:identifier>
  <dcterms:modified xsi:type="dcterms:W3CDTF">2011-08-01T06:04:30Z</dcterms:modified>
  <cp:revision>1</cp:revision>
  <dc:title>To-Do List Management System_ A C Implementation.pdf</dc:title>
</cp:coreProperties>
</file>